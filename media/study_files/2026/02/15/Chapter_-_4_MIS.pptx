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96" d="100"/>
          <a:sy n="96" d="100"/>
        </p:scale>
        <p:origin x="-178" y="-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49F1F3-D4ED-4BDD-912A-CF6F01FE1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B88EB5-4F3C-4093-92E6-3FB10BB01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B87504-B39E-44D3-9684-95E1226F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AAD736-ACA3-4B9C-880A-13EBF98D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1EBB98-40AB-411E-9334-8AA4DB2E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2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E2997C-EE0A-4A10-A22E-2FCDFA8F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13014B-1F16-4A28-B4F4-A03B31E42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B25FFE5-1CF2-4D57-B9C9-1F32B6A5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FB0C7F-0B37-4A34-A961-E9C15865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93DB89-9119-4CD2-AC06-3D323ABF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46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E882D9-8EB9-4421-81E0-CCE53FD88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5EECD81-B878-4340-81C5-0FD8915C3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738B4A-AB48-44B4-B1B8-340B8EBF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5BF41B-CE73-4EE0-996D-0E0742F9A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1AF3D0-826E-45D9-A151-7B1F0A3D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AADC98-DA22-4EB0-8A81-48584D0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D44B69-6503-4A4B-8C79-72A975A85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DD3F215-3158-4908-B73C-820681D07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D15A71-46D6-4187-BD11-F538DD0C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190E001-527A-4B00-B6FA-614A5484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2D843DF-3E0B-4483-96CF-7AA45610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3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331F67-79EA-451E-BFD8-3EED13FCF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2C21407-36B8-4990-875B-ED7E41E1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FDF01D1-1F30-4A72-9A0F-25C32BEC1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B277AF8-6DAA-4CE3-8752-68DE51C94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E6FD95-4A73-4B02-9C30-3C6062E72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8F261CC-05E3-48B5-A081-A071FB20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BF92986-054E-43F3-97BC-51507DCE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019DF4A-ADF7-4031-988E-A61D4DA1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1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076126-B3E1-4A82-8E3D-7AE019337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FCEB842-9B3C-41E2-8EE5-8744223B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6EA2D84-085A-42AC-858C-54A357D8C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D07DE82-99AF-4E0A-80AC-46B89162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4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90A7C10-0511-4071-B439-7FC93BD7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DB15DC8-4502-43B5-BB9D-BADF1942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DF4F501-4F39-40B4-8747-D8111E98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8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613808-B5EB-4D11-9F06-C6D00BFB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73EB06-5013-48B4-B0B4-4498A1453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5F89E82-9817-441C-B4FF-09F10592A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21CD18A-392E-414A-9B20-BF350DE3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E5FA690-7FCC-40C0-B6C5-15EE7324D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2BD7F75-779B-4BC9-8353-C1FE4DCB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2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02B775-E550-4360-830A-62738F2A6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9F1CB4A-CD18-48CD-8F55-8992CF5CA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1944078-FB97-4A0E-8D7D-791D6A83E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E33EFC-01C4-4407-83EA-55975E68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005D2F-4E0F-44E6-8A39-3FDD3054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FB9ECBA-BD7C-434F-B37E-0CE87422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0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6EAE07-F92D-4CE4-8CCB-60B96628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93E9E78-0C0F-485A-9FD2-5A2467DE9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3E6D41-0B6F-40AE-AF7D-B5EE67B7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ACA6AC-0042-4286-BC92-BA745E97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941EEC7-1E6A-40AE-9D72-94676B93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9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D3927BD-F0BA-4FED-A20E-B51041051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D13B947-2608-4220-8347-DFF3D32F0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D26B2F-B309-4335-BADA-CD46C16D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5D2098-5AFB-45D3-B36D-10D7268E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76AF2E-9000-4BB6-A66A-A50F9CFF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2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3EA127E-38DD-4120-A6D7-BCA45E064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6792CA-736E-4263-8244-78D85CC9E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77BA05-5443-4D6E-B17F-D074F9669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C8BF0-22F3-4388-B144-4AA28D1451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207E7FC-1310-44C1-9C3D-E1203672E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393F9BA-E486-4A94-9C30-AFBEE8499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ACB02-CE79-427F-A0F8-F06C863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1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84C824-A6C7-4DE3-A47A-F11DC18F9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4455" y="718949"/>
            <a:ext cx="9144000" cy="10621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- 4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676FE17-6037-4C5B-AC4E-4D03AA12D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901" y="2692391"/>
            <a:ext cx="9144000" cy="117622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and Social Issues in  Information Systems</a:t>
            </a:r>
          </a:p>
        </p:txBody>
      </p:sp>
    </p:spTree>
    <p:extLst>
      <p:ext uri="{BB962C8B-B14F-4D97-AF65-F5344CB8AC3E}">
        <p14:creationId xmlns:p14="http://schemas.microsoft.com/office/powerpoint/2010/main" val="122317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A9775B-5839-4F27-84CF-B2AD9B49D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993" y="914400"/>
            <a:ext cx="8965809" cy="626086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1EDF7B9-73C8-41A1-865E-8DE55373A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531" y="2080419"/>
            <a:ext cx="10771164" cy="4320381"/>
          </a:xfrm>
        </p:spPr>
        <p:txBody>
          <a:bodyPr>
            <a:noAutofit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	Understanding Ethical And Social Issues Related To Systems 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	Ethics In An Information Society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	The Moral Dimensions Of Information Systems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	Hands-on Mis Projects</a:t>
            </a:r>
          </a:p>
        </p:txBody>
      </p:sp>
    </p:spTree>
    <p:extLst>
      <p:ext uri="{BB962C8B-B14F-4D97-AF65-F5344CB8AC3E}">
        <p14:creationId xmlns:p14="http://schemas.microsoft.com/office/powerpoint/2010/main" val="77935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5E7BC02-B777-4A13-BAC6-55DBF0F99530}"/>
              </a:ext>
            </a:extLst>
          </p:cNvPr>
          <p:cNvSpPr txBox="1"/>
          <p:nvPr/>
        </p:nvSpPr>
        <p:spPr>
          <a:xfrm>
            <a:off x="236806" y="594712"/>
            <a:ext cx="11718387" cy="34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Recent cases of failed ethical judgment in business</a:t>
            </a: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Lehman Brother, Minerals Management Service, Pfizer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many, information systems used to bury decisions from public scrutiny</a:t>
            </a:r>
          </a:p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Ethics</a:t>
            </a: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Principles of right and wrong that individuals, acting as free moral agents, use to make choices to guide their behaviors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424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1F0FC-F7EC-47B3-B653-A79673FFF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327819"/>
            <a:ext cx="10339754" cy="1272381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For Thinking about Ethical, Social, And Political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CBA5F84-C27C-419B-A37E-4AA7B77B7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60" y="1773237"/>
            <a:ext cx="10447607" cy="4205531"/>
          </a:xfrm>
        </p:spPr>
        <p:txBody>
          <a:bodyPr>
            <a:noAutofit/>
          </a:bodyPr>
          <a:lstStyle/>
          <a:p>
            <a:pPr marL="457200"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Society as a clam pond</a:t>
            </a:r>
          </a:p>
          <a:p>
            <a:pPr marL="457200"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as rock dropped in pond, creating ripples of new situations not covered by old rules</a:t>
            </a:r>
          </a:p>
          <a:p>
            <a:pPr marL="457200"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and political institutions cannot respond overnight to these ripples- it may take years to develop etiquette, expectations, laws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Requires understanding of ethics to make choices in legally gray areas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51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7F11C5E-3DD5-4F35-AFB9-C8F65139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37" y="479652"/>
            <a:ext cx="9580098" cy="58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6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7BF1B7E4-1393-4D35-ABBD-D77CFA68E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Moral Dimensions Of The Information 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749D7AF6-5200-4EAB-BB09-4FC64DF60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ethical, social, and political issues raised by information systems include the following moral dimensions: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rights and obligations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Property rights and obligations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Accountability and control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quality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Quality of life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4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6283E39-45BB-4023-AE99-F4B1420E4D2F}"/>
              </a:ext>
            </a:extLst>
          </p:cNvPr>
          <p:cNvSpPr txBox="1"/>
          <p:nvPr/>
        </p:nvSpPr>
        <p:spPr>
          <a:xfrm>
            <a:off x="249701" y="243512"/>
            <a:ext cx="1166563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rights and obligations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What information rights do individuals and organizations possess with respect to themselves? What can they protect?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rights and obligations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 will traditional intellectual property rights be protected in a digital society in which tracing and accounting for ownership are difficult and ignoring such property rights is so easy?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 and control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Who can and will be held accountable and liable for the harm done to individual and collective information and property rights?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quality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What standards of data and system quality should we demand to protect individual rights and the safety of society?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life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What values should be preserved in an information- and knowledge-based society? Which institutions should we protect from violation?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cultural values and practices are supported by the new information technology?</a:t>
            </a:r>
          </a:p>
        </p:txBody>
      </p:sp>
    </p:spTree>
    <p:extLst>
      <p:ext uri="{BB962C8B-B14F-4D97-AF65-F5344CB8AC3E}">
        <p14:creationId xmlns:p14="http://schemas.microsoft.com/office/powerpoint/2010/main" val="2801767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3D7024-DC6C-4977-9940-E77C8538B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0"/>
            <a:ext cx="10396025" cy="973723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Technology Trends That Raise Ethical Issues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9BFCE1-9C08-4776-8C8A-187BEE1D8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884" y="1055078"/>
            <a:ext cx="11029071" cy="5563772"/>
          </a:xfrm>
        </p:spPr>
        <p:txBody>
          <a:bodyPr>
            <a:normAutofit lnSpcReduction="10000"/>
          </a:bodyPr>
          <a:lstStyle/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Doubling of computer power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organizations depend on computer systems for critical operations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Rapidly declining data storage costs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Organizations can easily maintain detailed databases on individuals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Networking advances and the internet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Copying data from one location to another and accessing personal data from remote locations is much easier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Advances in data analysis techniques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Companies can analyze vast quantities of data gathered on individuals for: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Profiling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data from multiple sources to create dossiers of detailed information on individuals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Nonobvious relationship awareness (NORA)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data from multiple sources to find obscure hidden connections that might help identify criminals or terrorists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04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424</Words>
  <Application>Microsoft Office PowerPoint</Application>
  <PresentationFormat>Custom</PresentationFormat>
  <Paragraphs>49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Chapter - 4</vt:lpstr>
      <vt:lpstr>Outlines</vt:lpstr>
      <vt:lpstr>PowerPoint Presentation</vt:lpstr>
      <vt:lpstr>A Model For Thinking about Ethical, Social, And Political Issues</vt:lpstr>
      <vt:lpstr>PowerPoint Presentation</vt:lpstr>
      <vt:lpstr>Five Moral Dimensions Of The Information Age</vt:lpstr>
      <vt:lpstr>PowerPoint Presentation</vt:lpstr>
      <vt:lpstr>Key Technology Trends That Raise Ethical Issues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- 4</dc:title>
  <dc:creator>USER</dc:creator>
  <cp:lastModifiedBy>pc</cp:lastModifiedBy>
  <cp:revision>13</cp:revision>
  <dcterms:created xsi:type="dcterms:W3CDTF">2026-01-30T06:20:33Z</dcterms:created>
  <dcterms:modified xsi:type="dcterms:W3CDTF">2026-02-02T02:42:57Z</dcterms:modified>
</cp:coreProperties>
</file>