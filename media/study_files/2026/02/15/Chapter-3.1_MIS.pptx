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75" r:id="rId6"/>
    <p:sldId id="277" r:id="rId7"/>
    <p:sldId id="278" r:id="rId8"/>
    <p:sldId id="279" r:id="rId9"/>
    <p:sldId id="261" r:id="rId10"/>
    <p:sldId id="262" r:id="rId11"/>
    <p:sldId id="319" r:id="rId12"/>
    <p:sldId id="318" r:id="rId13"/>
    <p:sldId id="263" r:id="rId14"/>
    <p:sldId id="32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C17E8-D121-4B39-BE6F-A218F47C7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FD16-6633-4A59-A555-877417DF8B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8AE0F-1534-4D81-8ACF-AEBF4C33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9827-4575-470C-AA3A-112A185AE2F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E6B31-EC0E-4DBF-B1FB-B58B8BB7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418C5-1263-46B6-8F64-FF25D908F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CE9F-51B0-4932-9869-E60161CDC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60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EC4D0-DC00-41A6-8399-77C6670FD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BFFBF-A9B7-4528-A050-498BAD669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DDF08-BD8A-4A36-8D83-F706374D8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9827-4575-470C-AA3A-112A185AE2F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53E52-06B4-4890-ADF8-6ACE1B062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81947-65F9-4575-A64F-8D38D75C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CE9F-51B0-4932-9869-E60161CDC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F9B09-9971-46B3-B6D2-C438A7064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EF8F-1E0D-4FE8-A3F9-16BC4E756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55C80-26C4-4D5A-B427-3CEE941ED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9827-4575-470C-AA3A-112A185AE2F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CDD5E-9EB4-408D-A292-AA39C57E4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C0379-FBCA-4488-AFFC-6249B67C7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CE9F-51B0-4932-9869-E60161CDC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8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3351F-EF2F-4FEF-AA3D-6A3D9BCFA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EAF10-D35C-4649-902C-DC4F4EAA62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82F3A-9F07-4FBD-873C-02103C971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FF308-56CD-4D63-B7E5-0433AB773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9827-4575-470C-AA3A-112A185AE2F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3188C-1E4E-4B2A-8377-8ADD47680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3EDAD-649E-4530-8F62-C1796146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CE9F-51B0-4932-9869-E60161CDC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04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EAA67-68F8-4DFF-8A3D-7E0846B11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DB82B-AF58-4D7B-A4F8-59411F55D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F19BD-7835-4812-B6D8-E12CDC426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55E350-9BF8-4D27-8565-808076740C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6775D6-D76E-4E6A-98E4-0931E7831C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22E729-6109-467A-B6C8-C12BDDD5A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9827-4575-470C-AA3A-112A185AE2F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B0334B-0D46-4027-B178-748BBA905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BBAC6-91A4-40CE-9A20-016397ABF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CE9F-51B0-4932-9869-E60161CDC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163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8E4C-958D-4DBB-A60D-3B7BC76E3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80B7A-1A14-4701-88ED-F40E32119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9827-4575-470C-AA3A-112A185AE2F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55AB2F-7710-42FE-BE8E-C5FD2A4AD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E73C5-32AF-4B43-9653-3C5D8AA2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CE9F-51B0-4932-9869-E60161CDC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8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DEE9B2-43B1-434C-85F9-16572F4B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9827-4575-470C-AA3A-112A185AE2F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EF83A-CF92-4048-84FF-AFB760B8B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1E4EF-6EAE-46E9-9004-66A5FFA25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CE9F-51B0-4932-9869-E60161CDC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75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E5139-F939-4227-83C1-661D9EFE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304AD-7C09-4F79-BCE1-55AD6E2F6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E4B60B-1C56-4321-A0FD-7FB845E9D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F038A-118A-4307-8C9E-29AE2D64D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9827-4575-470C-AA3A-112A185AE2F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7AFC3-51D3-402F-84CF-2B4AB2815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C9229-0241-49DB-BA5E-7436B8A93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CE9F-51B0-4932-9869-E60161CDC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12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AAA16-FD50-4B9D-95F6-283BE1000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F49BEB-628E-4BD4-87AB-8C605479BC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C8060-D08D-4A1B-9598-1B3D84DDF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1F4F2-4E53-4535-A25C-2C4651EA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9827-4575-470C-AA3A-112A185AE2F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C91FE-FFD6-4E3F-AC07-52F3C85CD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306B2-CFCB-470E-928D-0CBF6493B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CE9F-51B0-4932-9869-E60161CDC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18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A012-D22B-45DB-9143-D034DD53D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F7DFD-403C-4E16-9B10-442FECEB9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E97C6-5E73-412D-86A0-F74457D21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9827-4575-470C-AA3A-112A185AE2F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E1977-3DBB-4D6F-AA1F-039FA3B0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DA124-DA46-427F-8B40-EA3F098AE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CE9F-51B0-4932-9869-E60161CDC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474330-2D79-41E5-80EA-550261E9E8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763B82-ABDB-46D9-8A6F-C7B9BF4D0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0637C-54D5-4D34-8A89-F05FEE25E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9827-4575-470C-AA3A-112A185AE2F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958CE-F9A3-4C1A-B8B0-4079F9D13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7CBD3-BB57-45B6-A8D0-73FA180A5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CE9F-51B0-4932-9869-E60161CDC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7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EE6799-8F22-4A4F-ADAE-6EBB7D155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862A2-8DE5-4E36-99E9-299DC1F78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596FA-A7CC-4F06-A735-0936B475F0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29827-4575-470C-AA3A-112A185AE2FE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8FAEE-9E10-41AC-A80A-BD763B5D2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FE200-3CF4-4E3B-97EF-91BE75D74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3CE9F-51B0-4932-9869-E60161CDC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00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00CEF-002F-41E2-B399-3FE81E914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7562" y="0"/>
            <a:ext cx="9144000" cy="141387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Chapter-3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9D54F4-95DF-4D73-AF25-BE6183F27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7562" y="1660696"/>
            <a:ext cx="10002129" cy="4219599"/>
          </a:xfrm>
        </p:spPr>
        <p:txBody>
          <a:bodyPr>
            <a:normAutofit fontScale="85000" lnSpcReduction="1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Systems, Organizations, and Strategy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  <a:p>
            <a:pPr algn="just"/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Organizations and Information Systems</a:t>
            </a:r>
          </a:p>
          <a:p>
            <a:pPr marL="688975" indent="-688975" algn="just"/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 How Information Systems Impact Organizations and Business Firms</a:t>
            </a:r>
          </a:p>
          <a:p>
            <a:pPr algn="just"/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 Using Information Systems To Achieve  Competitive Advantage</a:t>
            </a:r>
          </a:p>
          <a:p>
            <a:pPr algn="just"/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 Using Systems For Competitive Advantage: Management Issues</a:t>
            </a:r>
          </a:p>
          <a:p>
            <a:pPr algn="just"/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Hands-on Mis Projects</a:t>
            </a:r>
          </a:p>
        </p:txBody>
      </p:sp>
    </p:spTree>
    <p:extLst>
      <p:ext uri="{BB962C8B-B14F-4D97-AF65-F5344CB8AC3E}">
        <p14:creationId xmlns:p14="http://schemas.microsoft.com/office/powerpoint/2010/main" val="2425340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5AE30-691C-49F7-BD1E-2AD1C28C5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7957" y="0"/>
            <a:ext cx="9144000" cy="7667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5F85D3-2865-4BBE-9D78-CA5B427E7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667" y="1196461"/>
            <a:ext cx="10944665" cy="5359083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know the feature of organizations that to build and use information systems successfully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competitive strategies using information systems by Porter’s competitive forces model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value chain and value web models  for strategic information system applications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businesses by using synergies, core competencies, and network-based strategies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challenges of strategic information systems and how should they be addressed </a:t>
            </a:r>
          </a:p>
        </p:txBody>
      </p:sp>
    </p:spTree>
    <p:extLst>
      <p:ext uri="{BB962C8B-B14F-4D97-AF65-F5344CB8AC3E}">
        <p14:creationId xmlns:p14="http://schemas.microsoft.com/office/powerpoint/2010/main" val="645260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4E63D-38C2-4673-B776-1747F6FAB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116767"/>
            <a:ext cx="9894277" cy="104101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Organization and Information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A3609-79B7-44F7-91E3-D02DC8CDB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1505952"/>
            <a:ext cx="10086534" cy="3994516"/>
          </a:xfrm>
        </p:spPr>
        <p:txBody>
          <a:bodyPr>
            <a:no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systems and organizations influence one another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systems are built by managers to serve the interests of the business firm.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The organization must be aware of and open to the influences of information systems to benefit from new technologies.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interaction between information technology and organizations is complex and is influenced by many mediating factors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593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5F3F7-9C4D-4FC3-BBB0-D0F3FA6F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DB2E0-8476-4F6D-87DD-07472C4CA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organization’s structure,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processes,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politics,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culture,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surrounding environment, and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decisions 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850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450192" y="2819509"/>
            <a:ext cx="3023878" cy="223914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985945" y="2909455"/>
            <a:ext cx="3200400" cy="2047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Organizations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32885" y="2369127"/>
            <a:ext cx="3340607" cy="3408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  <a:p>
            <a:r>
              <a:rPr lang="en-US" sz="2400" dirty="0"/>
              <a:t> structure, </a:t>
            </a:r>
          </a:p>
          <a:p>
            <a:r>
              <a:rPr lang="en-US" sz="2400" dirty="0"/>
              <a:t>Business processes,</a:t>
            </a:r>
          </a:p>
          <a:p>
            <a:r>
              <a:rPr lang="en-US" sz="2400" dirty="0"/>
              <a:t>Politics,</a:t>
            </a:r>
          </a:p>
          <a:p>
            <a:r>
              <a:rPr lang="en-US" sz="2400" dirty="0"/>
              <a:t>culture, </a:t>
            </a:r>
          </a:p>
          <a:p>
            <a:r>
              <a:rPr lang="en-US" sz="2400" dirty="0"/>
              <a:t>surrounding environment, and </a:t>
            </a:r>
          </a:p>
          <a:p>
            <a:r>
              <a:rPr lang="en-US" sz="2400" dirty="0"/>
              <a:t>management decisions </a:t>
            </a:r>
          </a:p>
        </p:txBody>
      </p:sp>
      <p:sp>
        <p:nvSpPr>
          <p:cNvPr id="15" name="Curved Down Arrow 14"/>
          <p:cNvSpPr/>
          <p:nvPr/>
        </p:nvSpPr>
        <p:spPr>
          <a:xfrm>
            <a:off x="2490132" y="1368163"/>
            <a:ext cx="7422894" cy="149629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Curved Down Arrow 19"/>
          <p:cNvSpPr/>
          <p:nvPr/>
        </p:nvSpPr>
        <p:spPr>
          <a:xfrm rot="10800000">
            <a:off x="2490132" y="4956463"/>
            <a:ext cx="7933620" cy="1220837"/>
          </a:xfrm>
          <a:prstGeom prst="curvedDownArrow">
            <a:avLst>
              <a:gd name="adj1" fmla="val 25000"/>
              <a:gd name="adj2" fmla="val 50000"/>
              <a:gd name="adj3" fmla="val 208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96733" y="3590806"/>
            <a:ext cx="2854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Information Technology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5291" y="2514600"/>
            <a:ext cx="2951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Mediating factors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142090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The Two-way Relationship Between Organizations And Information Technology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45856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38558">
        <p15:prstTrans prst="curtains"/>
      </p:transition>
    </mc:Choice>
    <mc:Fallback xmlns="">
      <p:transition spd="slow" advTm="3855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5" grpId="0" animBg="1"/>
      <p:bldP spid="20" grpId="0" animBg="1"/>
      <p:bldP spid="2" grpId="0"/>
    </p:bldLst>
  </p:timing>
  <p:extLst>
    <p:ext uri="{3A86A75C-4F4B-4683-9AE1-C65F6400EC91}">
      <p14:laserTraceLst xmlns:p14="http://schemas.microsoft.com/office/powerpoint/2010/main">
        <p14:tracePtLst>
          <p14:tracePt t="23108" x="9775825" y="6119813"/>
          <p14:tracePt t="23116" x="9688513" y="6119813"/>
          <p14:tracePt t="23124" x="9588500" y="6119813"/>
          <p14:tracePt t="23132" x="9463088" y="6081713"/>
          <p14:tracePt t="23141" x="9437688" y="6056313"/>
          <p14:tracePt t="23148" x="9401175" y="6045200"/>
          <p14:tracePt t="23157" x="9175750" y="6045200"/>
          <p14:tracePt t="23164" x="8837613" y="5956300"/>
          <p14:tracePt t="23174" x="8763000" y="5945188"/>
          <p14:tracePt t="23180" x="8686800" y="5894388"/>
          <p14:tracePt t="23191" x="8524875" y="5856288"/>
          <p14:tracePt t="23196" x="8335963" y="5843588"/>
          <p14:tracePt t="23206" x="8186738" y="5807075"/>
          <p14:tracePt t="23212" x="7999413" y="5756275"/>
          <p14:tracePt t="23223" x="7797800" y="5732463"/>
          <p14:tracePt t="23229" x="7661275" y="5694363"/>
          <p14:tracePt t="23240" x="7523163" y="5643563"/>
          <p14:tracePt t="23245" x="7435850" y="5594350"/>
          <p14:tracePt t="23253" x="7348538" y="5568950"/>
          <p14:tracePt t="23261" x="7285038" y="5530850"/>
          <p14:tracePt t="23268" x="7246938" y="5530850"/>
          <p14:tracePt t="23276" x="7223125" y="5494338"/>
          <p14:tracePt t="23284" x="7210425" y="5494338"/>
          <p14:tracePt t="23292" x="7197725" y="5481638"/>
          <p14:tracePt t="23300" x="7172325" y="5468938"/>
          <p14:tracePt t="23308" x="7159625" y="5456238"/>
          <p14:tracePt t="23325" x="7159625" y="5430838"/>
          <p14:tracePt t="23332" x="7159625" y="5418138"/>
          <p14:tracePt t="23341" x="7159625" y="5394325"/>
          <p14:tracePt t="23349" x="7123113" y="5356225"/>
          <p14:tracePt t="23357" x="7123113" y="5330825"/>
          <p14:tracePt t="23364" x="7123113" y="5281613"/>
          <p14:tracePt t="23375" x="7123113" y="5268913"/>
          <p14:tracePt t="23380" x="7123113" y="5230813"/>
          <p14:tracePt t="23391" x="7110413" y="5194300"/>
          <p14:tracePt t="23396" x="7110413" y="5156200"/>
          <p14:tracePt t="23406" x="7097713" y="5118100"/>
          <p14:tracePt t="23412" x="7085013" y="5081588"/>
          <p14:tracePt t="23424" x="7085013" y="5030788"/>
          <p14:tracePt t="23428" x="7072313" y="4943475"/>
          <p14:tracePt t="23439" x="7072313" y="4905375"/>
          <p14:tracePt t="23444" x="7072313" y="4856163"/>
          <p14:tracePt t="23453" x="7072313" y="4818063"/>
          <p14:tracePt t="23461" x="7072313" y="4779963"/>
          <p14:tracePt t="23469" x="7072313" y="4743450"/>
          <p14:tracePt t="23476" x="7072313" y="4718050"/>
          <p14:tracePt t="23485" x="7072313" y="4679950"/>
          <p14:tracePt t="23492" x="7059613" y="4643438"/>
          <p14:tracePt t="23500" x="7059613" y="4630738"/>
          <p14:tracePt t="23508" x="7059613" y="4605338"/>
          <p14:tracePt t="23516" x="7059613" y="4592638"/>
          <p14:tracePt t="23524" x="7059613" y="4554538"/>
          <p14:tracePt t="23532" x="7059613" y="4518025"/>
          <p14:tracePt t="23541" x="7059613" y="4492625"/>
          <p14:tracePt t="23548" x="7034213" y="4443413"/>
          <p14:tracePt t="23556" x="7021513" y="4418013"/>
          <p14:tracePt t="23564" x="7010400" y="4379913"/>
          <p14:tracePt t="23573" x="6972300" y="4330700"/>
          <p14:tracePt t="23580" x="6972300" y="4318000"/>
          <p14:tracePt t="23589" x="6921500" y="4292600"/>
          <p14:tracePt t="23596" x="6897688" y="4254500"/>
          <p14:tracePt t="23606" x="6859588" y="4241800"/>
          <p14:tracePt t="23612" x="6821488" y="4217988"/>
          <p14:tracePt t="23623" x="6772275" y="4179888"/>
          <p14:tracePt t="23628" x="6734175" y="4154488"/>
          <p14:tracePt t="23637" x="6672263" y="4141788"/>
          <p14:tracePt t="23644" x="6596063" y="4105275"/>
          <p14:tracePt t="23653" x="6559550" y="4079875"/>
          <p14:tracePt t="23660" x="6483350" y="4041775"/>
          <p14:tracePt t="23669" x="6472238" y="4005263"/>
          <p14:tracePt t="23677" x="6421438" y="3979863"/>
          <p14:tracePt t="23684" x="6359525" y="3941763"/>
          <p14:tracePt t="23692" x="6321425" y="3867150"/>
          <p14:tracePt t="23700" x="6270625" y="3841750"/>
          <p14:tracePt t="23708" x="6208713" y="3816350"/>
          <p14:tracePt t="23716" x="6183313" y="3803650"/>
          <p14:tracePt t="23725" x="6183313" y="3779838"/>
          <p14:tracePt t="23740" x="6170613" y="3767138"/>
          <p14:tracePt t="23748" x="6146800" y="3741738"/>
          <p14:tracePt t="23757" x="6134100" y="3741738"/>
          <p14:tracePt t="23764" x="6108700" y="3716338"/>
          <p14:tracePt t="23780" x="6108700" y="3692525"/>
          <p14:tracePt t="23790" x="6108700" y="3679825"/>
          <p14:tracePt t="23796" x="6108700" y="3654425"/>
          <p14:tracePt t="23806" x="6096000" y="3641725"/>
          <p14:tracePt t="23812" x="6070600" y="3603625"/>
          <p14:tracePt t="23823" x="6070600" y="3579813"/>
          <p14:tracePt t="23828" x="6057900" y="3541713"/>
          <p14:tracePt t="23837" x="6045200" y="3541713"/>
          <p14:tracePt t="23844" x="6034088" y="3503613"/>
          <p14:tracePt t="23855" x="6021388" y="3490913"/>
          <p14:tracePt t="23860" x="6021388" y="3467100"/>
          <p14:tracePt t="23868" x="6008688" y="3441700"/>
          <p14:tracePt t="23876" x="5995988" y="3416300"/>
          <p14:tracePt t="23885" x="5983288" y="3403600"/>
          <p14:tracePt t="23900" x="5983288" y="3390900"/>
          <p14:tracePt t="23917" x="5983288" y="3378200"/>
          <p14:tracePt t="23925" x="5970588" y="3367088"/>
          <p14:tracePt t="23932" x="5970588" y="3341688"/>
          <p14:tracePt t="23941" x="5957888" y="3328988"/>
          <p14:tracePt t="23948" x="5932488" y="3316288"/>
          <p14:tracePt t="23956" x="5895975" y="3278188"/>
          <p14:tracePt t="23964" x="5870575" y="3241675"/>
          <p14:tracePt t="23973" x="5808663" y="3216275"/>
          <p14:tracePt t="23981" x="5795963" y="3178175"/>
          <p14:tracePt t="23989" x="5732463" y="3165475"/>
          <p14:tracePt t="24006" x="5670550" y="3128963"/>
          <p14:tracePt t="24012" x="5645150" y="3128963"/>
          <p14:tracePt t="24022" x="5632450" y="3128963"/>
          <p14:tracePt t="24029" x="5595938" y="3116263"/>
          <p14:tracePt t="24045" x="5583238" y="3116263"/>
          <p14:tracePt t="24055" x="5557838" y="3116263"/>
          <p14:tracePt t="24060" x="5495925" y="3116263"/>
          <p14:tracePt t="24069" x="5432425" y="3116263"/>
          <p14:tracePt t="24076" x="5345113" y="3116263"/>
          <p14:tracePt t="24084" x="5319713" y="3116263"/>
          <p14:tracePt t="24092" x="5281613" y="3116263"/>
          <p14:tracePt t="24100" x="5257800" y="3116263"/>
          <p14:tracePt t="24182" x="5245100" y="3116263"/>
          <p14:tracePt t="24207" x="5245100" y="3128963"/>
          <p14:tracePt t="24213" x="5232400" y="3190875"/>
          <p14:tracePt t="24223" x="5232400" y="3241675"/>
          <p14:tracePt t="24229" x="5232400" y="3290888"/>
          <p14:tracePt t="24239" x="5232400" y="3341688"/>
          <p14:tracePt t="24244" x="5232400" y="3378200"/>
          <p14:tracePt t="24255" x="5232400" y="3390900"/>
          <p14:tracePt t="24260" x="5232400" y="3416300"/>
          <p14:tracePt t="24269" x="5232400" y="3429000"/>
          <p14:tracePt t="24285" x="5232400" y="3454400"/>
          <p14:tracePt t="24317" x="5219700" y="3467100"/>
          <p14:tracePt t="24333" x="5194300" y="3479800"/>
          <p14:tracePt t="24340" x="5170488" y="3479800"/>
          <p14:tracePt t="24348" x="5145088" y="3479800"/>
          <p14:tracePt t="24356" x="5132388" y="3503613"/>
          <p14:tracePt t="24364" x="5045075" y="3503613"/>
          <p14:tracePt t="24373" x="4945063" y="3503613"/>
          <p14:tracePt t="24380" x="4856163" y="3503613"/>
          <p14:tracePt t="24389" x="4806950" y="3503613"/>
          <p14:tracePt t="24396" x="4781550" y="3503613"/>
          <p14:tracePt t="24405" x="4756150" y="3503613"/>
          <p14:tracePt t="24412" x="4743450" y="3503613"/>
          <p14:tracePt t="24422" x="4732338" y="3503613"/>
          <p14:tracePt t="24535" x="4743450" y="3490913"/>
          <p14:tracePt t="24542" x="4819650" y="3454400"/>
          <p14:tracePt t="24549" x="4856163" y="3429000"/>
          <p14:tracePt t="24557" x="4894263" y="3416300"/>
          <p14:tracePt t="24565" x="4906963" y="3390900"/>
          <p14:tracePt t="24573" x="4945063" y="3378200"/>
          <p14:tracePt t="24581" x="4994275" y="3341688"/>
          <p14:tracePt t="24590" x="5006975" y="3328988"/>
          <p14:tracePt t="24596" x="5032375" y="3303588"/>
          <p14:tracePt t="24606" x="5045075" y="3290888"/>
          <p14:tracePt t="24612" x="5081588" y="3278188"/>
          <p14:tracePt t="24622" x="5106988" y="3267075"/>
          <p14:tracePt t="24628" x="5119688" y="3254375"/>
          <p14:tracePt t="24637" x="5132388" y="3241675"/>
          <p14:tracePt t="24644" x="5145088" y="3216275"/>
          <p14:tracePt t="24655" x="5170488" y="3203575"/>
          <p14:tracePt t="24660" x="5181600" y="3178175"/>
          <p14:tracePt t="24671" x="5194300" y="3178175"/>
          <p14:tracePt t="24686" x="5194300" y="3165475"/>
          <p14:tracePt t="24732" x="5207000" y="3165475"/>
          <p14:tracePt t="24756" x="5219700" y="3165475"/>
          <p14:tracePt t="24765" x="5232400" y="3165475"/>
          <p14:tracePt t="24773" x="5281613" y="3165475"/>
          <p14:tracePt t="24780" x="5307013" y="3165475"/>
          <p14:tracePt t="24789" x="5332413" y="3128963"/>
          <p14:tracePt t="24796" x="5394325" y="3128963"/>
          <p14:tracePt t="24805" x="5507038" y="3128963"/>
          <p14:tracePt t="24812" x="5607050" y="3128963"/>
          <p14:tracePt t="24822" x="5657850" y="3128963"/>
          <p14:tracePt t="24828" x="5732463" y="3128963"/>
          <p14:tracePt t="24838" x="5795963" y="3128963"/>
          <p14:tracePt t="24845" x="5832475" y="3141663"/>
          <p14:tracePt t="24854" x="5845175" y="3141663"/>
          <p14:tracePt t="24860" x="5857875" y="3154363"/>
          <p14:tracePt t="24872" x="5870575" y="3154363"/>
          <p14:tracePt t="24885" x="5883275" y="3154363"/>
          <p14:tracePt t="24916" x="5895975" y="3165475"/>
          <p14:tracePt t="24932" x="5895975" y="3178175"/>
          <p14:tracePt t="24940" x="5895975" y="3190875"/>
          <p14:tracePt t="24948" x="5895975" y="3216275"/>
          <p14:tracePt t="24956" x="5895975" y="3228975"/>
          <p14:tracePt t="24964" x="5883275" y="3267075"/>
          <p14:tracePt t="24972" x="5883275" y="3278188"/>
          <p14:tracePt t="24980" x="5845175" y="3316288"/>
          <p14:tracePt t="24990" x="5770563" y="3354388"/>
          <p14:tracePt t="24996" x="5708650" y="3378200"/>
          <p14:tracePt t="25006" x="5670550" y="3403600"/>
          <p14:tracePt t="25012" x="5657850" y="3416300"/>
          <p14:tracePt t="25022" x="5657850" y="3441700"/>
          <p14:tracePt t="25028" x="5607050" y="3490913"/>
          <p14:tracePt t="25039" x="5583238" y="3516313"/>
          <p14:tracePt t="25044" x="5519738" y="3541713"/>
          <p14:tracePt t="25055" x="5457825" y="3590925"/>
          <p14:tracePt t="25060" x="5419725" y="3603625"/>
          <p14:tracePt t="25070" x="5394325" y="3616325"/>
          <p14:tracePt t="25076" x="5357813" y="3641725"/>
          <p14:tracePt t="25093" x="5332413" y="3654425"/>
          <p14:tracePt t="25100" x="5307013" y="3679825"/>
          <p14:tracePt t="25116" x="5294313" y="3692525"/>
          <p14:tracePt t="25124" x="5257800" y="3716338"/>
          <p14:tracePt t="25132" x="5232400" y="3754438"/>
          <p14:tracePt t="25140" x="5219700" y="3767138"/>
          <p14:tracePt t="25149" x="5219700" y="3792538"/>
          <p14:tracePt t="25156" x="5207000" y="3816350"/>
          <p14:tracePt t="25164" x="5207000" y="3867150"/>
          <p14:tracePt t="25172" x="5207000" y="3916363"/>
          <p14:tracePt t="25180" x="5207000" y="3954463"/>
          <p14:tracePt t="25188" x="5245100" y="4029075"/>
          <p14:tracePt t="25196" x="5307013" y="4129088"/>
          <p14:tracePt t="25205" x="5383213" y="4205288"/>
          <p14:tracePt t="25212" x="5470525" y="4279900"/>
          <p14:tracePt t="25221" x="5507038" y="4318000"/>
          <p14:tracePt t="25229" x="5557838" y="4354513"/>
          <p14:tracePt t="25239" x="5683250" y="4405313"/>
          <p14:tracePt t="25245" x="5745163" y="4418013"/>
          <p14:tracePt t="25254" x="5821363" y="4418013"/>
          <p14:tracePt t="25260" x="5883275" y="4418013"/>
          <p14:tracePt t="25270" x="6008688" y="4418013"/>
          <p14:tracePt t="25276" x="6045200" y="4418013"/>
          <p14:tracePt t="25950" x="6121400" y="4418013"/>
          <p14:tracePt t="25957" x="6259513" y="4443413"/>
          <p14:tracePt t="25964" x="6296025" y="4443413"/>
          <p14:tracePt t="25973" x="6321425" y="4443413"/>
          <p14:tracePt t="25981" x="6346825" y="4443413"/>
          <p14:tracePt t="26134" x="6359525" y="4443413"/>
          <p14:tracePt t="26150" x="6359525" y="4405313"/>
          <p14:tracePt t="26158" x="6359525" y="4354513"/>
          <p14:tracePt t="26180" x="6359525" y="4330700"/>
          <p14:tracePt t="26204" x="6346825" y="4330700"/>
          <p14:tracePt t="26212" x="6296025" y="4330700"/>
          <p14:tracePt t="26220" x="6246813" y="4341813"/>
          <p14:tracePt t="26228" x="6208713" y="4341813"/>
          <p14:tracePt t="26238" x="6146800" y="4392613"/>
          <p14:tracePt t="26244" x="6083300" y="4454525"/>
          <p14:tracePt t="26254" x="6021388" y="4505325"/>
          <p14:tracePt t="26260" x="5970588" y="4554538"/>
          <p14:tracePt t="26271" x="5883275" y="4630738"/>
          <p14:tracePt t="26276" x="5845175" y="4667250"/>
          <p14:tracePt t="26286" x="5770563" y="4730750"/>
          <p14:tracePt t="26292" x="5695950" y="4779963"/>
          <p14:tracePt t="26303" x="5657850" y="4830763"/>
          <p14:tracePt t="26308" x="5557838" y="4905375"/>
          <p14:tracePt t="26319" x="5495925" y="4981575"/>
          <p14:tracePt t="26324" x="5394325" y="5056188"/>
          <p14:tracePt t="26333" x="5270500" y="5105400"/>
          <p14:tracePt t="26340" x="5181600" y="5143500"/>
          <p14:tracePt t="26349" x="5068888" y="5218113"/>
          <p14:tracePt t="26356" x="4968875" y="5243513"/>
          <p14:tracePt t="26364" x="4919663" y="5256213"/>
          <p14:tracePt t="26372" x="4881563" y="5281613"/>
          <p14:tracePt t="26381" x="4832350" y="5305425"/>
          <p14:tracePt t="26404" x="4794250" y="5318125"/>
          <p14:tracePt t="26412" x="4781550" y="5318125"/>
          <p14:tracePt t="26420" x="4743450" y="5318125"/>
          <p14:tracePt t="26453" x="4732338" y="5318125"/>
          <p14:tracePt t="26460" x="4794250" y="5205413"/>
          <p14:tracePt t="26470" x="4806950" y="5181600"/>
          <p14:tracePt t="26668" x="4794250" y="5118100"/>
          <p14:tracePt t="26678" x="4732338" y="5043488"/>
          <p14:tracePt t="26688" x="4732338" y="5030788"/>
          <p14:tracePt t="26695" x="4694238" y="4968875"/>
          <p14:tracePt t="26703" x="4656138" y="4943475"/>
          <p14:tracePt t="26709" x="4594225" y="4905375"/>
          <p14:tracePt t="26720" x="4518025" y="4892675"/>
          <p14:tracePt t="26725" x="4381500" y="4856163"/>
          <p14:tracePt t="26733" x="4294188" y="4792663"/>
          <p14:tracePt t="26740" x="4217988" y="4792663"/>
          <p14:tracePt t="26749" x="4117975" y="4792663"/>
          <p14:tracePt t="26756" x="3979863" y="4768850"/>
          <p14:tracePt t="26764" x="3856038" y="4768850"/>
          <p14:tracePt t="26772" x="3730625" y="4768850"/>
          <p14:tracePt t="26781" x="3717925" y="4768850"/>
          <p14:tracePt t="26788" x="3717925" y="4756150"/>
          <p14:tracePt t="26804" x="3643313" y="4756150"/>
          <p14:tracePt t="26812" x="3567113" y="4768850"/>
          <p14:tracePt t="26820" x="3541713" y="4768850"/>
          <p14:tracePt t="26828" x="3454400" y="4856163"/>
          <p14:tracePt t="26839" x="3379788" y="4905375"/>
          <p14:tracePt t="26845" x="3279775" y="4956175"/>
          <p14:tracePt t="26853" x="3216275" y="5005388"/>
          <p14:tracePt t="26860" x="3092450" y="5043488"/>
          <p14:tracePt t="26870" x="3028950" y="5068888"/>
          <p14:tracePt t="26886" x="2890838" y="5105400"/>
          <p14:tracePt t="26892" x="2854325" y="5118100"/>
          <p14:tracePt t="26902" x="2816225" y="5118100"/>
          <p14:tracePt t="26908" x="2767013" y="5118100"/>
          <p14:tracePt t="26918" x="2741613" y="5118100"/>
          <p14:tracePt t="26925" x="2703513" y="5118100"/>
          <p14:tracePt t="26933" x="2641600" y="5105400"/>
          <p14:tracePt t="26940" x="2578100" y="5081588"/>
          <p14:tracePt t="26948" x="2554288" y="5043488"/>
          <p14:tracePt t="26956" x="2541588" y="5030788"/>
          <p14:tracePt t="26964" x="2541588" y="4992688"/>
          <p14:tracePt t="26972" x="2528888" y="4968875"/>
          <p14:tracePt t="26981" x="2528888" y="4918075"/>
          <p14:tracePt t="26988" x="2528888" y="4892675"/>
          <p14:tracePt t="26996" x="2528888" y="4868863"/>
          <p14:tracePt t="27004" x="2528888" y="4830763"/>
          <p14:tracePt t="27012" x="2528888" y="4779963"/>
          <p14:tracePt t="27020" x="2528888" y="4743450"/>
          <p14:tracePt t="27028" x="2528888" y="4718050"/>
          <p14:tracePt t="27038" x="2528888" y="4679950"/>
          <p14:tracePt t="27045" x="2528888" y="4667250"/>
          <p14:tracePt t="27053" x="2528888" y="4630738"/>
          <p14:tracePt t="27060" x="2528888" y="4592638"/>
          <p14:tracePt t="27070" x="2528888" y="4554538"/>
          <p14:tracePt t="27076" x="2528888" y="4543425"/>
          <p14:tracePt t="27086" x="2528888" y="4505325"/>
          <p14:tracePt t="27092" x="2528888" y="4492625"/>
          <p14:tracePt t="27102" x="2528888" y="4454525"/>
          <p14:tracePt t="27118" x="2528888" y="4443413"/>
          <p14:tracePt t="27125" x="2528888" y="4430713"/>
          <p14:tracePt t="27133" x="2528888" y="4418013"/>
          <p14:tracePt t="27140" x="2528888" y="4405313"/>
          <p14:tracePt t="27150" x="2528888" y="4392613"/>
          <p14:tracePt t="27156" x="2528888" y="4379913"/>
          <p14:tracePt t="27164" x="2528888" y="4367213"/>
          <p14:tracePt t="27172" x="2528888" y="4354513"/>
          <p14:tracePt t="27181" x="2528888" y="4341813"/>
          <p14:tracePt t="27196" x="2528888" y="4330700"/>
          <p14:tracePt t="27212" x="2528888" y="4318000"/>
          <p14:tracePt t="27268" x="2528888" y="4305300"/>
          <p14:tracePt t="27461" x="2528888" y="4292600"/>
          <p14:tracePt t="27588" x="2528888" y="4279900"/>
          <p14:tracePt t="27941" x="2541588" y="4367213"/>
          <p14:tracePt t="27949" x="2728913" y="4605338"/>
          <p14:tracePt t="27956" x="3128963" y="4981575"/>
          <p14:tracePt t="27965" x="3705225" y="5356225"/>
          <p14:tracePt t="27972" x="3817938" y="5407025"/>
          <p14:tracePt t="27980" x="4281488" y="5607050"/>
          <p14:tracePt t="27988" x="5145088" y="5794375"/>
          <p14:tracePt t="27996" x="5157788" y="5794375"/>
          <p14:tracePt t="28004" x="5319713" y="5819775"/>
          <p14:tracePt t="28012" x="5895975" y="5994400"/>
          <p14:tracePt t="28020" x="6559550" y="6069013"/>
          <p14:tracePt t="28028" x="7335838" y="6069013"/>
          <p14:tracePt t="28037" x="8048625" y="6094413"/>
          <p14:tracePt t="28045" x="8461375" y="6094413"/>
          <p14:tracePt t="28053" x="8699500" y="6107113"/>
          <p14:tracePt t="28060" x="8924925" y="6119813"/>
          <p14:tracePt t="28069" x="9075738" y="6119813"/>
          <p14:tracePt t="28076" x="9150350" y="6069013"/>
          <p14:tracePt t="28086" x="9188450" y="6032500"/>
          <p14:tracePt t="28092" x="9263063" y="5945188"/>
          <p14:tracePt t="28102" x="9301163" y="5907088"/>
          <p14:tracePt t="28108" x="9301163" y="5868988"/>
          <p14:tracePt t="28118" x="9301163" y="5832475"/>
          <p14:tracePt t="28124" x="9312275" y="5819775"/>
          <p14:tracePt t="28134" x="9312275" y="5768975"/>
          <p14:tracePt t="28141" x="9350375" y="5668963"/>
          <p14:tracePt t="28150" x="9350375" y="5656263"/>
          <p14:tracePt t="28157" x="9350375" y="5643563"/>
          <p14:tracePt t="28165" x="9363075" y="5619750"/>
          <p14:tracePt t="28172" x="9363075" y="5607050"/>
          <p14:tracePt t="28180" x="9363075" y="5581650"/>
          <p14:tracePt t="28189" x="9375775" y="5556250"/>
          <p14:tracePt t="28196" x="9388475" y="5543550"/>
          <p14:tracePt t="28205" x="9401175" y="5530850"/>
          <p14:tracePt t="28212" x="9413875" y="5518150"/>
          <p14:tracePt t="28220" x="9413875" y="5481638"/>
          <p14:tracePt t="28228" x="9437688" y="5443538"/>
          <p14:tracePt t="28236" x="9463088" y="5418138"/>
          <p14:tracePt t="28244" x="9488488" y="5356225"/>
          <p14:tracePt t="28252" x="9501188" y="5343525"/>
          <p14:tracePt t="28260" x="9501188" y="5318125"/>
          <p14:tracePt t="28269" x="9513888" y="5294313"/>
          <p14:tracePt t="28276" x="9563100" y="5218113"/>
          <p14:tracePt t="28286" x="9575800" y="5194300"/>
          <p14:tracePt t="28292" x="9588500" y="5143500"/>
          <p14:tracePt t="28303" x="9613900" y="5081588"/>
          <p14:tracePt t="28308" x="9626600" y="5030788"/>
          <p14:tracePt t="28319" x="9650413" y="5005388"/>
          <p14:tracePt t="28324" x="9663113" y="4968875"/>
          <p14:tracePt t="28333" x="9663113" y="4930775"/>
          <p14:tracePt t="28351" x="9663113" y="4918075"/>
          <p14:tracePt t="28356" x="9675813" y="4892675"/>
          <p14:tracePt t="28367" x="9675813" y="4879975"/>
          <p14:tracePt t="28372" x="9688513" y="4868863"/>
          <p14:tracePt t="28381" x="9701213" y="4843463"/>
          <p14:tracePt t="28388" x="9713913" y="4818063"/>
          <p14:tracePt t="28396" x="9739313" y="4768850"/>
          <p14:tracePt t="28404" x="9739313" y="4756150"/>
          <p14:tracePt t="28412" x="9739313" y="4718050"/>
          <p14:tracePt t="28421" x="9750425" y="4656138"/>
          <p14:tracePt t="28429" x="9750425" y="4643438"/>
          <p14:tracePt t="28444" x="9763125" y="4605338"/>
          <p14:tracePt t="28460" x="9763125" y="4579938"/>
          <p14:tracePt t="28469" x="9763125" y="4567238"/>
          <p14:tracePt t="28485" x="9763125" y="4554538"/>
          <p14:tracePt t="28492" x="9763125" y="4543425"/>
          <p14:tracePt t="28501" x="9763125" y="4530725"/>
          <p14:tracePt t="28540" x="9763125" y="4518025"/>
          <p14:tracePt t="30034" x="9775825" y="4518025"/>
          <p14:tracePt t="30092" x="9775825" y="4505325"/>
          <p14:tracePt t="30148" x="9775825" y="4492625"/>
          <p14:tracePt t="33309" x="9763125" y="4492625"/>
          <p14:tracePt t="33316" x="9750425" y="4492625"/>
          <p14:tracePt t="33332" x="9713913" y="4530725"/>
          <p14:tracePt t="33349" x="9701213" y="4567238"/>
          <p14:tracePt t="33356" x="9688513" y="4605338"/>
          <p14:tracePt t="33364" x="9626600" y="4667250"/>
          <p14:tracePt t="33372" x="9588500" y="4743450"/>
          <p14:tracePt t="33380" x="9575800" y="4768850"/>
          <p14:tracePt t="33389" x="9550400" y="4805363"/>
          <p14:tracePt t="33397" x="9501188" y="4856163"/>
          <p14:tracePt t="33404" x="9475788" y="4879975"/>
          <p14:tracePt t="33413" x="9375775" y="4943475"/>
          <p14:tracePt t="33420" x="9312275" y="4992688"/>
          <p14:tracePt t="33430" x="9288463" y="5018088"/>
          <p14:tracePt t="33436" x="9150350" y="5081588"/>
          <p14:tracePt t="33446" x="9012238" y="5092700"/>
          <p14:tracePt t="33453" x="8863013" y="5130800"/>
          <p14:tracePt t="33463" x="8674100" y="5156200"/>
          <p14:tracePt t="33468" x="8524875" y="5218113"/>
          <p14:tracePt t="33478" x="8386763" y="5230813"/>
          <p14:tracePt t="33485" x="8123238" y="5281613"/>
          <p14:tracePt t="33495" x="7797800" y="5318125"/>
          <p14:tracePt t="33500" x="7246938" y="5507038"/>
          <p14:tracePt t="33509" x="6821488" y="5568950"/>
          <p14:tracePt t="33516" x="6584950" y="5656263"/>
          <p14:tracePt t="33524" x="6034088" y="5856288"/>
          <p14:tracePt t="33532" x="5695950" y="5932488"/>
          <p14:tracePt t="33541" x="5557838" y="5969000"/>
          <p14:tracePt t="33556" x="5357813" y="6019800"/>
          <p14:tracePt t="33565" x="5032375" y="6094413"/>
          <p14:tracePt t="33572" x="4743450" y="6132513"/>
          <p14:tracePt t="33580" x="4343400" y="6194425"/>
          <p14:tracePt t="33589" x="4117975" y="6232525"/>
          <p14:tracePt t="33597" x="3892550" y="6281738"/>
          <p14:tracePt t="33604" x="3541713" y="6294438"/>
          <p14:tracePt t="33613" x="3128963" y="6294438"/>
          <p14:tracePt t="33620" x="2992438" y="6257925"/>
          <p14:tracePt t="33630" x="2716213" y="6169025"/>
          <p14:tracePt t="33636" x="2478088" y="6107113"/>
          <p14:tracePt t="33647" x="2178050" y="6007100"/>
          <p14:tracePt t="33653" x="2014538" y="5919788"/>
          <p14:tracePt t="33662" x="1890713" y="5807075"/>
          <p14:tracePt t="33668" x="1814513" y="5656263"/>
          <p14:tracePt t="33678" x="1714500" y="5418138"/>
          <p14:tracePt t="33684" x="1665288" y="5218113"/>
          <p14:tracePt t="33695" x="1577975" y="4981575"/>
          <p14:tracePt t="33701" x="1565275" y="4792663"/>
          <p14:tracePt t="33709" x="1565275" y="4592638"/>
          <p14:tracePt t="33717" x="1565275" y="4405313"/>
          <p14:tracePt t="33724" x="1565275" y="4241800"/>
          <p14:tracePt t="33732" x="1565275" y="4079875"/>
          <p14:tracePt t="33740" x="1577975" y="3929063"/>
          <p14:tracePt t="33748" x="1601788" y="3792538"/>
          <p14:tracePt t="33756" x="1627188" y="3667125"/>
          <p14:tracePt t="33764" x="1677988" y="3516313"/>
          <p14:tracePt t="33772" x="1727200" y="3390900"/>
          <p14:tracePt t="33780" x="1765300" y="3290888"/>
          <p14:tracePt t="33789" x="1827213" y="3154363"/>
          <p14:tracePt t="33796" x="1878013" y="3054350"/>
          <p14:tracePt t="33804" x="1952625" y="2941638"/>
          <p14:tracePt t="33813" x="2065338" y="2816225"/>
          <p14:tracePt t="33820" x="2139950" y="2703513"/>
          <p14:tracePt t="33830" x="2239963" y="2565400"/>
          <p14:tracePt t="33836" x="2365375" y="2403475"/>
          <p14:tracePt t="33846" x="2541588" y="2178050"/>
          <p14:tracePt t="33853" x="2667000" y="2065338"/>
          <p14:tracePt t="33863" x="2816225" y="1939925"/>
          <p14:tracePt t="33868" x="3016250" y="1814513"/>
          <p14:tracePt t="33879" x="3216275" y="1701800"/>
          <p14:tracePt t="33884" x="3367088" y="1639888"/>
          <p14:tracePt t="33895" x="3467100" y="1552575"/>
          <p14:tracePt t="33901" x="3779838" y="1463675"/>
          <p14:tracePt t="33912" x="4056063" y="1376363"/>
          <p14:tracePt t="33916" x="4418013" y="1201738"/>
          <p14:tracePt t="33925" x="4568825" y="1138238"/>
          <p14:tracePt t="33932" x="4819650" y="1089025"/>
          <p14:tracePt t="33940" x="4856163" y="1050925"/>
          <p14:tracePt t="33948" x="5170488" y="989013"/>
          <p14:tracePt t="33956" x="5319713" y="989013"/>
          <p14:tracePt t="33965" x="5345113" y="976313"/>
          <p14:tracePt t="33973" x="5432425" y="963613"/>
          <p14:tracePt t="33980" x="5583238" y="963613"/>
          <p14:tracePt t="33989" x="5632450" y="963613"/>
          <p14:tracePt t="33996" x="5745163" y="963613"/>
          <p14:tracePt t="34004" x="5895975" y="976313"/>
          <p14:tracePt t="34013" x="6021388" y="1001713"/>
          <p14:tracePt t="34020" x="6170613" y="1063625"/>
          <p14:tracePt t="34029" x="6259513" y="1089025"/>
          <p14:tracePt t="34036" x="6421438" y="1138238"/>
          <p14:tracePt t="34046" x="6559550" y="1214438"/>
          <p14:tracePt t="34052" x="6608763" y="1227138"/>
          <p14:tracePt t="34063" x="6734175" y="1276350"/>
          <p14:tracePt t="34068" x="6834188" y="1339850"/>
          <p14:tracePt t="34079" x="6934200" y="1401763"/>
          <p14:tracePt t="34084" x="7021513" y="1439863"/>
          <p14:tracePt t="34095" x="7059613" y="1463675"/>
          <p14:tracePt t="34101" x="7185025" y="1539875"/>
          <p14:tracePt t="34112" x="7297738" y="1639888"/>
          <p14:tracePt t="34117" x="7410450" y="1727200"/>
          <p14:tracePt t="34125" x="7535863" y="1827213"/>
          <p14:tracePt t="34132" x="7623175" y="1952625"/>
          <p14:tracePt t="34140" x="7710488" y="2078038"/>
          <p14:tracePt t="34148" x="7785100" y="2303463"/>
          <p14:tracePt t="34156" x="7874000" y="2414588"/>
          <p14:tracePt t="34164" x="7948613" y="2603500"/>
          <p14:tracePt t="34172" x="8061325" y="2740025"/>
          <p14:tracePt t="34180" x="8223250" y="2952750"/>
          <p14:tracePt t="34189" x="8335963" y="3216275"/>
          <p14:tracePt t="34196" x="8399463" y="3479800"/>
          <p14:tracePt t="34205" x="8448675" y="3629025"/>
          <p14:tracePt t="34213" x="8486775" y="3754438"/>
          <p14:tracePt t="34220" x="8512175" y="3967163"/>
          <p14:tracePt t="34229" x="8548688" y="4154488"/>
          <p14:tracePt t="34236" x="8586788" y="4330700"/>
          <p14:tracePt t="34246" x="8586788" y="4467225"/>
          <p14:tracePt t="34252" x="8586788" y="4630738"/>
          <p14:tracePt t="34262" x="8586788" y="4743450"/>
          <p14:tracePt t="34268" x="8561388" y="4918075"/>
          <p14:tracePt t="34278" x="8524875" y="5005388"/>
          <p14:tracePt t="34285" x="8499475" y="5056188"/>
          <p14:tracePt t="34295" x="8424863" y="5130800"/>
          <p14:tracePt t="34301" x="8248650" y="5356225"/>
          <p14:tracePt t="34311" x="8161338" y="5481638"/>
          <p14:tracePt t="34316" x="7986713" y="5681663"/>
          <p14:tracePt t="34325" x="7974013" y="5719763"/>
          <p14:tracePt t="34332" x="7861300" y="5807075"/>
          <p14:tracePt t="34341" x="7723188" y="5932488"/>
          <p14:tracePt t="34348" x="7410450" y="6132513"/>
          <p14:tracePt t="34356" x="7223125" y="6232525"/>
          <p14:tracePt t="34364" x="7210425" y="6281738"/>
          <p14:tracePt t="34372" x="7046913" y="6381750"/>
          <p14:tracePt t="34380" x="6934200" y="6483350"/>
          <p14:tracePt t="34388" x="6759575" y="6557963"/>
          <p14:tracePt t="34396" x="6534150" y="6683375"/>
          <p14:tracePt t="34404" x="6496050" y="6683375"/>
          <p14:tracePt t="34413" x="6408738" y="6707188"/>
          <p14:tracePt t="34420" x="6259513" y="6732588"/>
          <p14:tracePt t="34429" x="6146800" y="6807200"/>
          <p14:tracePt t="34541" x="4230688" y="6696075"/>
          <p14:tracePt t="34548" x="3979863" y="6607175"/>
          <p14:tracePt t="34556" x="3817938" y="6494463"/>
          <p14:tracePt t="34564" x="3717925" y="6432550"/>
          <p14:tracePt t="34572" x="3692525" y="6245225"/>
          <p14:tracePt t="34580" x="3592513" y="6132513"/>
          <p14:tracePt t="34588" x="3541713" y="5945188"/>
          <p14:tracePt t="34596" x="3479800" y="5781675"/>
          <p14:tracePt t="34604" x="3441700" y="5630863"/>
          <p14:tracePt t="34613" x="3441700" y="5407025"/>
          <p14:tracePt t="34620" x="3441700" y="5092700"/>
          <p14:tracePt t="34629" x="3441700" y="4830763"/>
          <p14:tracePt t="34636" x="3441700" y="4679950"/>
          <p14:tracePt t="34645" x="3441700" y="4479925"/>
          <p14:tracePt t="34653" x="3441700" y="4267200"/>
          <p14:tracePt t="34662" x="3441700" y="4067175"/>
          <p14:tracePt t="34668" x="3441700" y="3792538"/>
          <p14:tracePt t="34679" x="3441700" y="3541713"/>
          <p14:tracePt t="34684" x="3541713" y="3341688"/>
          <p14:tracePt t="34695" x="3605213" y="3203575"/>
          <p14:tracePt t="34700" x="3679825" y="3065463"/>
          <p14:tracePt t="34711" x="3779838" y="2903538"/>
          <p14:tracePt t="34716" x="3968750" y="2690813"/>
          <p14:tracePt t="34728" x="4092575" y="2516188"/>
          <p14:tracePt t="34732" x="4168775" y="2414588"/>
          <p14:tracePt t="34741" x="4318000" y="2227263"/>
          <p14:tracePt t="34748" x="4443413" y="2127250"/>
          <p14:tracePt t="34756" x="4594225" y="2001838"/>
          <p14:tracePt t="34765" x="4768850" y="1852613"/>
          <p14:tracePt t="34772" x="4819650" y="1789113"/>
          <p14:tracePt t="34780" x="4881563" y="1689100"/>
          <p14:tracePt t="34788" x="5045075" y="1614488"/>
          <p14:tracePt t="34796" x="5145088" y="1552575"/>
          <p14:tracePt t="34804" x="5257800" y="1489075"/>
          <p14:tracePt t="34813" x="5383213" y="1450975"/>
          <p14:tracePt t="34820" x="5407025" y="1427163"/>
          <p14:tracePt t="34829" x="5483225" y="1427163"/>
          <p14:tracePt t="34836" x="5583238" y="1427163"/>
          <p14:tracePt t="34845" x="5645150" y="1427163"/>
          <p14:tracePt t="34853" x="5732463" y="1427163"/>
          <p14:tracePt t="34862" x="5770563" y="1427163"/>
          <p14:tracePt t="34868" x="5870575" y="1427163"/>
          <p14:tracePt t="34878" x="5995988" y="1450975"/>
          <p14:tracePt t="34894" x="6221413" y="1539875"/>
          <p14:tracePt t="34900" x="6346825" y="1589088"/>
          <p14:tracePt t="34912" x="6472238" y="1676400"/>
          <p14:tracePt t="34917" x="6634163" y="1765300"/>
          <p14:tracePt t="34926" x="6772275" y="1865313"/>
          <p14:tracePt t="34932" x="6959600" y="1965325"/>
          <p14:tracePt t="34940" x="7235825" y="2078038"/>
          <p14:tracePt t="34948" x="7397750" y="2214563"/>
          <p14:tracePt t="34957" x="7585075" y="2314575"/>
          <p14:tracePt t="34964" x="7723188" y="2403475"/>
          <p14:tracePt t="34972" x="7861300" y="2503488"/>
          <p14:tracePt t="34980" x="8099425" y="2590800"/>
          <p14:tracePt t="34988" x="8199438" y="2678113"/>
          <p14:tracePt t="34996" x="8312150" y="2728913"/>
          <p14:tracePt t="35004" x="8412163" y="2803525"/>
          <p14:tracePt t="35012" x="8435975" y="2852738"/>
          <p14:tracePt t="35020" x="8461375" y="2890838"/>
          <p14:tracePt t="35028" x="8537575" y="3003550"/>
          <p14:tracePt t="35036" x="8586788" y="3054350"/>
          <p14:tracePt t="35045" x="8637588" y="3154363"/>
          <p14:tracePt t="35053" x="8661400" y="3254375"/>
          <p14:tracePt t="35062" x="8699500" y="3367088"/>
          <p14:tracePt t="35069" x="8786813" y="3454400"/>
          <p14:tracePt t="35078" x="8874125" y="3590925"/>
          <p14:tracePt t="35084" x="8874125" y="3679825"/>
          <p14:tracePt t="35095" x="8950325" y="3816350"/>
          <p14:tracePt t="35100" x="8963025" y="3892550"/>
          <p14:tracePt t="35110" x="8999538" y="4017963"/>
          <p14:tracePt t="35116" x="9024938" y="4067175"/>
          <p14:tracePt t="35127" x="9050338" y="4141788"/>
          <p14:tracePt t="35132" x="9050338" y="4241800"/>
          <p14:tracePt t="35143" x="9050338" y="4330700"/>
          <p14:tracePt t="35148" x="9050338" y="4430713"/>
          <p14:tracePt t="35157" x="9024938" y="4518025"/>
          <p14:tracePt t="35165" x="9012238" y="4605338"/>
          <p14:tracePt t="35173" x="8963025" y="4692650"/>
          <p14:tracePt t="35180" x="8937625" y="4768850"/>
          <p14:tracePt t="35188" x="8912225" y="4818063"/>
          <p14:tracePt t="35197" x="8799513" y="4930775"/>
          <p14:tracePt t="35205" x="8699500" y="5043488"/>
          <p14:tracePt t="35213" x="8612188" y="5130800"/>
          <p14:tracePt t="35220" x="8486775" y="5230813"/>
          <p14:tracePt t="35229" x="8299450" y="5343525"/>
          <p14:tracePt t="35236" x="7999413" y="5518150"/>
          <p14:tracePt t="35245" x="7648575" y="5668963"/>
          <p14:tracePt t="35253" x="7561263" y="5707063"/>
          <p14:tracePt t="35262" x="7435850" y="5743575"/>
          <p14:tracePt t="35268" x="7285038" y="5807075"/>
          <p14:tracePt t="35278" x="7134225" y="5843588"/>
          <p14:tracePt t="35284" x="7010400" y="5881688"/>
          <p14:tracePt t="35295" x="6834188" y="5894388"/>
          <p14:tracePt t="35300" x="6596063" y="5907088"/>
          <p14:tracePt t="35311" x="6584950" y="5907088"/>
          <p14:tracePt t="35316" x="6559550" y="5894388"/>
          <p14:tracePt t="35328" x="6472238" y="5894388"/>
          <p14:tracePt t="35332" x="6446838" y="5881688"/>
          <p14:tracePt t="35343" x="6308725" y="5881688"/>
          <p14:tracePt t="35348" x="6221413" y="5868988"/>
          <p14:tracePt t="35357" x="6170613" y="5843588"/>
          <p14:tracePt t="35364" x="6034088" y="5832475"/>
          <p14:tracePt t="35372" x="5921375" y="5807075"/>
          <p14:tracePt t="35380" x="5808663" y="5756275"/>
          <p14:tracePt t="35388" x="5795963" y="5743575"/>
          <p14:tracePt t="35396" x="5695950" y="5719763"/>
          <p14:tracePt t="35405" x="5607050" y="5643563"/>
          <p14:tracePt t="35412" x="5545138" y="5530850"/>
          <p14:tracePt t="35420" x="5470525" y="5443538"/>
          <p14:tracePt t="35428" x="5432425" y="5218113"/>
          <p14:tracePt t="35436" x="5394325" y="5030788"/>
          <p14:tracePt t="35444" x="5394325" y="4856163"/>
          <p14:tracePt t="35452" x="5394325" y="4667250"/>
          <p14:tracePt t="35461" x="5394325" y="4530725"/>
          <p14:tracePt t="35468" x="5394325" y="4418013"/>
          <p14:tracePt t="35477" x="5394325" y="4292600"/>
          <p14:tracePt t="35484" x="5407025" y="4179888"/>
          <p14:tracePt t="35494" x="5419725" y="4067175"/>
          <p14:tracePt t="35500" x="5432425" y="3941763"/>
          <p14:tracePt t="35511" x="5445125" y="3854450"/>
          <p14:tracePt t="35516" x="5483225" y="3754438"/>
          <p14:tracePt t="35527" x="5507038" y="3667125"/>
          <p14:tracePt t="35532" x="5619750" y="3529013"/>
          <p14:tracePt t="35543" x="5645150" y="3441700"/>
          <p14:tracePt t="35548" x="5695950" y="3367088"/>
          <p14:tracePt t="35557" x="5732463" y="3254375"/>
          <p14:tracePt t="35565" x="5832475" y="3141663"/>
          <p14:tracePt t="35572" x="5845175" y="3128963"/>
          <p14:tracePt t="35580" x="5883275" y="3078163"/>
          <p14:tracePt t="35588" x="5945188" y="3016250"/>
          <p14:tracePt t="35596" x="5983288" y="2965450"/>
          <p14:tracePt t="35605" x="6034088" y="2928938"/>
          <p14:tracePt t="35612" x="6057900" y="2890838"/>
          <p14:tracePt t="35620" x="6096000" y="2852738"/>
          <p14:tracePt t="35628" x="6096000" y="2840038"/>
          <p14:tracePt t="35636" x="6134100" y="2816225"/>
          <p14:tracePt t="35644" x="6170613" y="2790825"/>
          <p14:tracePt t="35652" x="6208713" y="2765425"/>
          <p14:tracePt t="35662" x="6246813" y="2740025"/>
          <p14:tracePt t="35668" x="6296025" y="2716213"/>
          <p14:tracePt t="35677" x="6321425" y="2690813"/>
          <p14:tracePt t="35685" x="6334125" y="2678113"/>
          <p14:tracePt t="35694" x="6359525" y="2665413"/>
          <p14:tracePt t="35700" x="6396038" y="2665413"/>
          <p14:tracePt t="35711" x="6408738" y="2665413"/>
          <p14:tracePt t="36141" x="6396038" y="2665413"/>
          <p14:tracePt t="36149" x="6383338" y="2665413"/>
          <p14:tracePt t="36164" x="6370638" y="2665413"/>
          <p14:tracePt t="36173" x="6346825" y="2665413"/>
          <p14:tracePt t="36180" x="6321425" y="2665413"/>
          <p14:tracePt t="36188" x="6296025" y="2665413"/>
          <p14:tracePt t="36196" x="6283325" y="2665413"/>
          <p14:tracePt t="36205" x="6259513" y="2665413"/>
          <p14:tracePt t="36221" x="6246813" y="2665413"/>
          <p14:tracePt t="36236" x="6234113" y="2665413"/>
          <p14:tracePt t="36284" x="6221413" y="2665413"/>
          <p14:tracePt t="36317" x="6208713" y="2665413"/>
          <p14:tracePt t="36327" x="6146800" y="2627313"/>
          <p14:tracePt t="36332" x="6083300" y="2603500"/>
          <p14:tracePt t="36342" x="6045200" y="2578100"/>
          <p14:tracePt t="36349" x="6021388" y="2552700"/>
          <p14:tracePt t="36358" x="5970588" y="2527300"/>
          <p14:tracePt t="36364" x="5895975" y="2465388"/>
          <p14:tracePt t="36375" x="5832475" y="2439988"/>
          <p14:tracePt t="36380" x="5783263" y="2403475"/>
          <p14:tracePt t="36389" x="5719763" y="2365375"/>
          <p14:tracePt t="36396" x="5645150" y="2314575"/>
          <p14:tracePt t="36404" x="5557838" y="2265363"/>
          <p14:tracePt t="36412" x="5457825" y="2190750"/>
          <p14:tracePt t="36420" x="5419725" y="2114550"/>
          <p14:tracePt t="36428" x="5394325" y="2065338"/>
          <p14:tracePt t="36436" x="5294313" y="1939925"/>
          <p14:tracePt t="36444" x="5219700" y="1876425"/>
          <p14:tracePt t="36452" x="5119688" y="1801813"/>
          <p14:tracePt t="36461" x="5045075" y="1739900"/>
          <p14:tracePt t="36468" x="4994275" y="1676400"/>
          <p14:tracePt t="36478" x="4981575" y="1639888"/>
          <p14:tracePt t="36484" x="4956175" y="1601788"/>
          <p14:tracePt t="36493" x="4945063" y="1589088"/>
          <p14:tracePt t="36500" x="4945063" y="1552575"/>
          <p14:tracePt t="36511" x="4945063" y="1527175"/>
          <p14:tracePt t="36516" x="4945063" y="1489075"/>
          <p14:tracePt t="36527" x="4945063" y="1463675"/>
          <p14:tracePt t="36532" x="4945063" y="1414463"/>
          <p14:tracePt t="36543" x="4981575" y="1350963"/>
          <p14:tracePt t="36549" x="5045075" y="1289050"/>
          <p14:tracePt t="36560" x="5106988" y="1263650"/>
          <p14:tracePt t="36564" x="5157788" y="1227138"/>
          <p14:tracePt t="36575" x="5257800" y="1214438"/>
          <p14:tracePt t="36580" x="5432425" y="1189038"/>
          <p14:tracePt t="36589" x="5619750" y="1125538"/>
          <p14:tracePt t="36597" x="5932488" y="1050925"/>
          <p14:tracePt t="36604" x="6021388" y="1038225"/>
          <p14:tracePt t="36612" x="6370638" y="1025525"/>
          <p14:tracePt t="36621" x="6834188" y="938213"/>
          <p14:tracePt t="36628" x="7410450" y="812800"/>
          <p14:tracePt t="36636" x="7835900" y="750888"/>
          <p14:tracePt t="36645" x="8110538" y="663575"/>
          <p14:tracePt t="36652" x="8486775" y="550863"/>
          <p14:tracePt t="36660" x="8561388" y="525463"/>
          <p14:tracePt t="36668" x="8950325" y="450850"/>
          <p14:tracePt t="36676" x="9288463" y="450850"/>
          <p14:tracePt t="36684" x="9563100" y="350838"/>
          <p14:tracePt t="36693" x="9675813" y="300038"/>
          <p14:tracePt t="36700" x="9888538" y="274638"/>
          <p14:tracePt t="36710" x="10052050" y="225425"/>
          <p14:tracePt t="36716" x="10126663" y="212725"/>
          <p14:tracePt t="36726" x="10177463" y="212725"/>
          <p14:tracePt t="36732" x="10277475" y="161925"/>
          <p14:tracePt t="36742" x="10313988" y="150813"/>
          <p14:tracePt t="36748" x="10377488" y="112713"/>
          <p14:tracePt t="36759" x="10390188" y="100013"/>
          <p14:tracePt t="36764" x="10426700" y="87313"/>
          <p14:tracePt t="36775" x="10464800" y="74613"/>
          <p14:tracePt t="36780" x="10490200" y="50800"/>
          <p14:tracePt t="36789" x="10502900" y="50800"/>
          <p14:tracePt t="36805" x="10552113" y="50800"/>
          <p14:tracePt t="36813" x="10552113" y="38100"/>
          <p14:tracePt t="36820" x="10577513" y="25400"/>
          <p14:tracePt t="36828" x="10590213" y="12700"/>
          <p14:tracePt t="37053" x="10539413" y="61913"/>
          <p14:tracePt t="37060" x="10477500" y="100013"/>
          <p14:tracePt t="37068" x="10452100" y="125413"/>
          <p14:tracePt t="37076" x="10439400" y="150813"/>
          <p14:tracePt t="37084" x="10414000" y="174625"/>
          <p14:tracePt t="37092" x="10377488" y="225425"/>
          <p14:tracePt t="37100" x="10339388" y="287338"/>
          <p14:tracePt t="37110" x="10326688" y="300038"/>
          <p14:tracePt t="37116" x="10313988" y="338138"/>
          <p14:tracePt t="37126" x="10264775" y="374650"/>
          <p14:tracePt t="37142" x="10264775" y="412750"/>
          <p14:tracePt t="37148" x="10226675" y="450850"/>
          <p14:tracePt t="37159" x="10226675" y="476250"/>
          <p14:tracePt t="37164" x="10213975" y="512763"/>
          <p14:tracePt t="37175" x="10213975" y="538163"/>
          <p14:tracePt t="37180" x="10177463" y="588963"/>
          <p14:tracePt t="37191" x="10152063" y="638175"/>
          <p14:tracePt t="37196" x="10101263" y="676275"/>
          <p14:tracePt t="37205" x="10052050" y="738188"/>
          <p14:tracePt t="37213" x="10026650" y="776288"/>
          <p14:tracePt t="37221" x="9988550" y="838200"/>
          <p14:tracePt t="37229" x="9939338" y="912813"/>
          <p14:tracePt t="37236" x="9888538" y="976313"/>
          <p14:tracePt t="37244" x="9875838" y="1014413"/>
          <p14:tracePt t="37252" x="9839325" y="1089025"/>
          <p14:tracePt t="37260" x="9763125" y="1201738"/>
          <p14:tracePt t="37268" x="9739313" y="1289050"/>
          <p14:tracePt t="37276" x="9675813" y="1350963"/>
          <p14:tracePt t="37284" x="9650413" y="1389063"/>
          <p14:tracePt t="37292" x="9575800" y="1463675"/>
          <p14:tracePt t="37300" x="9501188" y="1563688"/>
          <p14:tracePt t="37310" x="9413875" y="1663700"/>
          <p14:tracePt t="37316" x="9312275" y="1765300"/>
          <p14:tracePt t="37327" x="9250363" y="1889125"/>
          <p14:tracePt t="37332" x="9188450" y="1978025"/>
          <p14:tracePt t="37342" x="9137650" y="2078038"/>
          <p14:tracePt t="37348" x="9075738" y="2178050"/>
          <p14:tracePt t="37358" x="8950325" y="2327275"/>
          <p14:tracePt t="37364" x="8837613" y="2414588"/>
          <p14:tracePt t="37375" x="8724900" y="2527300"/>
          <p14:tracePt t="37380" x="8637588" y="2603500"/>
          <p14:tracePt t="37391" x="8486775" y="2678113"/>
          <p14:tracePt t="37396" x="8348663" y="2816225"/>
          <p14:tracePt t="37405" x="8186738" y="2878138"/>
          <p14:tracePt t="37412" x="8135938" y="2903538"/>
          <p14:tracePt t="37421" x="8010525" y="2965450"/>
          <p14:tracePt t="37428" x="7835900" y="3016250"/>
          <p14:tracePt t="37436" x="7685088" y="3078163"/>
          <p14:tracePt t="37444" x="7485063" y="3078163"/>
          <p14:tracePt t="37453" x="7110413" y="3078163"/>
          <p14:tracePt t="37461" x="6834188" y="3003550"/>
          <p14:tracePt t="37468" x="6370638" y="2965450"/>
          <p14:tracePt t="37476" x="6045200" y="2778125"/>
          <p14:tracePt t="37484" x="5383213" y="2678113"/>
          <p14:tracePt t="37492" x="4906963" y="2516188"/>
          <p14:tracePt t="37500" x="4256088" y="2314575"/>
          <p14:tracePt t="37509" x="3979863" y="2227263"/>
          <p14:tracePt t="37516" x="3692525" y="2089150"/>
          <p14:tracePt t="37526" x="3216275" y="1952625"/>
          <p14:tracePt t="37532" x="2754313" y="1752600"/>
          <p14:tracePt t="37542" x="2316163" y="1639888"/>
          <p14:tracePt t="37548" x="2027238" y="1476375"/>
          <p14:tracePt t="37558" x="1839913" y="1401763"/>
          <p14:tracePt t="37565" x="1714500" y="1363663"/>
          <p14:tracePt t="37575" x="1639888" y="1301750"/>
          <p14:tracePt t="37580" x="1577975" y="1250950"/>
          <p14:tracePt t="37591" x="1514475" y="1189038"/>
          <p14:tracePt t="37596" x="1501775" y="1150938"/>
          <p14:tracePt t="37608" x="1465263" y="1089025"/>
          <p14:tracePt t="37613" x="1452563" y="1038225"/>
          <p14:tracePt t="37621" x="1427163" y="963613"/>
          <p14:tracePt t="37628" x="1389063" y="901700"/>
          <p14:tracePt t="37636" x="1376363" y="801688"/>
          <p14:tracePt t="37645" x="1363663" y="738188"/>
          <p14:tracePt t="37653" x="1352550" y="676275"/>
          <p14:tracePt t="37660" x="1339850" y="612775"/>
          <p14:tracePt t="37668" x="1327150" y="525463"/>
          <p14:tracePt t="37676" x="1327150" y="450850"/>
          <p14:tracePt t="37685" x="1314450" y="363538"/>
          <p14:tracePt t="37692" x="1289050" y="312738"/>
          <p14:tracePt t="37700" x="1276350" y="225425"/>
          <p14:tracePt t="37709" x="1263650" y="150813"/>
          <p14:tracePt t="37716" x="1252538" y="100013"/>
          <p14:tracePt t="37726" x="1227138" y="1270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Technical Microeconomic Definition of the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007436" cy="486612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72" y="2036618"/>
            <a:ext cx="11337053" cy="44473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7577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8721">
        <p14:prism/>
      </p:transition>
    </mc:Choice>
    <mc:Fallback xmlns="">
      <p:transition spd="slow" advTm="30872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>
    <p:ext uri="{3A86A75C-4F4B-4683-9AE1-C65F6400EC91}">
      <p14:laserTraceLst xmlns:p14="http://schemas.microsoft.com/office/powerpoint/2010/main">
        <p14:tracePtLst>
          <p14:tracePt t="6088" x="9637713" y="5118100"/>
          <p14:tracePt t="6095" x="9613900" y="5118100"/>
          <p14:tracePt t="6104" x="9563100" y="5105400"/>
          <p14:tracePt t="6111" x="9375775" y="4956175"/>
          <p14:tracePt t="6119" x="8963025" y="4856163"/>
          <p14:tracePt t="6127" x="8724900" y="4705350"/>
          <p14:tracePt t="6135" x="8612188" y="4643438"/>
          <p14:tracePt t="6143" x="8548688" y="4605338"/>
          <p14:tracePt t="6151" x="8524875" y="4605338"/>
          <p14:tracePt t="6159" x="8461375" y="4554538"/>
          <p14:tracePt t="6166" x="8412163" y="4505325"/>
          <p14:tracePt t="6175" x="8348663" y="4467225"/>
          <p14:tracePt t="6183" x="8299450" y="4430713"/>
          <p14:tracePt t="6191" x="8223250" y="4392613"/>
          <p14:tracePt t="6199" x="8186738" y="4367213"/>
          <p14:tracePt t="6207" x="8148638" y="4354513"/>
          <p14:tracePt t="6215" x="8110538" y="4318000"/>
          <p14:tracePt t="6223" x="8099425" y="4305300"/>
          <p14:tracePt t="6231" x="8023225" y="4267200"/>
          <p14:tracePt t="6239" x="7923213" y="4230688"/>
          <p14:tracePt t="6247" x="7886700" y="4217988"/>
          <p14:tracePt t="6256" x="7810500" y="4192588"/>
          <p14:tracePt t="6263" x="7748588" y="4167188"/>
          <p14:tracePt t="6272" x="7673975" y="4129088"/>
          <p14:tracePt t="6279" x="7661275" y="4117975"/>
          <p14:tracePt t="6287" x="7610475" y="4092575"/>
          <p14:tracePt t="6295" x="7561263" y="4067175"/>
          <p14:tracePt t="6305" x="7472363" y="4054475"/>
          <p14:tracePt t="6311" x="7459663" y="4054475"/>
          <p14:tracePt t="8407" x="7410450" y="4054475"/>
          <p14:tracePt t="8439" x="7359650" y="4054475"/>
          <p14:tracePt t="8447" x="7285038" y="4067175"/>
          <p14:tracePt t="8456" x="7272338" y="4067175"/>
          <p14:tracePt t="8463" x="7246938" y="4067175"/>
          <p14:tracePt t="8472" x="7223125" y="4079875"/>
          <p14:tracePt t="8489" x="7197725" y="4105275"/>
          <p14:tracePt t="8504" x="7185025" y="4105275"/>
          <p14:tracePt t="8511" x="7159625" y="4105275"/>
          <p14:tracePt t="8520" x="7072313" y="4105275"/>
          <p14:tracePt t="8527" x="7021513" y="4105275"/>
          <p14:tracePt t="8537" x="6872288" y="4105275"/>
          <p14:tracePt t="8543" x="6759575" y="4105275"/>
          <p14:tracePt t="8554" x="6672263" y="4105275"/>
          <p14:tracePt t="8559" x="6559550" y="4105275"/>
          <p14:tracePt t="8571" x="6459538" y="4105275"/>
          <p14:tracePt t="8575" x="6383338" y="4105275"/>
          <p14:tracePt t="8583" x="6334125" y="4105275"/>
          <p14:tracePt t="8591" x="6270625" y="4105275"/>
          <p14:tracePt t="8599" x="6234113" y="4105275"/>
          <p14:tracePt t="8607" x="6157913" y="4105275"/>
          <p14:tracePt t="8615" x="6057900" y="4105275"/>
          <p14:tracePt t="8623" x="5970588" y="4105275"/>
          <p14:tracePt t="8631" x="5932488" y="4105275"/>
          <p14:tracePt t="8639" x="5870575" y="4105275"/>
          <p14:tracePt t="8647" x="5808663" y="4105275"/>
          <p14:tracePt t="8655" x="5719763" y="4105275"/>
          <p14:tracePt t="8663" x="5619750" y="4105275"/>
          <p14:tracePt t="8672" x="5519738" y="4105275"/>
          <p14:tracePt t="8679" x="5370513" y="4105275"/>
          <p14:tracePt t="8688" x="5232400" y="4105275"/>
          <p14:tracePt t="8695" x="5006975" y="4105275"/>
          <p14:tracePt t="8705" x="4630738" y="4129088"/>
          <p14:tracePt t="8711" x="4205288" y="4141788"/>
          <p14:tracePt t="8720" x="3756025" y="4217988"/>
          <p14:tracePt t="8727" x="3179763" y="4217988"/>
          <p14:tracePt t="8737" x="2478088" y="4341813"/>
          <p14:tracePt t="8743" x="1865313" y="4367213"/>
          <p14:tracePt t="8753" x="1439863" y="4405313"/>
          <p14:tracePt t="8759" x="814388" y="4530725"/>
          <p14:tracePt t="8771" x="212725" y="4592638"/>
          <p14:tracePt t="9207" x="563563" y="5643563"/>
          <p14:tracePt t="9215" x="963613" y="5643563"/>
          <p14:tracePt t="9223" x="1276350" y="5643563"/>
          <p14:tracePt t="9231" x="1677988" y="5643563"/>
          <p14:tracePt t="9239" x="1990725" y="5643563"/>
          <p14:tracePt t="9247" x="2228850" y="5643563"/>
          <p14:tracePt t="9255" x="2441575" y="5643563"/>
          <p14:tracePt t="9263" x="2603500" y="5643563"/>
          <p14:tracePt t="9270" x="2716213" y="5630863"/>
          <p14:tracePt t="9279" x="2778125" y="5607050"/>
          <p14:tracePt t="9287" x="2867025" y="5568950"/>
          <p14:tracePt t="9295" x="2916238" y="5543550"/>
          <p14:tracePt t="9304" x="2992438" y="5507038"/>
          <p14:tracePt t="9311" x="3028950" y="5494338"/>
          <p14:tracePt t="9321" x="3092450" y="5456238"/>
          <p14:tracePt t="9327" x="3116263" y="5456238"/>
          <p14:tracePt t="9337" x="3179763" y="5430838"/>
          <p14:tracePt t="9343" x="3205163" y="5407025"/>
          <p14:tracePt t="9354" x="3216275" y="5407025"/>
          <p14:tracePt t="9359" x="3254375" y="5381625"/>
          <p14:tracePt t="9370" x="3305175" y="5381625"/>
          <p14:tracePt t="9375" x="3367088" y="5356225"/>
          <p14:tracePt t="9387" x="3441700" y="5330825"/>
          <p14:tracePt t="9391" x="3605213" y="5294313"/>
          <p14:tracePt t="9399" x="3743325" y="5268913"/>
          <p14:tracePt t="9407" x="3992563" y="5181600"/>
          <p14:tracePt t="9415" x="4156075" y="5143500"/>
          <p14:tracePt t="9423" x="4318000" y="5105400"/>
          <p14:tracePt t="9431" x="4468813" y="5043488"/>
          <p14:tracePt t="9439" x="4606925" y="4968875"/>
          <p14:tracePt t="9447" x="4806950" y="4892675"/>
          <p14:tracePt t="9455" x="4894263" y="4830763"/>
          <p14:tracePt t="9463" x="5068888" y="4705350"/>
          <p14:tracePt t="9471" x="5194300" y="4643438"/>
          <p14:tracePt t="9479" x="5332413" y="4554538"/>
          <p14:tracePt t="9487" x="5407025" y="4505325"/>
          <p14:tracePt t="9503" x="5445125" y="4454525"/>
          <p14:tracePt t="9511" x="5483225" y="4454525"/>
          <p14:tracePt t="9520" x="5483225" y="4443413"/>
          <p14:tracePt t="9536" x="5495925" y="4443413"/>
          <p14:tracePt t="9590" x="5507038" y="4443413"/>
          <p14:tracePt t="9599" x="5519738" y="4443413"/>
          <p14:tracePt t="9607" x="5532438" y="4443413"/>
          <p14:tracePt t="9615" x="5545138" y="4443413"/>
          <p14:tracePt t="9631" x="5557838" y="4443413"/>
          <p14:tracePt t="9647" x="5570538" y="4443413"/>
          <p14:tracePt t="9671" x="5583238" y="4454525"/>
          <p14:tracePt t="9695" x="5583238" y="4467225"/>
          <p14:tracePt t="9703" x="5583238" y="4479925"/>
          <p14:tracePt t="9719" x="5583238" y="4492625"/>
          <p14:tracePt t="9727" x="5595938" y="4505325"/>
          <p14:tracePt t="9736" x="5595938" y="4518025"/>
          <p14:tracePt t="9784" x="5595938" y="4530725"/>
          <p14:tracePt t="9839" x="5595938" y="4554538"/>
          <p14:tracePt t="9887" x="5595938" y="4567238"/>
          <p14:tracePt t="9951" x="5595938" y="4592638"/>
          <p14:tracePt t="9975" x="5583238" y="4618038"/>
          <p14:tracePt t="9983" x="5570538" y="4643438"/>
          <p14:tracePt t="9991" x="5557838" y="4667250"/>
          <p14:tracePt t="9999" x="5545138" y="4692650"/>
          <p14:tracePt t="10007" x="5507038" y="4730750"/>
          <p14:tracePt t="10015" x="5495925" y="4756150"/>
          <p14:tracePt t="10023" x="5495925" y="4768850"/>
          <p14:tracePt t="10031" x="5483225" y="4792663"/>
          <p14:tracePt t="10053" x="5419725" y="4856163"/>
          <p14:tracePt t="10055" x="5394325" y="4879975"/>
          <p14:tracePt t="10063" x="5383213" y="4905375"/>
          <p14:tracePt t="10071" x="5345113" y="4956175"/>
          <p14:tracePt t="10079" x="5307013" y="4981575"/>
          <p14:tracePt t="10087" x="5294313" y="5005388"/>
          <p14:tracePt t="10095" x="5270500" y="5030788"/>
          <p14:tracePt t="10111" x="5245100" y="5056188"/>
          <p14:tracePt t="10120" x="5245100" y="5068888"/>
          <p14:tracePt t="10127" x="5219700" y="5081588"/>
          <p14:tracePt t="10143" x="5207000" y="5092700"/>
          <p14:tracePt t="10159" x="5207000" y="5105400"/>
          <p14:tracePt t="10168" x="5194300" y="5118100"/>
          <p14:tracePt t="10175" x="5181600" y="5118100"/>
          <p14:tracePt t="10185" x="5170488" y="5143500"/>
          <p14:tracePt t="10191" x="5170488" y="5156200"/>
          <p14:tracePt t="10199" x="5132388" y="5194300"/>
          <p14:tracePt t="10207" x="5068888" y="5256213"/>
          <p14:tracePt t="10215" x="5019675" y="5268913"/>
          <p14:tracePt t="10223" x="4956175" y="5268913"/>
          <p14:tracePt t="10231" x="4906963" y="5268913"/>
          <p14:tracePt t="10239" x="4843463" y="5268913"/>
          <p14:tracePt t="10399" x="4832350" y="5268913"/>
          <p14:tracePt t="10407" x="4806950" y="5268913"/>
          <p14:tracePt t="10415" x="4781550" y="5268913"/>
          <p14:tracePt t="10423" x="4768850" y="5256213"/>
          <p14:tracePt t="10439" x="4768850" y="5243513"/>
          <p14:tracePt t="10447" x="4768850" y="5218113"/>
          <p14:tracePt t="10567" x="4794250" y="5243513"/>
          <p14:tracePt t="10575" x="4843463" y="5330825"/>
          <p14:tracePt t="10585" x="4906963" y="5407025"/>
          <p14:tracePt t="10591" x="4968875" y="5468938"/>
          <p14:tracePt t="10601" x="4994275" y="5507038"/>
          <p14:tracePt t="10607" x="5045075" y="5568950"/>
          <p14:tracePt t="10618" x="5132388" y="5630863"/>
          <p14:tracePt t="10623" x="5170488" y="5656263"/>
          <p14:tracePt t="10631" x="5245100" y="5707063"/>
          <p14:tracePt t="10639" x="5281613" y="5732463"/>
          <p14:tracePt t="10647" x="5319713" y="5743575"/>
          <p14:tracePt t="10655" x="5370513" y="5768975"/>
          <p14:tracePt t="10663" x="5394325" y="5794375"/>
          <p14:tracePt t="10671" x="5419725" y="5819775"/>
          <p14:tracePt t="10679" x="5470525" y="5843588"/>
          <p14:tracePt t="10687" x="5470525" y="5856288"/>
          <p14:tracePt t="10695" x="5507038" y="5868988"/>
          <p14:tracePt t="10703" x="5532438" y="5868988"/>
          <p14:tracePt t="10711" x="5545138" y="5881688"/>
          <p14:tracePt t="10719" x="5583238" y="5894388"/>
          <p14:tracePt t="10727" x="5595938" y="5894388"/>
          <p14:tracePt t="10735" x="5619750" y="5894388"/>
          <p14:tracePt t="10743" x="5632450" y="5894388"/>
          <p14:tracePt t="10752" x="5632450" y="5907088"/>
          <p14:tracePt t="10983" x="5570538" y="5907088"/>
          <p14:tracePt t="10991" x="5432425" y="5907088"/>
          <p14:tracePt t="11001" x="5257800" y="5907088"/>
          <p14:tracePt t="11007" x="5119688" y="5907088"/>
          <p14:tracePt t="11016" x="4743450" y="5907088"/>
          <p14:tracePt t="11023" x="4406900" y="5807075"/>
          <p14:tracePt t="11033" x="4005263" y="5719763"/>
          <p14:tracePt t="11039" x="3692525" y="5643563"/>
          <p14:tracePt t="11053" x="3405188" y="5607050"/>
          <p14:tracePt t="11055" x="3116263" y="5543550"/>
          <p14:tracePt t="11063" x="2916238" y="5518150"/>
          <p14:tracePt t="11071" x="2767013" y="5481638"/>
          <p14:tracePt t="11079" x="2654300" y="5407025"/>
          <p14:tracePt t="11087" x="2565400" y="5356225"/>
          <p14:tracePt t="11095" x="2490788" y="5330825"/>
          <p14:tracePt t="11103" x="2465388" y="5305425"/>
          <p14:tracePt t="11111" x="2378075" y="5281613"/>
          <p14:tracePt t="11119" x="2303463" y="5230813"/>
          <p14:tracePt t="11127" x="2290763" y="5218113"/>
          <p14:tracePt t="11135" x="2239963" y="5181600"/>
          <p14:tracePt t="11143" x="2152650" y="5156200"/>
          <p14:tracePt t="11152" x="2065338" y="5118100"/>
          <p14:tracePt t="11159" x="1990725" y="5068888"/>
          <p14:tracePt t="11168" x="1965325" y="5056188"/>
          <p14:tracePt t="11175" x="1903413" y="5043488"/>
          <p14:tracePt t="11184" x="1839913" y="5005388"/>
          <p14:tracePt t="11191" x="1790700" y="4981575"/>
          <p14:tracePt t="11200" x="1739900" y="4943475"/>
          <p14:tracePt t="11207" x="1714500" y="4943475"/>
          <p14:tracePt t="11217" x="1689100" y="4930775"/>
          <p14:tracePt t="11223" x="1665288" y="4905375"/>
          <p14:tracePt t="11239" x="1639888" y="4892675"/>
          <p14:tracePt t="11255" x="1601788" y="4856163"/>
          <p14:tracePt t="11263" x="1589088" y="4856163"/>
          <p14:tracePt t="11271" x="1589088" y="4843463"/>
          <p14:tracePt t="11279" x="1565275" y="4805363"/>
          <p14:tracePt t="11295" x="1552575" y="4792663"/>
          <p14:tracePt t="11303" x="1552575" y="4779963"/>
          <p14:tracePt t="11335" x="1552575" y="4756150"/>
          <p14:tracePt t="11343" x="1527175" y="4730750"/>
          <p14:tracePt t="11375" x="1527175" y="4705350"/>
          <p14:tracePt t="11384" x="1527175" y="4692650"/>
          <p14:tracePt t="11591" x="1527175" y="4679950"/>
          <p14:tracePt t="11607" x="1565275" y="4679950"/>
          <p14:tracePt t="11616" x="1614488" y="4679950"/>
          <p14:tracePt t="11623" x="1677988" y="4679950"/>
          <p14:tracePt t="11632" x="1765300" y="4679950"/>
          <p14:tracePt t="11639" x="1814513" y="4679950"/>
          <p14:tracePt t="11651" x="1903413" y="4679950"/>
          <p14:tracePt t="11655" x="1952625" y="4679950"/>
          <p14:tracePt t="11664" x="1990725" y="4679950"/>
          <p14:tracePt t="11815" x="1990725" y="4692650"/>
          <p14:tracePt t="11823" x="1965325" y="4692650"/>
          <p14:tracePt t="11848" x="1952625" y="4705350"/>
          <p14:tracePt t="11855" x="1939925" y="4730750"/>
          <p14:tracePt t="11863" x="1914525" y="4756150"/>
          <p14:tracePt t="11871" x="1914525" y="4792663"/>
          <p14:tracePt t="11879" x="1903413" y="4868863"/>
          <p14:tracePt t="11887" x="1903413" y="4905375"/>
          <p14:tracePt t="11895" x="1903413" y="4956175"/>
          <p14:tracePt t="11903" x="1890713" y="5005388"/>
          <p14:tracePt t="11911" x="1890713" y="5043488"/>
          <p14:tracePt t="11919" x="1890713" y="5081588"/>
          <p14:tracePt t="11927" x="1890713" y="5092700"/>
          <p14:tracePt t="11935" x="1890713" y="5130800"/>
          <p14:tracePt t="11943" x="1878013" y="5156200"/>
          <p14:tracePt t="11959" x="1878013" y="5168900"/>
          <p14:tracePt t="12065" x="1865313" y="5168900"/>
          <p14:tracePt t="12073" x="1852613" y="5181600"/>
          <p14:tracePt t="12081" x="1839913" y="5181600"/>
          <p14:tracePt t="12103" x="1814513" y="5181600"/>
          <p14:tracePt t="12111" x="1801813" y="5181600"/>
          <p14:tracePt t="12119" x="1790700" y="5168900"/>
          <p14:tracePt t="12127" x="1765300" y="5156200"/>
          <p14:tracePt t="12134" x="1727200" y="5130800"/>
          <p14:tracePt t="12151" x="1714500" y="5130800"/>
          <p14:tracePt t="12191" x="1701800" y="5118100"/>
          <p14:tracePt t="12231" x="1689100" y="5105400"/>
          <p14:tracePt t="12247" x="1665288" y="5092700"/>
          <p14:tracePt t="12255" x="1665288" y="5081588"/>
          <p14:tracePt t="12263" x="1652588" y="5081588"/>
          <p14:tracePt t="12303" x="1639888" y="5081588"/>
          <p14:tracePt t="12311" x="1627188" y="5068888"/>
          <p14:tracePt t="12327" x="1627188" y="5030788"/>
          <p14:tracePt t="12335" x="1627188" y="5005388"/>
          <p14:tracePt t="12343" x="1627188" y="4956175"/>
          <p14:tracePt t="12351" x="1627188" y="4905375"/>
          <p14:tracePt t="12359" x="1627188" y="4818063"/>
          <p14:tracePt t="12367" x="1627188" y="4730750"/>
          <p14:tracePt t="12375" x="1627188" y="4656138"/>
          <p14:tracePt t="12383" x="1627188" y="4579938"/>
          <p14:tracePt t="12391" x="1627188" y="4530725"/>
          <p14:tracePt t="12400" x="1627188" y="4505325"/>
          <p14:tracePt t="12407" x="1627188" y="4467225"/>
          <p14:tracePt t="12416" x="1627188" y="4454525"/>
          <p14:tracePt t="12423" x="1639888" y="4418013"/>
          <p14:tracePt t="12432" x="1652588" y="4392613"/>
          <p14:tracePt t="12449" x="1652588" y="4367213"/>
          <p14:tracePt t="12455" x="1652588" y="4354513"/>
          <p14:tracePt t="12479" x="1652588" y="4341813"/>
          <p14:tracePt t="12511" x="1652588" y="4330700"/>
          <p14:tracePt t="12559" x="1652588" y="4318000"/>
          <p14:tracePt t="12575" x="1639888" y="4318000"/>
          <p14:tracePt t="12631" x="1627188" y="4318000"/>
          <p14:tracePt t="12695" x="1627188" y="4341813"/>
          <p14:tracePt t="12712" x="1627188" y="4354513"/>
          <p14:tracePt t="12720" x="1627188" y="4367213"/>
          <p14:tracePt t="12727" x="1627188" y="4379913"/>
          <p14:tracePt t="12735" x="1639888" y="4392613"/>
          <p14:tracePt t="12743" x="1639888" y="4405313"/>
          <p14:tracePt t="12751" x="1665288" y="4418013"/>
          <p14:tracePt t="12759" x="1689100" y="4430713"/>
          <p14:tracePt t="12767" x="1701800" y="4430713"/>
          <p14:tracePt t="12775" x="1714500" y="4430713"/>
          <p14:tracePt t="12783" x="1727200" y="4430713"/>
          <p14:tracePt t="12790" x="1765300" y="4430713"/>
          <p14:tracePt t="12816" x="1790700" y="4430713"/>
          <p14:tracePt t="12967" x="1790700" y="4467225"/>
          <p14:tracePt t="12975" x="1790700" y="4543425"/>
          <p14:tracePt t="12983" x="1790700" y="4605338"/>
          <p14:tracePt t="12991" x="1790700" y="4692650"/>
          <p14:tracePt t="13000" x="1790700" y="4768850"/>
          <p14:tracePt t="13007" x="1790700" y="4856163"/>
          <p14:tracePt t="13016" x="1790700" y="4930775"/>
          <p14:tracePt t="13023" x="1790700" y="4981575"/>
          <p14:tracePt t="13032" x="1790700" y="5030788"/>
          <p14:tracePt t="13038" x="1778000" y="5068888"/>
          <p14:tracePt t="13050" x="1778000" y="5105400"/>
          <p14:tracePt t="13055" x="1778000" y="5118100"/>
          <p14:tracePt t="13064" x="1778000" y="5130800"/>
          <p14:tracePt t="13071" x="1778000" y="5143500"/>
          <p14:tracePt t="13082" x="1778000" y="5168900"/>
          <p14:tracePt t="13127" x="1778000" y="5181600"/>
          <p14:tracePt t="13143" x="1765300" y="5181600"/>
          <p14:tracePt t="13319" x="1765300" y="5168900"/>
          <p14:tracePt t="13327" x="1765300" y="5130800"/>
          <p14:tracePt t="13335" x="1778000" y="5081588"/>
          <p14:tracePt t="13343" x="1814513" y="5018088"/>
          <p14:tracePt t="13351" x="1814513" y="4968875"/>
          <p14:tracePt t="13359" x="1814513" y="4918075"/>
          <p14:tracePt t="13367" x="1827213" y="4868863"/>
          <p14:tracePt t="13375" x="1827213" y="4805363"/>
          <p14:tracePt t="13383" x="1827213" y="4779963"/>
          <p14:tracePt t="13391" x="1827213" y="4756150"/>
          <p14:tracePt t="13399" x="1827213" y="4743450"/>
          <p14:tracePt t="13407" x="1827213" y="4718050"/>
          <p14:tracePt t="13416" x="1827213" y="4692650"/>
          <p14:tracePt t="13423" x="1827213" y="4667250"/>
          <p14:tracePt t="13439" x="1827213" y="4643438"/>
          <p14:tracePt t="13455" x="1827213" y="4630738"/>
          <p14:tracePt t="13543" x="1827213" y="4643438"/>
          <p14:tracePt t="13551" x="1827213" y="4679950"/>
          <p14:tracePt t="13559" x="1827213" y="4718050"/>
          <p14:tracePt t="13567" x="1827213" y="4768850"/>
          <p14:tracePt t="13575" x="1827213" y="4818063"/>
          <p14:tracePt t="13583" x="1827213" y="4879975"/>
          <p14:tracePt t="13591" x="1827213" y="4918075"/>
          <p14:tracePt t="13607" x="1827213" y="4943475"/>
          <p14:tracePt t="13615" x="1827213" y="4956175"/>
          <p14:tracePt t="13623" x="1827213" y="4968875"/>
          <p14:tracePt t="13639" x="1827213" y="4981575"/>
          <p14:tracePt t="13655" x="1814513" y="4992688"/>
          <p14:tracePt t="13665" x="1801813" y="4992688"/>
          <p14:tracePt t="13671" x="1778000" y="4992688"/>
          <p14:tracePt t="13680" x="1739900" y="4981575"/>
          <p14:tracePt t="13687" x="1714500" y="4956175"/>
          <p14:tracePt t="13697" x="1665288" y="4918075"/>
          <p14:tracePt t="13703" x="1652588" y="4892675"/>
          <p14:tracePt t="13711" x="1601788" y="4843463"/>
          <p14:tracePt t="13719" x="1565275" y="4805363"/>
          <p14:tracePt t="13727" x="1539875" y="4768850"/>
          <p14:tracePt t="13735" x="1514475" y="4743450"/>
          <p14:tracePt t="13742" x="1501775" y="4692650"/>
          <p14:tracePt t="13751" x="1489075" y="4679950"/>
          <p14:tracePt t="13759" x="1489075" y="4656138"/>
          <p14:tracePt t="13767" x="1489075" y="4643438"/>
          <p14:tracePt t="13775" x="1489075" y="4605338"/>
          <p14:tracePt t="13791" x="1489075" y="4579938"/>
          <p14:tracePt t="13799" x="1489075" y="4567238"/>
          <p14:tracePt t="13807" x="1489075" y="4554538"/>
          <p14:tracePt t="13816" x="1489075" y="4530725"/>
          <p14:tracePt t="13823" x="1489075" y="4518025"/>
          <p14:tracePt t="13832" x="1489075" y="4505325"/>
          <p14:tracePt t="13839" x="1501775" y="4479925"/>
          <p14:tracePt t="13849" x="1514475" y="4479925"/>
          <p14:tracePt t="13855" x="1514475" y="4454525"/>
          <p14:tracePt t="13871" x="1514475" y="4443413"/>
          <p14:tracePt t="13881" x="1514475" y="4405313"/>
          <p14:tracePt t="13887" x="1527175" y="4367213"/>
          <p14:tracePt t="13959" x="1527175" y="4354513"/>
          <p14:tracePt t="13999" x="1527175" y="4341813"/>
          <p14:tracePt t="14015" x="1514475" y="4341813"/>
          <p14:tracePt t="14023" x="1489075" y="4330700"/>
          <p14:tracePt t="14032" x="1465263" y="4318000"/>
          <p14:tracePt t="14039" x="1465263" y="4305300"/>
          <p14:tracePt t="14049" x="1439863" y="4267200"/>
          <p14:tracePt t="14055" x="1414463" y="4254500"/>
          <p14:tracePt t="14065" x="1389063" y="4230688"/>
          <p14:tracePt t="14071" x="1376363" y="4205288"/>
          <p14:tracePt t="14080" x="1363663" y="4192588"/>
          <p14:tracePt t="14087" x="1363663" y="4179888"/>
          <p14:tracePt t="14103" x="1363663" y="4167188"/>
          <p14:tracePt t="14114" x="1363663" y="4154488"/>
          <p14:tracePt t="14119" x="1363663" y="4141788"/>
          <p14:tracePt t="14135" x="1363663" y="4129088"/>
          <p14:tracePt t="14143" x="1363663" y="4105275"/>
          <p14:tracePt t="14151" x="1376363" y="4092575"/>
          <p14:tracePt t="14159" x="1376363" y="4079875"/>
          <p14:tracePt t="14167" x="1389063" y="4067175"/>
          <p14:tracePt t="14175" x="1414463" y="4054475"/>
          <p14:tracePt t="14543" x="1439863" y="4079875"/>
          <p14:tracePt t="14551" x="1439863" y="4129088"/>
          <p14:tracePt t="14559" x="1439863" y="4179888"/>
          <p14:tracePt t="14567" x="1439863" y="4241800"/>
          <p14:tracePt t="14575" x="1439863" y="4318000"/>
          <p14:tracePt t="14583" x="1439863" y="4379913"/>
          <p14:tracePt t="14591" x="1427163" y="4443413"/>
          <p14:tracePt t="14599" x="1339850" y="4518025"/>
          <p14:tracePt t="14607" x="1263650" y="4579938"/>
          <p14:tracePt t="14615" x="1163638" y="4605338"/>
          <p14:tracePt t="14623" x="1063625" y="4643438"/>
          <p14:tracePt t="14632" x="938213" y="4692650"/>
          <p14:tracePt t="14639" x="788988" y="4692650"/>
          <p14:tracePt t="14648" x="600075" y="4692650"/>
          <p14:tracePt t="14655" x="438150" y="4692650"/>
          <p14:tracePt t="14664" x="263525" y="4692650"/>
          <p14:tracePt t="14671" x="125413" y="4692650"/>
          <p14:tracePt t="15039" x="100013" y="4205288"/>
          <p14:tracePt t="15047" x="174625" y="4205288"/>
          <p14:tracePt t="15055" x="274638" y="4205288"/>
          <p14:tracePt t="15065" x="338138" y="4205288"/>
          <p14:tracePt t="15071" x="400050" y="4205288"/>
          <p14:tracePt t="15080" x="463550" y="4205288"/>
          <p14:tracePt t="15087" x="476250" y="4205288"/>
          <p14:tracePt t="15112" x="488950" y="4205288"/>
          <p14:tracePt t="15153" x="500063" y="4205288"/>
          <p14:tracePt t="15183" x="512763" y="4205288"/>
          <p14:tracePt t="15247" x="525463" y="4205288"/>
          <p14:tracePt t="15351" x="550863" y="4205288"/>
          <p14:tracePt t="15367" x="563563" y="4205288"/>
          <p14:tracePt t="15415" x="550863" y="4179888"/>
          <p14:tracePt t="15423" x="274638" y="3992563"/>
          <p14:tracePt t="15431" x="174625" y="3879850"/>
          <p14:tracePt t="15439" x="163513" y="3879850"/>
          <p14:tracePt t="15593" x="174625" y="3929063"/>
          <p14:tracePt t="15600" x="238125" y="4017963"/>
          <p14:tracePt t="15607" x="287338" y="4067175"/>
          <p14:tracePt t="15631" x="312738" y="4067175"/>
          <p14:tracePt t="15639" x="376238" y="4079875"/>
          <p14:tracePt t="15647" x="450850" y="4092575"/>
          <p14:tracePt t="15655" x="525463" y="4129088"/>
          <p14:tracePt t="15664" x="725488" y="4192588"/>
          <p14:tracePt t="15671" x="950913" y="4292600"/>
          <p14:tracePt t="15680" x="1352550" y="4405313"/>
          <p14:tracePt t="15687" x="1677988" y="4543425"/>
          <p14:tracePt t="15696" x="2290763" y="4743450"/>
          <p14:tracePt t="15703" x="2654300" y="4818063"/>
          <p14:tracePt t="16159" x="2654300" y="4768850"/>
          <p14:tracePt t="16167" x="2667000" y="4505325"/>
          <p14:tracePt t="16383" x="2678113" y="4479925"/>
          <p14:tracePt t="16791" x="2690813" y="4479925"/>
          <p14:tracePt t="16807" x="2654300" y="4405313"/>
          <p14:tracePt t="17024" x="2654300" y="4467225"/>
          <p14:tracePt t="17047" x="2678113" y="4467225"/>
          <p14:tracePt t="17055" x="2741613" y="4443413"/>
          <p14:tracePt t="17063" x="2790825" y="4430713"/>
          <p14:tracePt t="17071" x="2890838" y="4418013"/>
          <p14:tracePt t="17079" x="3003550" y="4418013"/>
          <p14:tracePt t="17087" x="3141663" y="4418013"/>
          <p14:tracePt t="17096" x="3328988" y="4418013"/>
          <p14:tracePt t="17103" x="3692525" y="4543425"/>
          <p14:tracePt t="17112" x="4168775" y="4656138"/>
          <p14:tracePt t="17119" x="4568825" y="4756150"/>
          <p14:tracePt t="17128" x="5045075" y="4868863"/>
          <p14:tracePt t="17135" x="5607050" y="4943475"/>
          <p14:tracePt t="17144" x="6121400" y="5130800"/>
          <p14:tracePt t="17151" x="6846888" y="5256213"/>
          <p14:tracePt t="17161" x="7323138" y="5394325"/>
          <p14:tracePt t="17167" x="7697788" y="5468938"/>
          <p14:tracePt t="17176" x="8061325" y="5581650"/>
          <p14:tracePt t="17183" x="8274050" y="5643563"/>
          <p14:tracePt t="17191" x="8586788" y="5732463"/>
          <p14:tracePt t="17199" x="8724900" y="5781675"/>
          <p14:tracePt t="17207" x="8824913" y="5819775"/>
          <p14:tracePt t="17215" x="8850313" y="5832475"/>
          <p14:tracePt t="17223" x="8912225" y="5856288"/>
          <p14:tracePt t="17231" x="8912225" y="5868988"/>
          <p14:tracePt t="17239" x="8924925" y="5868988"/>
          <p14:tracePt t="17255" x="8924925" y="5894388"/>
          <p14:tracePt t="17271" x="8924925" y="5907088"/>
          <p14:tracePt t="17279" x="8899525" y="5919788"/>
          <p14:tracePt t="17287" x="8837613" y="5956300"/>
          <p14:tracePt t="17295" x="8812213" y="5956300"/>
          <p14:tracePt t="17303" x="8724900" y="6007100"/>
          <p14:tracePt t="17312" x="8661400" y="6032500"/>
          <p14:tracePt t="17319" x="8537575" y="6069013"/>
          <p14:tracePt t="17328" x="8486775" y="6081713"/>
          <p14:tracePt t="17335" x="8448675" y="6094413"/>
          <p14:tracePt t="17345" x="8424863" y="6094413"/>
          <p14:tracePt t="17351" x="8312150" y="6157913"/>
          <p14:tracePt t="17360" x="8212138" y="6194425"/>
          <p14:tracePt t="17367" x="8135938" y="6232525"/>
          <p14:tracePt t="17376" x="7986713" y="6281738"/>
          <p14:tracePt t="17383" x="7861300" y="6294438"/>
          <p14:tracePt t="17394" x="7823200" y="6307138"/>
          <p14:tracePt t="17399" x="7710488" y="6307138"/>
          <p14:tracePt t="17407" x="7673975" y="6307138"/>
          <p14:tracePt t="17415" x="7523163" y="6257925"/>
          <p14:tracePt t="17423" x="7397750" y="6245225"/>
          <p14:tracePt t="17431" x="7323138" y="6194425"/>
          <p14:tracePt t="17439" x="7185025" y="6119813"/>
          <p14:tracePt t="17447" x="7123113" y="6107113"/>
          <p14:tracePt t="17455" x="7085013" y="6056313"/>
          <p14:tracePt t="17463" x="7046913" y="6045200"/>
          <p14:tracePt t="17471" x="7034213" y="6007100"/>
          <p14:tracePt t="17479" x="7021513" y="5994400"/>
          <p14:tracePt t="17487" x="7010400" y="5994400"/>
          <p14:tracePt t="17495" x="6997700" y="5956300"/>
          <p14:tracePt t="17503" x="6985000" y="5856288"/>
          <p14:tracePt t="17512" x="6934200" y="5743575"/>
          <p14:tracePt t="17519" x="6910388" y="5643563"/>
          <p14:tracePt t="17528" x="6872288" y="5518150"/>
          <p14:tracePt t="17535" x="6859588" y="5394325"/>
          <p14:tracePt t="17545" x="6846888" y="5218113"/>
          <p14:tracePt t="17551" x="6834188" y="5018088"/>
          <p14:tracePt t="17561" x="6797675" y="4730750"/>
          <p14:tracePt t="17567" x="6797675" y="4543425"/>
          <p14:tracePt t="17577" x="6784975" y="4379913"/>
          <p14:tracePt t="17583" x="6772275" y="4205288"/>
          <p14:tracePt t="17593" x="6772275" y="4105275"/>
          <p14:tracePt t="17599" x="6759575" y="3992563"/>
          <p14:tracePt t="17607" x="6746875" y="3941763"/>
          <p14:tracePt t="17615" x="6721475" y="3879850"/>
          <p14:tracePt t="17623" x="6708775" y="3841750"/>
          <p14:tracePt t="17631" x="6708775" y="3829050"/>
          <p14:tracePt t="17639" x="6708775" y="3803650"/>
          <p14:tracePt t="17647" x="6708775" y="3779838"/>
          <p14:tracePt t="17655" x="6708775" y="3741738"/>
          <p14:tracePt t="17663" x="6708775" y="3703638"/>
          <p14:tracePt t="17671" x="6721475" y="3679825"/>
          <p14:tracePt t="17679" x="6784975" y="3629025"/>
          <p14:tracePt t="17687" x="6808788" y="3603625"/>
          <p14:tracePt t="17695" x="6834188" y="3579813"/>
          <p14:tracePt t="17703" x="6997700" y="3503613"/>
          <p14:tracePt t="17712" x="7123113" y="3441700"/>
          <p14:tracePt t="17719" x="7235825" y="3390900"/>
          <p14:tracePt t="17728" x="7423150" y="3290888"/>
          <p14:tracePt t="17735" x="7761288" y="3203575"/>
          <p14:tracePt t="17744" x="7923213" y="3165475"/>
          <p14:tracePt t="17751" x="8235950" y="3154363"/>
          <p14:tracePt t="17761" x="8386763" y="3141663"/>
          <p14:tracePt t="17767" x="8499475" y="3154363"/>
          <p14:tracePt t="17775" x="8599488" y="3216275"/>
          <p14:tracePt t="17783" x="8699500" y="3228975"/>
          <p14:tracePt t="17794" x="8763000" y="3267075"/>
          <p14:tracePt t="17799" x="8786813" y="3303588"/>
          <p14:tracePt t="17807" x="8824913" y="3354388"/>
          <p14:tracePt t="17815" x="8837613" y="3378200"/>
          <p14:tracePt t="17823" x="8874125" y="3454400"/>
          <p14:tracePt t="17831" x="8912225" y="3567113"/>
          <p14:tracePt t="17838" x="8950325" y="3679825"/>
          <p14:tracePt t="17847" x="8999538" y="3792538"/>
          <p14:tracePt t="17855" x="9012238" y="3905250"/>
          <p14:tracePt t="17863" x="9012238" y="4041775"/>
          <p14:tracePt t="17871" x="9012238" y="4179888"/>
          <p14:tracePt t="17879" x="9024938" y="4305300"/>
          <p14:tracePt t="17887" x="9024938" y="4430713"/>
          <p14:tracePt t="17895" x="9012238" y="4518025"/>
          <p14:tracePt t="17903" x="8975725" y="4667250"/>
          <p14:tracePt t="17911" x="8950325" y="4756150"/>
          <p14:tracePt t="17919" x="8863013" y="4868863"/>
          <p14:tracePt t="17927" x="8799513" y="4956175"/>
          <p14:tracePt t="17935" x="8686800" y="5056188"/>
          <p14:tracePt t="17944" x="8637588" y="5092700"/>
          <p14:tracePt t="17951" x="8537575" y="5181600"/>
          <p14:tracePt t="17961" x="8461375" y="5230813"/>
          <p14:tracePt t="18383" x="8474075" y="5243513"/>
          <p14:tracePt t="18391" x="8512175" y="5243513"/>
          <p14:tracePt t="18399" x="8548688" y="5243513"/>
          <p14:tracePt t="18408" x="8624888" y="5218113"/>
          <p14:tracePt t="18567" x="8637588" y="5256213"/>
          <p14:tracePt t="18577" x="8637588" y="5268913"/>
          <p14:tracePt t="18583" x="8624888" y="5268913"/>
          <p14:tracePt t="18592" x="8599488" y="5205413"/>
          <p14:tracePt t="18599" x="8548688" y="5156200"/>
          <p14:tracePt t="18609" x="8412163" y="5105400"/>
          <p14:tracePt t="18615" x="8161338" y="5030788"/>
          <p14:tracePt t="18626" x="8074025" y="4918075"/>
          <p14:tracePt t="18631" x="7948613" y="4868863"/>
          <p14:tracePt t="18639" x="7785100" y="4792663"/>
          <p14:tracePt t="18647" x="7648575" y="4718050"/>
          <p14:tracePt t="18655" x="7572375" y="4643438"/>
          <p14:tracePt t="18663" x="7435850" y="4579938"/>
          <p14:tracePt t="18671" x="7146925" y="4505325"/>
          <p14:tracePt t="18679" x="6721475" y="4443413"/>
          <p14:tracePt t="18687" x="6146800" y="4330700"/>
          <p14:tracePt t="18695" x="5921375" y="4292600"/>
          <p14:tracePt t="18703" x="5407025" y="4267200"/>
          <p14:tracePt t="18711" x="4832350" y="4129088"/>
          <p14:tracePt t="18719" x="4456113" y="4105275"/>
          <p14:tracePt t="18728" x="4217988" y="4105275"/>
          <p14:tracePt t="18735" x="4081463" y="4079875"/>
          <p14:tracePt t="18744" x="3843338" y="4105275"/>
          <p14:tracePt t="18751" x="3717925" y="4167188"/>
          <p14:tracePt t="18760" x="3705225" y="4192588"/>
          <p14:tracePt t="18767" x="3643313" y="4279900"/>
          <p14:tracePt t="18776" x="3630613" y="4330700"/>
          <p14:tracePt t="18783" x="3630613" y="4379913"/>
          <p14:tracePt t="18793" x="3630613" y="4479925"/>
          <p14:tracePt t="18799" x="3630613" y="4567238"/>
          <p14:tracePt t="18809" x="3630613" y="4656138"/>
          <p14:tracePt t="18815" x="3654425" y="4768850"/>
          <p14:tracePt t="18826" x="3679825" y="4879975"/>
          <p14:tracePt t="18831" x="3743325" y="4981575"/>
          <p14:tracePt t="18839" x="3792538" y="5092700"/>
          <p14:tracePt t="18847" x="3830638" y="5205413"/>
          <p14:tracePt t="18855" x="3943350" y="5330825"/>
          <p14:tracePt t="18863" x="4056063" y="5407025"/>
          <p14:tracePt t="18871" x="4143375" y="5518150"/>
          <p14:tracePt t="18879" x="4294188" y="5630863"/>
          <p14:tracePt t="18887" x="4430713" y="5681663"/>
          <p14:tracePt t="18895" x="4581525" y="5743575"/>
          <p14:tracePt t="18903" x="4706938" y="5781675"/>
          <p14:tracePt t="18911" x="4781550" y="5807075"/>
          <p14:tracePt t="18919" x="4806950" y="5819775"/>
          <p14:tracePt t="18927" x="4819650" y="5819775"/>
          <p14:tracePt t="18935" x="4832350" y="5819775"/>
          <p14:tracePt t="18943" x="4856163" y="5819775"/>
          <p14:tracePt t="18959" x="4881563" y="5819775"/>
          <p14:tracePt t="18967" x="4906963" y="5819775"/>
          <p14:tracePt t="18976" x="4919663" y="5819775"/>
          <p14:tracePt t="18983" x="4945063" y="5781675"/>
          <p14:tracePt t="18993" x="4994275" y="5781675"/>
          <p14:tracePt t="18999" x="5045075" y="5743575"/>
          <p14:tracePt t="19009" x="5181600" y="5656263"/>
          <p14:tracePt t="19015" x="5232400" y="5630863"/>
          <p14:tracePt t="19026" x="5257800" y="5568950"/>
          <p14:tracePt t="19031" x="5319713" y="5507038"/>
          <p14:tracePt t="19039" x="5345113" y="5468938"/>
          <p14:tracePt t="19060" x="5370513" y="5443538"/>
          <p14:tracePt t="19063" x="5394325" y="5418138"/>
          <p14:tracePt t="19111" x="5394325" y="5394325"/>
          <p14:tracePt t="19119" x="5419725" y="5356225"/>
          <p14:tracePt t="19127" x="5445125" y="5330825"/>
          <p14:tracePt t="19135" x="5470525" y="5305425"/>
          <p14:tracePt t="19143" x="5483225" y="5281613"/>
          <p14:tracePt t="19151" x="5507038" y="5243513"/>
          <p14:tracePt t="19167" x="5507038" y="5218113"/>
          <p14:tracePt t="19343" x="5532438" y="5205413"/>
          <p14:tracePt t="19351" x="5570538" y="5194300"/>
          <p14:tracePt t="19359" x="5595938" y="5194300"/>
          <p14:tracePt t="19367" x="5632450" y="5194300"/>
          <p14:tracePt t="19376" x="5657850" y="5194300"/>
          <p14:tracePt t="19383" x="5695950" y="5194300"/>
          <p14:tracePt t="19393" x="5708650" y="5194300"/>
          <p14:tracePt t="19399" x="5708650" y="5181600"/>
          <p14:tracePt t="19415" x="5719763" y="5168900"/>
          <p14:tracePt t="19439" x="5719763" y="5156200"/>
          <p14:tracePt t="19455" x="5719763" y="5143500"/>
          <p14:tracePt t="19463" x="5719763" y="5130800"/>
          <p14:tracePt t="19471" x="5719763" y="5118100"/>
          <p14:tracePt t="19479" x="5695950" y="5068888"/>
          <p14:tracePt t="19487" x="5645150" y="5068888"/>
          <p14:tracePt t="19495" x="5583238" y="5018088"/>
          <p14:tracePt t="19503" x="5570538" y="5005388"/>
          <p14:tracePt t="19511" x="5507038" y="4992688"/>
          <p14:tracePt t="19519" x="5432425" y="4943475"/>
          <p14:tracePt t="19527" x="5357813" y="4905375"/>
          <p14:tracePt t="19535" x="5319713" y="4892675"/>
          <p14:tracePt t="19543" x="5294313" y="4892675"/>
          <p14:tracePt t="19551" x="5270500" y="4879975"/>
          <p14:tracePt t="19559" x="5232400" y="4879975"/>
          <p14:tracePt t="19567" x="5219700" y="4879975"/>
          <p14:tracePt t="19663" x="5207000" y="4879975"/>
          <p14:tracePt t="19671" x="5207000" y="4892675"/>
          <p14:tracePt t="19687" x="5207000" y="4905375"/>
          <p14:tracePt t="19695" x="5207000" y="4918075"/>
          <p14:tracePt t="19703" x="5207000" y="4930775"/>
          <p14:tracePt t="19799" x="5219700" y="4930775"/>
          <p14:tracePt t="19823" x="5219700" y="4905375"/>
          <p14:tracePt t="19831" x="5219700" y="4892675"/>
          <p14:tracePt t="19840" x="5170488" y="4856163"/>
          <p14:tracePt t="19847" x="5157788" y="4843463"/>
          <p14:tracePt t="19863" x="5157788" y="4830763"/>
          <p14:tracePt t="19887" x="5157788" y="4818063"/>
          <p14:tracePt t="19895" x="5145088" y="4818063"/>
          <p14:tracePt t="19903" x="5145088" y="4805363"/>
          <p14:tracePt t="19935" x="5145088" y="4792663"/>
          <p14:tracePt t="19943" x="5170488" y="4768850"/>
          <p14:tracePt t="19951" x="5170488" y="4756150"/>
          <p14:tracePt t="19959" x="5194300" y="4730750"/>
          <p14:tracePt t="19967" x="5219700" y="4718050"/>
          <p14:tracePt t="19976" x="5219700" y="4679950"/>
          <p14:tracePt t="19983" x="5232400" y="4667250"/>
          <p14:tracePt t="19992" x="5232400" y="4656138"/>
          <p14:tracePt t="19999" x="5232400" y="4643438"/>
          <p14:tracePt t="20008" x="5245100" y="4630738"/>
          <p14:tracePt t="20151" x="5245100" y="4618038"/>
          <p14:tracePt t="20215" x="5245100" y="4605338"/>
          <p14:tracePt t="20232" x="5257800" y="4605338"/>
          <p14:tracePt t="20272" x="5281613" y="4592638"/>
          <p14:tracePt t="20279" x="5294313" y="4567238"/>
          <p14:tracePt t="20287" x="5319713" y="4554538"/>
          <p14:tracePt t="20295" x="5345113" y="4543425"/>
          <p14:tracePt t="20303" x="5357813" y="4543425"/>
          <p14:tracePt t="20311" x="5394325" y="4505325"/>
          <p14:tracePt t="20319" x="5432425" y="4505325"/>
          <p14:tracePt t="20326" x="5483225" y="4505325"/>
          <p14:tracePt t="20335" x="5545138" y="4479925"/>
          <p14:tracePt t="20342" x="5583238" y="4467225"/>
          <p14:tracePt t="20350" x="5595938" y="4467225"/>
          <p14:tracePt t="20359" x="5645150" y="4454525"/>
          <p14:tracePt t="20367" x="5657850" y="4454525"/>
          <p14:tracePt t="20376" x="5683250" y="4443413"/>
          <p14:tracePt t="20383" x="5695950" y="4443413"/>
          <p14:tracePt t="20495" x="5708650" y="4443413"/>
          <p14:tracePt t="20503" x="5719763" y="4443413"/>
          <p14:tracePt t="20511" x="5732463" y="4443413"/>
          <p14:tracePt t="20519" x="5757863" y="4443413"/>
          <p14:tracePt t="20527" x="5795963" y="4443413"/>
          <p14:tracePt t="20535" x="5895975" y="4443413"/>
          <p14:tracePt t="20543" x="6021388" y="4479925"/>
          <p14:tracePt t="20551" x="6146800" y="4492625"/>
          <p14:tracePt t="20559" x="6283325" y="4543425"/>
          <p14:tracePt t="20567" x="6408738" y="4567238"/>
          <p14:tracePt t="20575" x="6472238" y="4592638"/>
          <p14:tracePt t="20583" x="6546850" y="4605338"/>
          <p14:tracePt t="20592" x="6584950" y="4656138"/>
          <p14:tracePt t="20599" x="6634163" y="4718050"/>
          <p14:tracePt t="20608" x="6659563" y="4718050"/>
          <p14:tracePt t="20615" x="6708775" y="4718050"/>
          <p14:tracePt t="20625" x="6721475" y="4730750"/>
          <p14:tracePt t="20631" x="6734175" y="4743450"/>
          <p14:tracePt t="20641" x="6772275" y="4743450"/>
          <p14:tracePt t="20656" x="6784975" y="4743450"/>
          <p14:tracePt t="20663" x="6808788" y="4743450"/>
          <p14:tracePt t="20673" x="6821488" y="4743450"/>
          <p14:tracePt t="20679" x="6834188" y="4756150"/>
          <p14:tracePt t="20687" x="6846888" y="4768850"/>
          <p14:tracePt t="20695" x="6872288" y="4768850"/>
          <p14:tracePt t="20703" x="6921500" y="4768850"/>
          <p14:tracePt t="20711" x="6959600" y="4768850"/>
          <p14:tracePt t="20719" x="6997700" y="4768850"/>
          <p14:tracePt t="20727" x="7010400" y="4768850"/>
          <p14:tracePt t="20735" x="7021513" y="4768850"/>
          <p14:tracePt t="20743" x="7034213" y="4768850"/>
          <p14:tracePt t="20855" x="7046913" y="4768850"/>
          <p14:tracePt t="20863" x="7046913" y="4792663"/>
          <p14:tracePt t="20879" x="7059613" y="4805363"/>
          <p14:tracePt t="20895" x="7059613" y="4843463"/>
          <p14:tracePt t="20903" x="7059613" y="4856163"/>
          <p14:tracePt t="20911" x="7059613" y="4879975"/>
          <p14:tracePt t="20919" x="7059613" y="4892675"/>
          <p14:tracePt t="20927" x="7059613" y="4918075"/>
          <p14:tracePt t="20935" x="7059613" y="4930775"/>
          <p14:tracePt t="20943" x="7059613" y="4943475"/>
          <p14:tracePt t="20950" x="7059613" y="4968875"/>
          <p14:tracePt t="20967" x="7059613" y="4992688"/>
          <p14:tracePt t="20975" x="7059613" y="5005388"/>
          <p14:tracePt t="20991" x="7059613" y="5030788"/>
          <p14:tracePt t="20999" x="7021513" y="5056188"/>
          <p14:tracePt t="21015" x="6997700" y="5081588"/>
          <p14:tracePt t="21031" x="6959600" y="5105400"/>
          <p14:tracePt t="21040" x="6921500" y="5130800"/>
          <p14:tracePt t="21047" x="6859588" y="5143500"/>
          <p14:tracePt t="21056" x="6808788" y="5181600"/>
          <p14:tracePt t="21063" x="6721475" y="5205413"/>
          <p14:tracePt t="21073" x="6646863" y="5218113"/>
          <p14:tracePt t="21079" x="6546850" y="5243513"/>
          <p14:tracePt t="21088" x="6459538" y="5243513"/>
          <p14:tracePt t="21095" x="6446838" y="5256213"/>
          <p14:tracePt t="21103" x="6434138" y="5256213"/>
          <p14:tracePt t="21111" x="6396038" y="5256213"/>
          <p14:tracePt t="21119" x="6334125" y="5256213"/>
          <p14:tracePt t="21126" x="6270625" y="5256213"/>
          <p14:tracePt t="21135" x="6234113" y="5243513"/>
          <p14:tracePt t="21143" x="6170613" y="5218113"/>
          <p14:tracePt t="21150" x="6108700" y="5181600"/>
          <p14:tracePt t="21159" x="6034088" y="5156200"/>
          <p14:tracePt t="21167" x="5957888" y="5105400"/>
          <p14:tracePt t="21175" x="5883275" y="5068888"/>
          <p14:tracePt t="21183" x="5821363" y="4992688"/>
          <p14:tracePt t="21191" x="5770563" y="4930775"/>
          <p14:tracePt t="21199" x="5695950" y="4892675"/>
          <p14:tracePt t="21207" x="5595938" y="4856163"/>
          <p14:tracePt t="21215" x="5519738" y="4843463"/>
          <p14:tracePt t="21224" x="5407025" y="4792663"/>
          <p14:tracePt t="21231" x="5345113" y="4756150"/>
          <p14:tracePt t="21241" x="5294313" y="4730750"/>
          <p14:tracePt t="21247" x="5157788" y="4667250"/>
          <p14:tracePt t="21256" x="5145088" y="4630738"/>
          <p14:tracePt t="21263" x="5119688" y="4618038"/>
          <p14:tracePt t="21272" x="5106988" y="4554538"/>
          <p14:tracePt t="21279" x="5006975" y="4454525"/>
          <p14:tracePt t="21290" x="4994275" y="4392613"/>
          <p14:tracePt t="21295" x="4894263" y="4379913"/>
          <p14:tracePt t="21303" x="4794250" y="4330700"/>
          <p14:tracePt t="21311" x="4719638" y="4318000"/>
          <p14:tracePt t="21319" x="4594225" y="4267200"/>
          <p14:tracePt t="21327" x="4568825" y="4267200"/>
          <p14:tracePt t="21335" x="4494213" y="4267200"/>
          <p14:tracePt t="21343" x="4418013" y="4254500"/>
          <p14:tracePt t="21351" x="4368800" y="4230688"/>
          <p14:tracePt t="21359" x="4294188" y="4205288"/>
          <p14:tracePt t="21367" x="4281488" y="4205288"/>
          <p14:tracePt t="21375" x="4230688" y="4205288"/>
          <p14:tracePt t="21383" x="4205288" y="4205288"/>
          <p14:tracePt t="21391" x="4168775" y="4205288"/>
          <p14:tracePt t="21399" x="4117975" y="4205288"/>
          <p14:tracePt t="21407" x="4092575" y="4205288"/>
          <p14:tracePt t="21415" x="4056063" y="4205288"/>
          <p14:tracePt t="21424" x="4043363" y="4205288"/>
          <p14:tracePt t="21431" x="4030663" y="4217988"/>
          <p14:tracePt t="21441" x="4017963" y="4230688"/>
          <p14:tracePt t="21457" x="4005263" y="4230688"/>
          <p14:tracePt t="21463" x="3992563" y="4230688"/>
          <p14:tracePt t="21495" x="3968750" y="4254500"/>
          <p14:tracePt t="21503" x="3905250" y="4254500"/>
          <p14:tracePt t="21511" x="3867150" y="4279900"/>
          <p14:tracePt t="21519" x="3830638" y="4292600"/>
          <p14:tracePt t="21527" x="3805238" y="4305300"/>
          <p14:tracePt t="21535" x="3730625" y="4318000"/>
          <p14:tracePt t="21543" x="3705225" y="4318000"/>
          <p14:tracePt t="21551" x="3630613" y="4341813"/>
          <p14:tracePt t="21559" x="3579813" y="4379913"/>
          <p14:tracePt t="21567" x="3530600" y="4405313"/>
          <p14:tracePt t="21575" x="3479800" y="4405313"/>
          <p14:tracePt t="21583" x="3429000" y="4430713"/>
          <p14:tracePt t="21591" x="3392488" y="4467225"/>
          <p14:tracePt t="21599" x="3379788" y="4467225"/>
          <p14:tracePt t="21615" x="3367088" y="4467225"/>
          <p14:tracePt t="21719" x="3367088" y="4492625"/>
          <p14:tracePt t="21744" x="3354388" y="4505325"/>
          <p14:tracePt t="21775" x="3328988" y="4505325"/>
          <p14:tracePt t="21783" x="3305175" y="4505325"/>
          <p14:tracePt t="21791" x="3279775" y="4505325"/>
          <p14:tracePt t="21799" x="3241675" y="4505325"/>
          <p14:tracePt t="21815" x="3216275" y="4505325"/>
          <p14:tracePt t="21823" x="3192463" y="4479925"/>
          <p14:tracePt t="21831" x="3179763" y="4443413"/>
          <p14:tracePt t="21840" x="3154363" y="4392613"/>
          <p14:tracePt t="21847" x="3141663" y="4379913"/>
          <p14:tracePt t="21857" x="3141663" y="4341813"/>
          <p14:tracePt t="21863" x="3141663" y="4305300"/>
          <p14:tracePt t="21873" x="3141663" y="4292600"/>
          <p14:tracePt t="21975" x="3141663" y="4341813"/>
          <p14:tracePt t="22039" x="3141663" y="4330700"/>
          <p14:tracePt t="22231" x="3141663" y="4318000"/>
          <p14:tracePt t="22247" x="3205163" y="4318000"/>
          <p14:tracePt t="22256" x="3254375" y="4318000"/>
          <p14:tracePt t="22263" x="3305175" y="4318000"/>
          <p14:tracePt t="22273" x="3379788" y="4318000"/>
          <p14:tracePt t="22279" x="3492500" y="4292600"/>
          <p14:tracePt t="22288" x="3617913" y="4241800"/>
          <p14:tracePt t="22295" x="3667125" y="4217988"/>
          <p14:tracePt t="22305" x="3730625" y="4167188"/>
          <p14:tracePt t="22311" x="3792538" y="4129088"/>
          <p14:tracePt t="22319" x="3867150" y="4079875"/>
          <p14:tracePt t="22327" x="3968750" y="4067175"/>
          <p14:tracePt t="22335" x="4030663" y="4054475"/>
          <p14:tracePt t="22343" x="4143375" y="4041775"/>
          <p14:tracePt t="22351" x="4230688" y="4017963"/>
          <p14:tracePt t="22359" x="4281488" y="3992563"/>
          <p14:tracePt t="22367" x="4356100" y="3992563"/>
          <p14:tracePt t="22375" x="4394200" y="3979863"/>
          <p14:tracePt t="22383" x="4456113" y="3954463"/>
          <p14:tracePt t="22390" x="4581525" y="3941763"/>
          <p14:tracePt t="22399" x="4694238" y="3929063"/>
          <p14:tracePt t="22407" x="4794250" y="3929063"/>
          <p14:tracePt t="22415" x="4868863" y="3929063"/>
          <p14:tracePt t="22423" x="4994275" y="3929063"/>
          <p14:tracePt t="22431" x="5132388" y="3929063"/>
          <p14:tracePt t="22439" x="5232400" y="3941763"/>
          <p14:tracePt t="22447" x="5294313" y="3954463"/>
          <p14:tracePt t="22456" x="5507038" y="4017963"/>
          <p14:tracePt t="22463" x="5632450" y="4029075"/>
          <p14:tracePt t="22472" x="5708650" y="4054475"/>
          <p14:tracePt t="22479" x="5845175" y="4117975"/>
          <p14:tracePt t="22489" x="5908675" y="4179888"/>
          <p14:tracePt t="22495" x="5908675" y="4217988"/>
          <p14:tracePt t="22505" x="5970588" y="4254500"/>
          <p14:tracePt t="22511" x="5995988" y="4279900"/>
          <p14:tracePt t="22522" x="6021388" y="4292600"/>
          <p14:tracePt t="22527" x="6045200" y="4318000"/>
          <p14:tracePt t="22535" x="6070600" y="4341813"/>
          <p14:tracePt t="22543" x="6096000" y="4367213"/>
          <p14:tracePt t="22551" x="6108700" y="4392613"/>
          <p14:tracePt t="22559" x="6134100" y="4430713"/>
          <p14:tracePt t="22567" x="6196013" y="4443413"/>
          <p14:tracePt t="22575" x="6208713" y="4467225"/>
          <p14:tracePt t="22583" x="6221413" y="4492625"/>
          <p14:tracePt t="22591" x="6221413" y="4505325"/>
          <p14:tracePt t="22600" x="6234113" y="4554538"/>
          <p14:tracePt t="22607" x="6246813" y="4554538"/>
          <p14:tracePt t="22615" x="6246813" y="4592638"/>
          <p14:tracePt t="22623" x="6246813" y="4618038"/>
          <p14:tracePt t="22631" x="6246813" y="4667250"/>
          <p14:tracePt t="22639" x="6246813" y="4692650"/>
          <p14:tracePt t="22647" x="6246813" y="4743450"/>
          <p14:tracePt t="22656" x="6246813" y="4779963"/>
          <p14:tracePt t="22662" x="6246813" y="4830763"/>
          <p14:tracePt t="22672" x="6221413" y="4868863"/>
          <p14:tracePt t="22679" x="6221413" y="4905375"/>
          <p14:tracePt t="22689" x="6170613" y="4930775"/>
          <p14:tracePt t="22695" x="6146800" y="4956175"/>
          <p14:tracePt t="22704" x="6096000" y="4981575"/>
          <p14:tracePt t="22711" x="6021388" y="5005388"/>
          <p14:tracePt t="22721" x="5957888" y="5005388"/>
          <p14:tracePt t="22727" x="5895975" y="5018088"/>
          <p14:tracePt t="22735" x="5883275" y="5030788"/>
          <p14:tracePt t="22743" x="5857875" y="5030788"/>
          <p14:tracePt t="22751" x="5808663" y="5030788"/>
          <p14:tracePt t="22759" x="5783263" y="5030788"/>
          <p14:tracePt t="22767" x="5732463" y="5030788"/>
          <p14:tracePt t="22775" x="5619750" y="4992688"/>
          <p14:tracePt t="22783" x="5570538" y="4956175"/>
          <p14:tracePt t="22791" x="5470525" y="4868863"/>
          <p14:tracePt t="22799" x="5394325" y="4805363"/>
          <p14:tracePt t="22807" x="5345113" y="4779963"/>
          <p14:tracePt t="22815" x="5332413" y="4730750"/>
          <p14:tracePt t="22823" x="5319713" y="4679950"/>
          <p14:tracePt t="22831" x="5294313" y="4643438"/>
          <p14:tracePt t="22840" x="5294313" y="4579938"/>
          <p14:tracePt t="22847" x="5281613" y="4505325"/>
          <p14:tracePt t="22856" x="5281613" y="4430713"/>
          <p14:tracePt t="22863" x="5294313" y="4341813"/>
          <p14:tracePt t="22872" x="5307013" y="4318000"/>
          <p14:tracePt t="22879" x="5345113" y="4267200"/>
          <p14:tracePt t="22889" x="5357813" y="4205288"/>
          <p14:tracePt t="22895" x="5357813" y="4154488"/>
          <p14:tracePt t="22911" x="5419725" y="4105275"/>
          <p14:tracePt t="22920" x="5495925" y="4041775"/>
          <p14:tracePt t="22927" x="5532438" y="4017963"/>
          <p14:tracePt t="22935" x="5583238" y="3967163"/>
          <p14:tracePt t="22943" x="5657850" y="3916363"/>
          <p14:tracePt t="22951" x="5770563" y="3841750"/>
          <p14:tracePt t="22959" x="5895975" y="3779838"/>
          <p14:tracePt t="22967" x="6008688" y="3767138"/>
          <p14:tracePt t="22975" x="6134100" y="3729038"/>
          <p14:tracePt t="22983" x="6170613" y="3703638"/>
          <p14:tracePt t="22991" x="6221413" y="3703638"/>
          <p14:tracePt t="22999" x="6259513" y="3703638"/>
          <p14:tracePt t="23007" x="6396038" y="3703638"/>
          <p14:tracePt t="23015" x="6559550" y="3703638"/>
          <p14:tracePt t="23023" x="6672263" y="3703638"/>
          <p14:tracePt t="23031" x="6772275" y="3703638"/>
          <p14:tracePt t="23039" x="6946900" y="3703638"/>
          <p14:tracePt t="23047" x="7021513" y="3703638"/>
          <p14:tracePt t="23055" x="7146925" y="3741738"/>
          <p14:tracePt t="23063" x="7235825" y="3767138"/>
          <p14:tracePt t="23072" x="7285038" y="3803650"/>
          <p14:tracePt t="23079" x="7335838" y="3803650"/>
          <p14:tracePt t="23089" x="7359650" y="3829050"/>
          <p14:tracePt t="23095" x="7397750" y="3854450"/>
          <p14:tracePt t="23105" x="7435850" y="3867150"/>
          <p14:tracePt t="23111" x="7459663" y="3905250"/>
          <p14:tracePt t="23120" x="7485063" y="3929063"/>
          <p14:tracePt t="23127" x="7510463" y="3954463"/>
          <p14:tracePt t="23136" x="7548563" y="3992563"/>
          <p14:tracePt t="23151" x="7561263" y="4029075"/>
          <p14:tracePt t="23171" x="7673975" y="4141788"/>
          <p14:tracePt t="23175" x="7735888" y="4179888"/>
          <p14:tracePt t="23183" x="7785100" y="4217988"/>
          <p14:tracePt t="23191" x="7797800" y="4241800"/>
          <p14:tracePt t="23199" x="7823200" y="4267200"/>
          <p14:tracePt t="23207" x="7861300" y="4292600"/>
          <p14:tracePt t="23215" x="7874000" y="4292600"/>
          <p14:tracePt t="23223" x="7874000" y="4305300"/>
          <p14:tracePt t="23231" x="7886700" y="4318000"/>
          <p14:tracePt t="23239" x="7886700" y="4330700"/>
          <p14:tracePt t="23247" x="7886700" y="4354513"/>
          <p14:tracePt t="23263" x="7886700" y="4379913"/>
          <p14:tracePt t="23272" x="7910513" y="4418013"/>
          <p14:tracePt t="23279" x="7910513" y="4443413"/>
          <p14:tracePt t="23288" x="7910513" y="4479925"/>
          <p14:tracePt t="23295" x="7935913" y="4543425"/>
          <p14:tracePt t="23305" x="7935913" y="4592638"/>
          <p14:tracePt t="23311" x="7935913" y="4656138"/>
          <p14:tracePt t="23320" x="7935913" y="4718050"/>
          <p14:tracePt t="23327" x="7935913" y="4768850"/>
          <p14:tracePt t="23335" x="7935913" y="4818063"/>
          <p14:tracePt t="23343" x="7935913" y="4868863"/>
          <p14:tracePt t="23351" x="7935913" y="4905375"/>
          <p14:tracePt t="23359" x="7910513" y="4943475"/>
          <p14:tracePt t="23367" x="7886700" y="5005388"/>
          <p14:tracePt t="23375" x="7861300" y="5043488"/>
          <p14:tracePt t="23383" x="7835900" y="5068888"/>
          <p14:tracePt t="23391" x="7823200" y="5081588"/>
          <p14:tracePt t="23399" x="7773988" y="5130800"/>
          <p14:tracePt t="23407" x="7748588" y="5168900"/>
          <p14:tracePt t="23415" x="7710488" y="5194300"/>
          <p14:tracePt t="23423" x="7635875" y="5230813"/>
          <p14:tracePt t="23431" x="7572375" y="5243513"/>
          <p14:tracePt t="23439" x="7448550" y="5294313"/>
          <p14:tracePt t="23447" x="7348538" y="5294313"/>
          <p14:tracePt t="23455" x="7246938" y="5305425"/>
          <p14:tracePt t="23463" x="7185025" y="5305425"/>
          <p14:tracePt t="23472" x="7159625" y="5305425"/>
          <p14:tracePt t="23479" x="7046913" y="5305425"/>
          <p14:tracePt t="23488" x="6934200" y="5305425"/>
          <p14:tracePt t="23495" x="6846888" y="5305425"/>
          <p14:tracePt t="23504" x="6721475" y="5305425"/>
          <p14:tracePt t="23511" x="6584950" y="5305425"/>
          <p14:tracePt t="23521" x="6446838" y="5318125"/>
          <p14:tracePt t="23527" x="6346825" y="5318125"/>
          <p14:tracePt t="23535" x="6283325" y="5318125"/>
          <p14:tracePt t="23543" x="6146800" y="5318125"/>
          <p14:tracePt t="23551" x="6108700" y="5318125"/>
          <p14:tracePt t="23559" x="6034088" y="5318125"/>
          <p14:tracePt t="23567" x="5995988" y="5318125"/>
          <p14:tracePt t="23575" x="5932488" y="5318125"/>
          <p14:tracePt t="23583" x="5845175" y="5318125"/>
          <p14:tracePt t="23591" x="5757863" y="5281613"/>
          <p14:tracePt t="23599" x="5683250" y="5243513"/>
          <p14:tracePt t="23607" x="5632450" y="5205413"/>
          <p14:tracePt t="23615" x="5583238" y="5156200"/>
          <p14:tracePt t="23623" x="5557838" y="5130800"/>
          <p14:tracePt t="23631" x="5519738" y="5105400"/>
          <p14:tracePt t="23639" x="5457825" y="5056188"/>
          <p14:tracePt t="23647" x="5445125" y="5030788"/>
          <p14:tracePt t="23656" x="5407025" y="4981575"/>
          <p14:tracePt t="23663" x="5370513" y="4930775"/>
          <p14:tracePt t="23672" x="5345113" y="4879975"/>
          <p14:tracePt t="23679" x="5307013" y="4792663"/>
          <p14:tracePt t="23688" x="5281613" y="4730750"/>
          <p14:tracePt t="23695" x="5270500" y="4679950"/>
          <p14:tracePt t="23705" x="5270500" y="4618038"/>
          <p14:tracePt t="23711" x="5270500" y="4554538"/>
          <p14:tracePt t="23720" x="5245100" y="4492625"/>
          <p14:tracePt t="23727" x="5245100" y="4430713"/>
          <p14:tracePt t="23737" x="5245100" y="4354513"/>
          <p14:tracePt t="23743" x="5245100" y="4267200"/>
          <p14:tracePt t="23753" x="5245100" y="4217988"/>
          <p14:tracePt t="23759" x="5245100" y="4167188"/>
          <p14:tracePt t="23767" x="5245100" y="4129088"/>
          <p14:tracePt t="23775" x="5245100" y="4105275"/>
          <p14:tracePt t="23783" x="5245100" y="4067175"/>
          <p14:tracePt t="23791" x="5245100" y="4054475"/>
          <p14:tracePt t="23799" x="5245100" y="4017963"/>
          <p14:tracePt t="23807" x="5245100" y="3979863"/>
          <p14:tracePt t="23815" x="5245100" y="3929063"/>
          <p14:tracePt t="23823" x="5281613" y="3879850"/>
          <p14:tracePt t="23831" x="5345113" y="3841750"/>
          <p14:tracePt t="23839" x="5383213" y="3803650"/>
          <p14:tracePt t="23847" x="5445125" y="3754438"/>
          <p14:tracePt t="23855" x="5483225" y="3716338"/>
          <p14:tracePt t="23863" x="5583238" y="3629025"/>
          <p14:tracePt t="23872" x="5657850" y="3603625"/>
          <p14:tracePt t="23879" x="5732463" y="3567113"/>
          <p14:tracePt t="23888" x="5857875" y="3529013"/>
          <p14:tracePt t="23895" x="5870575" y="3516313"/>
          <p14:tracePt t="23905" x="5921375" y="3479800"/>
          <p14:tracePt t="23911" x="5995988" y="3441700"/>
          <p14:tracePt t="23920" x="6096000" y="3429000"/>
          <p14:tracePt t="23927" x="6170613" y="3429000"/>
          <p14:tracePt t="23937" x="6270625" y="3429000"/>
          <p14:tracePt t="23943" x="6359525" y="3429000"/>
          <p14:tracePt t="23953" x="6483350" y="3429000"/>
          <p14:tracePt t="23959" x="6608763" y="3429000"/>
          <p14:tracePt t="23967" x="6759575" y="3416300"/>
          <p14:tracePt t="23975" x="6808788" y="3416300"/>
          <p14:tracePt t="23983" x="6921500" y="3416300"/>
          <p14:tracePt t="23991" x="7034213" y="3416300"/>
          <p14:tracePt t="23999" x="7172325" y="3416300"/>
          <p14:tracePt t="24007" x="7246938" y="3416300"/>
          <p14:tracePt t="24015" x="7323138" y="3454400"/>
          <p14:tracePt t="24023" x="7372350" y="3479800"/>
          <p14:tracePt t="24031" x="7472363" y="3503613"/>
          <p14:tracePt t="24039" x="7510463" y="3516313"/>
          <p14:tracePt t="24056" x="7585075" y="3567113"/>
          <p14:tracePt t="24063" x="7635875" y="3590925"/>
          <p14:tracePt t="24071" x="7673975" y="3616325"/>
          <p14:tracePt t="24079" x="7697788" y="3641725"/>
          <p14:tracePt t="24088" x="7735888" y="3641725"/>
          <p14:tracePt t="24095" x="7735888" y="3667125"/>
          <p14:tracePt t="24104" x="7748588" y="3667125"/>
          <p14:tracePt t="24111" x="7748588" y="3692525"/>
          <p14:tracePt t="24127" x="7773988" y="3716338"/>
          <p14:tracePt t="24137" x="7773988" y="3729038"/>
          <p14:tracePt t="24143" x="7785100" y="3767138"/>
          <p14:tracePt t="24153" x="7810500" y="3829050"/>
          <p14:tracePt t="24159" x="7835900" y="3879850"/>
          <p14:tracePt t="24167" x="7848600" y="3941763"/>
          <p14:tracePt t="24175" x="7861300" y="4017963"/>
          <p14:tracePt t="24183" x="7886700" y="4067175"/>
          <p14:tracePt t="24191" x="7897813" y="4141788"/>
          <p14:tracePt t="24199" x="7897813" y="4192588"/>
          <p14:tracePt t="24207" x="7910513" y="4241800"/>
          <p14:tracePt t="24215" x="7910513" y="4292600"/>
          <p14:tracePt t="24223" x="7910513" y="4318000"/>
          <p14:tracePt t="24231" x="7910513" y="4341813"/>
          <p14:tracePt t="24239" x="7910513" y="4379913"/>
          <p14:tracePt t="24247" x="7910513" y="4392613"/>
          <p14:tracePt t="24255" x="7886700" y="4443413"/>
          <p14:tracePt t="24263" x="7874000" y="4479925"/>
          <p14:tracePt t="24271" x="7835900" y="4554538"/>
          <p14:tracePt t="24279" x="7797800" y="4605338"/>
          <p14:tracePt t="24288" x="7735888" y="4667250"/>
          <p14:tracePt t="24304" x="7710488" y="4667250"/>
          <p14:tracePt t="24311" x="7648575" y="4667250"/>
          <p14:tracePt t="24321" x="7548563" y="4730750"/>
          <p14:tracePt t="24327" x="7459663" y="4756150"/>
          <p14:tracePt t="24337" x="7348538" y="4792663"/>
          <p14:tracePt t="24343" x="7246938" y="4805363"/>
          <p14:tracePt t="24353" x="7134225" y="4818063"/>
          <p14:tracePt t="24359" x="6959600" y="4818063"/>
          <p14:tracePt t="24369" x="6834188" y="4818063"/>
          <p14:tracePt t="24375" x="6672263" y="4818063"/>
          <p14:tracePt t="24383" x="6534150" y="4818063"/>
          <p14:tracePt t="24391" x="6396038" y="4818063"/>
          <p14:tracePt t="24399" x="6283325" y="4843463"/>
          <p14:tracePt t="24407" x="6134100" y="4830763"/>
          <p14:tracePt t="24415" x="6057900" y="4779963"/>
          <p14:tracePt t="24423" x="5932488" y="4756150"/>
          <p14:tracePt t="24431" x="5808663" y="4730750"/>
          <p14:tracePt t="24439" x="5719763" y="4679950"/>
          <p14:tracePt t="24447" x="5683250" y="4656138"/>
          <p14:tracePt t="24456" x="5595938" y="4605338"/>
          <p14:tracePt t="24463" x="5519738" y="4579938"/>
          <p14:tracePt t="24471" x="5495925" y="4543425"/>
          <p14:tracePt t="24479" x="5432425" y="4479925"/>
          <p14:tracePt t="24488" x="5370513" y="4430713"/>
          <p14:tracePt t="24495" x="5357813" y="4405313"/>
          <p14:tracePt t="24504" x="5332413" y="4379913"/>
          <p14:tracePt t="24510" x="5319713" y="4354513"/>
          <p14:tracePt t="24520" x="5294313" y="4318000"/>
          <p14:tracePt t="24527" x="5270500" y="4254500"/>
          <p14:tracePt t="24536" x="5257800" y="4217988"/>
          <p14:tracePt t="24543" x="5232400" y="4154488"/>
          <p14:tracePt t="24553" x="5219700" y="4117975"/>
          <p14:tracePt t="24559" x="5219700" y="4067175"/>
          <p14:tracePt t="24569" x="5219700" y="4054475"/>
          <p14:tracePt t="24575" x="5219700" y="4005263"/>
          <p14:tracePt t="24583" x="5219700" y="3979863"/>
          <p14:tracePt t="24591" x="5219700" y="3929063"/>
          <p14:tracePt t="24599" x="5219700" y="3867150"/>
          <p14:tracePt t="24607" x="5219700" y="3829050"/>
          <p14:tracePt t="24615" x="5219700" y="3779838"/>
          <p14:tracePt t="24623" x="5219700" y="3754438"/>
          <p14:tracePt t="24631" x="5219700" y="3716338"/>
          <p14:tracePt t="24639" x="5232400" y="3679825"/>
          <p14:tracePt t="24647" x="5281613" y="3616325"/>
          <p14:tracePt t="24655" x="5345113" y="3567113"/>
          <p14:tracePt t="24663" x="5370513" y="3529013"/>
          <p14:tracePt t="24671" x="5445125" y="3490913"/>
          <p14:tracePt t="24679" x="5519738" y="3467100"/>
          <p14:tracePt t="24687" x="5545138" y="3454400"/>
          <p14:tracePt t="24695" x="5619750" y="3429000"/>
          <p14:tracePt t="24704" x="5695950" y="3390900"/>
          <p14:tracePt t="24711" x="5757863" y="3390900"/>
          <p14:tracePt t="24720" x="5883275" y="3378200"/>
          <p14:tracePt t="24727" x="5932488" y="3378200"/>
          <p14:tracePt t="24736" x="6057900" y="3378200"/>
          <p14:tracePt t="24743" x="6108700" y="3378200"/>
          <p14:tracePt t="24753" x="6146800" y="3378200"/>
          <p14:tracePt t="24759" x="6270625" y="3378200"/>
          <p14:tracePt t="24770" x="6408738" y="3378200"/>
          <p14:tracePt t="24775" x="6496050" y="3403600"/>
          <p14:tracePt t="24783" x="6608763" y="3416300"/>
          <p14:tracePt t="24791" x="6708775" y="3479800"/>
          <p14:tracePt t="24799" x="6821488" y="3516313"/>
          <p14:tracePt t="24807" x="6872288" y="3529013"/>
          <p14:tracePt t="24815" x="6910388" y="3567113"/>
          <p14:tracePt t="24823" x="6985000" y="3590925"/>
          <p14:tracePt t="24831" x="7010400" y="3590925"/>
          <p14:tracePt t="24839" x="7034213" y="3629025"/>
          <p14:tracePt t="24847" x="7097713" y="3667125"/>
          <p14:tracePt t="24855" x="7146925" y="3703638"/>
          <p14:tracePt t="24863" x="7146925" y="3716338"/>
          <p14:tracePt t="24871" x="7197725" y="3779838"/>
          <p14:tracePt t="24879" x="7197725" y="3829050"/>
          <p14:tracePt t="24888" x="7235825" y="3879850"/>
          <p14:tracePt t="24895" x="7246938" y="3941763"/>
          <p14:tracePt t="24904" x="7246938" y="4017963"/>
          <p14:tracePt t="24911" x="7246938" y="4067175"/>
          <p14:tracePt t="24920" x="7259638" y="4117975"/>
          <p14:tracePt t="24927" x="7259638" y="4167188"/>
          <p14:tracePt t="24937" x="7259638" y="4217988"/>
          <p14:tracePt t="24943" x="7259638" y="4292600"/>
          <p14:tracePt t="24952" x="7259638" y="4341813"/>
          <p14:tracePt t="24959" x="7259638" y="4392613"/>
          <p14:tracePt t="24969" x="7259638" y="4479925"/>
          <p14:tracePt t="24975" x="7246938" y="4530725"/>
          <p14:tracePt t="24985" x="7246938" y="4592638"/>
          <p14:tracePt t="24991" x="7235825" y="4643438"/>
          <p14:tracePt t="24999" x="7172325" y="4705350"/>
          <p14:tracePt t="25007" x="7134225" y="4743450"/>
          <p14:tracePt t="25015" x="7097713" y="4805363"/>
          <p14:tracePt t="25023" x="7046913" y="4868863"/>
          <p14:tracePt t="25037" x="7010400" y="4892675"/>
          <p14:tracePt t="25039" x="6946900" y="4943475"/>
          <p14:tracePt t="25047" x="6910388" y="4981575"/>
          <p14:tracePt t="25055" x="6846888" y="5005388"/>
          <p14:tracePt t="25071" x="6797675" y="5018088"/>
          <p14:tracePt t="25079" x="6734175" y="5030788"/>
          <p14:tracePt t="25087" x="6672263" y="5030788"/>
          <p14:tracePt t="25095" x="6608763" y="5056188"/>
          <p14:tracePt t="25104" x="6559550" y="5056188"/>
          <p14:tracePt t="25111" x="6496050" y="5056188"/>
          <p14:tracePt t="25120" x="6483350" y="5068888"/>
          <p14:tracePt t="25127" x="6446838" y="5068888"/>
          <p14:tracePt t="25143" x="6434138" y="5068888"/>
          <p14:tracePt t="25303" x="6434138" y="5056188"/>
          <p14:tracePt t="25319" x="6472238" y="5043488"/>
          <p14:tracePt t="25327" x="6496050" y="5030788"/>
          <p14:tracePt t="25336" x="6521450" y="5030788"/>
          <p14:tracePt t="25343" x="6559550" y="5018088"/>
          <p14:tracePt t="25353" x="6572250" y="5018088"/>
          <p14:tracePt t="25359" x="6596063" y="5005388"/>
          <p14:tracePt t="25369" x="6659563" y="4981575"/>
          <p14:tracePt t="25375" x="6696075" y="4968875"/>
          <p14:tracePt t="25384" x="6734175" y="4968875"/>
          <p14:tracePt t="25391" x="6759575" y="4968875"/>
          <p14:tracePt t="25399" x="6784975" y="4956175"/>
          <p14:tracePt t="25407" x="6808788" y="4930775"/>
          <p14:tracePt t="25423" x="6808788" y="4905375"/>
          <p14:tracePt t="25430" x="6808788" y="4879975"/>
          <p14:tracePt t="25439" x="6808788" y="4856163"/>
          <p14:tracePt t="25447" x="6797675" y="4830763"/>
          <p14:tracePt t="25455" x="6772275" y="4792663"/>
          <p14:tracePt t="25463" x="6759575" y="4779963"/>
          <p14:tracePt t="25471" x="6734175" y="4743450"/>
          <p14:tracePt t="25479" x="6708775" y="4730750"/>
          <p14:tracePt t="25487" x="6696075" y="4705350"/>
          <p14:tracePt t="25615" x="6696075" y="4756150"/>
          <p14:tracePt t="25623" x="6696075" y="4779963"/>
          <p14:tracePt t="25631" x="6696075" y="4805363"/>
          <p14:tracePt t="25639" x="6708775" y="4805363"/>
          <p14:tracePt t="25776" x="6734175" y="4805363"/>
          <p14:tracePt t="25785" x="6772275" y="4805363"/>
          <p14:tracePt t="25792" x="6808788" y="4805363"/>
          <p14:tracePt t="25801" x="6897688" y="4805363"/>
          <p14:tracePt t="25808" x="7034213" y="4805363"/>
          <p14:tracePt t="25816" x="7172325" y="4805363"/>
          <p14:tracePt t="25824" x="7348538" y="4805363"/>
          <p14:tracePt t="25832" x="7535863" y="4805363"/>
          <p14:tracePt t="25839" x="7710488" y="4805363"/>
          <p14:tracePt t="25847" x="7861300" y="4818063"/>
          <p14:tracePt t="25855" x="8035925" y="4843463"/>
          <p14:tracePt t="25863" x="8212138" y="4843463"/>
          <p14:tracePt t="25871" x="8412163" y="4843463"/>
          <p14:tracePt t="25879" x="8561388" y="4868863"/>
          <p14:tracePt t="25887" x="8661400" y="4868863"/>
          <p14:tracePt t="25895" x="8786813" y="4868863"/>
          <p14:tracePt t="25903" x="8850313" y="4868863"/>
          <p14:tracePt t="25911" x="8924925" y="4868863"/>
          <p14:tracePt t="25919" x="9024938" y="4868863"/>
          <p14:tracePt t="25926" x="9075738" y="4868863"/>
          <p14:tracePt t="25936" x="9099550" y="4868863"/>
          <p14:tracePt t="25943" x="9137650" y="4868863"/>
          <p14:tracePt t="25952" x="9150350" y="4868863"/>
          <p14:tracePt t="25959" x="9163050" y="4868863"/>
          <p14:tracePt t="25968" x="9175750" y="4868863"/>
          <p14:tracePt t="25975" x="9199563" y="4868863"/>
          <p14:tracePt t="25984" x="9212263" y="4868863"/>
          <p14:tracePt t="25991" x="9275763" y="4843463"/>
          <p14:tracePt t="26007" x="9301163" y="4843463"/>
          <p14:tracePt t="26023" x="9312275" y="4843463"/>
          <p14:tracePt t="26030" x="9337675" y="4843463"/>
          <p14:tracePt t="26047" x="9350375" y="4830763"/>
          <p14:tracePt t="26119" x="9350375" y="4818063"/>
          <p14:tracePt t="26143" x="9350375" y="4805363"/>
          <p14:tracePt t="26159" x="9350375" y="4792663"/>
          <p14:tracePt t="26191" x="9350375" y="4779963"/>
          <p14:tracePt t="26239" x="9363075" y="4779963"/>
          <p14:tracePt t="26247" x="9375775" y="4779963"/>
          <p14:tracePt t="26255" x="9388475" y="4779963"/>
          <p14:tracePt t="26263" x="9413875" y="4779963"/>
          <p14:tracePt t="26271" x="9450388" y="4779963"/>
          <p14:tracePt t="26279" x="9488488" y="4779963"/>
          <p14:tracePt t="26287" x="9525000" y="4779963"/>
          <p14:tracePt t="26295" x="9537700" y="4768850"/>
          <p14:tracePt t="26303" x="9550400" y="4768850"/>
          <p14:tracePt t="26319" x="9563100" y="4756150"/>
          <p14:tracePt t="26336" x="9575800" y="4743450"/>
          <p14:tracePt t="26399" x="9575800" y="4730750"/>
          <p14:tracePt t="26407" x="9575800" y="4705350"/>
          <p14:tracePt t="26423" x="9563100" y="4705350"/>
          <p14:tracePt t="26495" x="9563100" y="4692650"/>
          <p14:tracePt t="26503" x="9563100" y="4679950"/>
          <p14:tracePt t="26511" x="9563100" y="4667250"/>
          <p14:tracePt t="26519" x="9563100" y="4656138"/>
          <p14:tracePt t="26527" x="9563100" y="4643438"/>
          <p14:tracePt t="26535" x="9563100" y="4630738"/>
          <p14:tracePt t="26552" x="9563100" y="4618038"/>
          <p14:tracePt t="26568" x="9563100" y="4605338"/>
          <p14:tracePt t="26575" x="9550400" y="4592638"/>
          <p14:tracePt t="26585" x="9537700" y="4579938"/>
          <p14:tracePt t="26600" x="9513888" y="4554538"/>
          <p14:tracePt t="26616" x="9513888" y="4530725"/>
          <p14:tracePt t="26623" x="9513888" y="4518025"/>
          <p14:tracePt t="26631" x="9488488" y="4492625"/>
          <p14:tracePt t="26639" x="9424988" y="4443413"/>
          <p14:tracePt t="26647" x="9363075" y="4418013"/>
          <p14:tracePt t="26655" x="9337675" y="4392613"/>
          <p14:tracePt t="26663" x="9275763" y="4341813"/>
          <p14:tracePt t="26671" x="9188450" y="4318000"/>
          <p14:tracePt t="26679" x="9124950" y="4292600"/>
          <p14:tracePt t="26687" x="9063038" y="4254500"/>
          <p14:tracePt t="26695" x="9012238" y="4217988"/>
          <p14:tracePt t="26703" x="8963025" y="4192588"/>
          <p14:tracePt t="26711" x="8950325" y="4179888"/>
          <p14:tracePt t="26719" x="8937625" y="4167188"/>
          <p14:tracePt t="27039" x="8912225" y="4141788"/>
          <p14:tracePt t="27047" x="8899525" y="4141788"/>
          <p14:tracePt t="27055" x="8899525" y="4129088"/>
          <p14:tracePt t="27071" x="8886825" y="4129088"/>
          <p14:tracePt t="27416" x="8950325" y="4129088"/>
          <p14:tracePt t="27423" x="8999538" y="4129088"/>
          <p14:tracePt t="27432" x="9063038" y="4129088"/>
          <p14:tracePt t="27439" x="9112250" y="4129088"/>
          <p14:tracePt t="27450" x="9175750" y="4129088"/>
          <p14:tracePt t="27455" x="9237663" y="4141788"/>
          <p14:tracePt t="27463" x="9275763" y="4167188"/>
          <p14:tracePt t="27471" x="9301163" y="4167188"/>
          <p14:tracePt t="27479" x="9324975" y="4179888"/>
          <p14:tracePt t="27495" x="9363075" y="4192588"/>
          <p14:tracePt t="27511" x="9375775" y="4192588"/>
          <p14:tracePt t="27519" x="9388475" y="4192588"/>
          <p14:tracePt t="27696" x="9401175" y="4192588"/>
          <p14:tracePt t="27704" x="9401175" y="4205288"/>
          <p14:tracePt t="27717" x="9413875" y="4205288"/>
          <p14:tracePt t="27720" x="9424988" y="4205288"/>
          <p14:tracePt t="27727" x="9437688" y="4205288"/>
          <p14:tracePt t="27743" x="9475788" y="4205288"/>
          <p14:tracePt t="27751" x="9488488" y="4205288"/>
          <p14:tracePt t="27759" x="9501188" y="4205288"/>
          <p14:tracePt t="27767" x="9513888" y="4205288"/>
          <p14:tracePt t="27775" x="9525000" y="4205288"/>
          <p14:tracePt t="27783" x="9563100" y="4205288"/>
          <p14:tracePt t="27791" x="9613900" y="4205288"/>
          <p14:tracePt t="27800" x="9663113" y="4205288"/>
          <p14:tracePt t="27807" x="9701213" y="4205288"/>
          <p14:tracePt t="27817" x="9739313" y="4205288"/>
          <p14:tracePt t="27823" x="9763125" y="4205288"/>
          <p14:tracePt t="27833" x="9788525" y="4217988"/>
          <p14:tracePt t="27850" x="9801225" y="4217988"/>
          <p14:tracePt t="27863" x="9801225" y="4230688"/>
          <p14:tracePt t="27959" x="9813925" y="4230688"/>
          <p14:tracePt t="27975" x="9826625" y="4230688"/>
          <p14:tracePt t="27991" x="9852025" y="4230688"/>
          <p14:tracePt t="28000" x="9875838" y="4230688"/>
          <p14:tracePt t="28007" x="9913938" y="4230688"/>
          <p14:tracePt t="28016" x="9963150" y="4230688"/>
          <p14:tracePt t="28023" x="10001250" y="4230688"/>
          <p14:tracePt t="28033" x="10064750" y="4230688"/>
          <p14:tracePt t="28039" x="10075863" y="4230688"/>
          <p14:tracePt t="28051" x="10152063" y="4230688"/>
          <p14:tracePt t="28055" x="10226675" y="4230688"/>
          <p14:tracePt t="28066" x="10288588" y="4230688"/>
          <p14:tracePt t="28071" x="10339388" y="4230688"/>
          <p14:tracePt t="28079" x="10390188" y="4230688"/>
          <p14:tracePt t="28087" x="10439400" y="4230688"/>
          <p14:tracePt t="28095" x="10477500" y="4230688"/>
          <p14:tracePt t="28103" x="10490200" y="4230688"/>
          <p14:tracePt t="28111" x="10502900" y="4230688"/>
          <p14:tracePt t="28119" x="10514013" y="4230688"/>
          <p14:tracePt t="28167" x="10526713" y="4230688"/>
          <p14:tracePt t="28279" x="10564813" y="4230688"/>
          <p14:tracePt t="28287" x="10577513" y="4230688"/>
          <p14:tracePt t="28295" x="10602913" y="4241800"/>
          <p14:tracePt t="28303" x="10614025" y="4241800"/>
          <p14:tracePt t="28311" x="10652125" y="4254500"/>
          <p14:tracePt t="28319" x="10690225" y="4254500"/>
          <p14:tracePt t="28327" x="10739438" y="4254500"/>
          <p14:tracePt t="28335" x="10790238" y="4254500"/>
          <p14:tracePt t="28343" x="10828338" y="4254500"/>
          <p14:tracePt t="28351" x="10864850" y="4254500"/>
          <p14:tracePt t="28359" x="10877550" y="4254500"/>
          <p14:tracePt t="28367" x="10902950" y="4254500"/>
          <p14:tracePt t="28375" x="10928350" y="4254500"/>
          <p14:tracePt t="28383" x="10939463" y="4254500"/>
          <p14:tracePt t="28391" x="10977563" y="4254500"/>
          <p14:tracePt t="28407" x="10990263" y="4254500"/>
          <p14:tracePt t="28416" x="11002963" y="4254500"/>
          <p14:tracePt t="28608" x="11015663" y="4254500"/>
          <p14:tracePt t="28617" x="11028363" y="4254500"/>
          <p14:tracePt t="28663" x="11041063" y="4254500"/>
          <p14:tracePt t="28783" x="11052175" y="4254500"/>
          <p14:tracePt t="28887" x="11064875" y="4254500"/>
          <p14:tracePt t="28896" x="11077575" y="4254500"/>
          <p14:tracePt t="28983" x="11090275" y="4254500"/>
          <p14:tracePt t="29063" x="11115675" y="4254500"/>
          <p14:tracePt t="29135" x="11128375" y="4254500"/>
          <p14:tracePt t="29175" x="11153775" y="4254500"/>
          <p14:tracePt t="29184" x="11164888" y="4254500"/>
          <p14:tracePt t="29191" x="11190288" y="4254500"/>
          <p14:tracePt t="29199" x="11215688" y="4279900"/>
          <p14:tracePt t="29216" x="11228388" y="4292600"/>
          <p14:tracePt t="29223" x="11241088" y="4305300"/>
          <p14:tracePt t="29232" x="11241088" y="4318000"/>
          <p14:tracePt t="29239" x="11253788" y="4330700"/>
          <p14:tracePt t="29255" x="11266488" y="4354513"/>
          <p14:tracePt t="29264" x="11266488" y="4367213"/>
          <p14:tracePt t="29271" x="11277600" y="4392613"/>
          <p14:tracePt t="29282" x="11290300" y="4418013"/>
          <p14:tracePt t="29287" x="11303000" y="4454525"/>
          <p14:tracePt t="29295" x="11303000" y="4467225"/>
          <p14:tracePt t="29303" x="11303000" y="4492625"/>
          <p14:tracePt t="29311" x="11303000" y="4505325"/>
          <p14:tracePt t="29319" x="11303000" y="4530725"/>
          <p14:tracePt t="29327" x="11303000" y="4543425"/>
          <p14:tracePt t="29335" x="11303000" y="4554538"/>
          <p14:tracePt t="29343" x="11328400" y="4592638"/>
          <p14:tracePt t="29359" x="11328400" y="4605338"/>
          <p14:tracePt t="29375" x="11328400" y="4618038"/>
          <p14:tracePt t="29479" x="11328400" y="4630738"/>
          <p14:tracePt t="29487" x="11328400" y="4656138"/>
          <p14:tracePt t="29503" x="11315700" y="4656138"/>
          <p14:tracePt t="29519" x="11303000" y="4679950"/>
          <p14:tracePt t="29535" x="11290300" y="4692650"/>
          <p14:tracePt t="29543" x="11290300" y="4705350"/>
          <p14:tracePt t="29552" x="11277600" y="4705350"/>
          <p14:tracePt t="29560" x="11277600" y="4718050"/>
          <p14:tracePt t="29568" x="11266488" y="4743450"/>
          <p14:tracePt t="29575" x="11253788" y="4756150"/>
          <p14:tracePt t="29583" x="11253788" y="4779963"/>
          <p14:tracePt t="29591" x="11241088" y="4818063"/>
          <p14:tracePt t="29599" x="11241088" y="4830763"/>
          <p14:tracePt t="29607" x="11228388" y="4868863"/>
          <p14:tracePt t="29615" x="11228388" y="4918075"/>
          <p14:tracePt t="29623" x="11228388" y="4930775"/>
          <p14:tracePt t="29632" x="11215688" y="4968875"/>
          <p14:tracePt t="29638" x="11215688" y="5005388"/>
          <p14:tracePt t="29649" x="11215688" y="5018088"/>
          <p14:tracePt t="29655" x="11202988" y="5056188"/>
          <p14:tracePt t="29665" x="11202988" y="5092700"/>
          <p14:tracePt t="29671" x="11202988" y="5105400"/>
          <p14:tracePt t="29680" x="11202988" y="5130800"/>
          <p14:tracePt t="30223" x="10815638" y="5130800"/>
          <p14:tracePt t="30231" x="10764838" y="5092700"/>
          <p14:tracePt t="30239" x="10752138" y="5043488"/>
          <p14:tracePt t="30248" x="10702925" y="5018088"/>
          <p14:tracePt t="30255" x="10690225" y="4992688"/>
          <p14:tracePt t="30265" x="10639425" y="4981575"/>
          <p14:tracePt t="30271" x="10626725" y="4956175"/>
          <p14:tracePt t="30281" x="10614025" y="4956175"/>
          <p14:tracePt t="30287" x="10614025" y="4943475"/>
          <p14:tracePt t="30297" x="10602913" y="4930775"/>
          <p14:tracePt t="30313" x="10590213" y="4918075"/>
          <p14:tracePt t="30456" x="10577513" y="4918075"/>
          <p14:tracePt t="30465" x="10564813" y="4918075"/>
          <p14:tracePt t="30480" x="10526713" y="4930775"/>
          <p14:tracePt t="30487" x="10526713" y="4943475"/>
          <p14:tracePt t="30503" x="10502900" y="4943475"/>
          <p14:tracePt t="30535" x="10464800" y="4905375"/>
          <p14:tracePt t="30543" x="10464800" y="4830763"/>
          <p14:tracePt t="30551" x="10452100" y="4768850"/>
          <p14:tracePt t="30559" x="10439400" y="4679950"/>
          <p14:tracePt t="30567" x="10426700" y="4592638"/>
          <p14:tracePt t="30575" x="10414000" y="4530725"/>
          <p14:tracePt t="30583" x="10414000" y="4479925"/>
          <p14:tracePt t="30591" x="10401300" y="4443413"/>
          <p14:tracePt t="30599" x="10390188" y="4418013"/>
          <p14:tracePt t="30607" x="10377488" y="4392613"/>
          <p14:tracePt t="30615" x="10377488" y="4367213"/>
          <p14:tracePt t="30630" x="10364788" y="4354513"/>
          <p14:tracePt t="30671" x="10339388" y="4330700"/>
          <p14:tracePt t="30680" x="10339388" y="4279900"/>
          <p14:tracePt t="30687" x="10339388" y="4241800"/>
          <p14:tracePt t="30703" x="10339388" y="4230688"/>
          <p14:tracePt t="30712" x="10339388" y="4217988"/>
          <p14:tracePt t="30743" x="10339388" y="4205288"/>
          <p14:tracePt t="30759" x="10339388" y="4192588"/>
          <p14:tracePt t="30895" x="10364788" y="4205288"/>
          <p14:tracePt t="30903" x="10390188" y="4205288"/>
          <p14:tracePt t="30912" x="10414000" y="4205288"/>
          <p14:tracePt t="30919" x="10426700" y="4217988"/>
          <p14:tracePt t="30930" x="10464800" y="4217988"/>
          <p14:tracePt t="30935" x="10464800" y="4230688"/>
          <p14:tracePt t="30951" x="10477500" y="4230688"/>
          <p14:tracePt t="30959" x="10502900" y="4230688"/>
          <p14:tracePt t="30975" x="10514013" y="4230688"/>
          <p14:tracePt t="30991" x="10539413" y="4230688"/>
          <p14:tracePt t="30999" x="10564813" y="4230688"/>
          <p14:tracePt t="31007" x="10590213" y="4230688"/>
          <p14:tracePt t="31015" x="10602913" y="4217988"/>
          <p14:tracePt t="31023" x="10602913" y="4205288"/>
          <p14:tracePt t="31031" x="10614025" y="4192588"/>
          <p14:tracePt t="31039" x="10626725" y="4192588"/>
          <p14:tracePt t="31047" x="10639425" y="4179888"/>
          <p14:tracePt t="31168" x="10664825" y="4167188"/>
          <p14:tracePt t="31178" x="10715625" y="4167188"/>
          <p14:tracePt t="31185" x="10739438" y="4167188"/>
          <p14:tracePt t="31193" x="10777538" y="4167188"/>
          <p14:tracePt t="31199" x="10815638" y="4167188"/>
          <p14:tracePt t="31207" x="10864850" y="4154488"/>
          <p14:tracePt t="31215" x="10890250" y="4154488"/>
          <p14:tracePt t="31223" x="10915650" y="4154488"/>
          <p14:tracePt t="31231" x="10952163" y="4154488"/>
          <p14:tracePt t="31239" x="10964863" y="4154488"/>
          <p14:tracePt t="31255" x="10990263" y="4154488"/>
          <p14:tracePt t="31264" x="11002963" y="4141788"/>
          <p14:tracePt t="31455" x="11002963" y="4167188"/>
          <p14:tracePt t="31464" x="11002963" y="4230688"/>
          <p14:tracePt t="31471" x="11002963" y="4292600"/>
          <p14:tracePt t="31479" x="11002963" y="4367213"/>
          <p14:tracePt t="31487" x="11002963" y="4454525"/>
          <p14:tracePt t="31496" x="11002963" y="4518025"/>
          <p14:tracePt t="31503" x="11002963" y="4605338"/>
          <p14:tracePt t="31513" x="11002963" y="4656138"/>
          <p14:tracePt t="31519" x="11002963" y="4705350"/>
          <p14:tracePt t="31529" x="11002963" y="4756150"/>
          <p14:tracePt t="31535" x="11002963" y="4818063"/>
          <p14:tracePt t="31546" x="11002963" y="4843463"/>
          <p14:tracePt t="31551" x="11002963" y="4892675"/>
          <p14:tracePt t="31559" x="11002963" y="4943475"/>
          <p14:tracePt t="31567" x="11002963" y="4992688"/>
          <p14:tracePt t="31575" x="10990263" y="5056188"/>
          <p14:tracePt t="31583" x="10939463" y="5130800"/>
          <p14:tracePt t="32055" x="9888538" y="5894388"/>
          <p14:tracePt t="32063" x="9563100" y="5794375"/>
          <p14:tracePt t="32072" x="9050338" y="5607050"/>
          <p14:tracePt t="32081" x="9024938" y="5594350"/>
          <p14:tracePt t="32272" x="9012238" y="5594350"/>
          <p14:tracePt t="32280" x="8999538" y="5594350"/>
          <p14:tracePt t="32288" x="8986838" y="5556250"/>
          <p14:tracePt t="32297" x="8986838" y="5543550"/>
          <p14:tracePt t="32303" x="8986838" y="5507038"/>
          <p14:tracePt t="32312" x="8986838" y="5494338"/>
          <p14:tracePt t="32319" x="8986838" y="5481638"/>
          <p14:tracePt t="32335" x="8986838" y="5468938"/>
          <p14:tracePt t="32551" x="9012238" y="5494338"/>
          <p14:tracePt t="32560" x="9024938" y="5507038"/>
          <p14:tracePt t="32567" x="9063038" y="5530850"/>
          <p14:tracePt t="32576" x="9099550" y="5543550"/>
          <p14:tracePt t="32583" x="9124950" y="5568950"/>
          <p14:tracePt t="32591" x="9150350" y="5581650"/>
          <p14:tracePt t="32599" x="9199563" y="5607050"/>
          <p14:tracePt t="32607" x="9288463" y="5630863"/>
          <p14:tracePt t="32615" x="9350375" y="5656263"/>
          <p14:tracePt t="32623" x="9388475" y="5668963"/>
          <p14:tracePt t="32631" x="9488488" y="5694363"/>
          <p14:tracePt t="32639" x="9575800" y="5732463"/>
          <p14:tracePt t="32647" x="9637713" y="5743575"/>
          <p14:tracePt t="32655" x="9675813" y="5743575"/>
          <p14:tracePt t="32671" x="9701213" y="5743575"/>
          <p14:tracePt t="32679" x="9750425" y="5781675"/>
          <p14:tracePt t="32687" x="9801225" y="5781675"/>
          <p14:tracePt t="32695" x="9826625" y="5781675"/>
          <p14:tracePt t="32703" x="9863138" y="5781675"/>
          <p14:tracePt t="32719" x="9888538" y="5781675"/>
          <p14:tracePt t="32895" x="10288588" y="5118100"/>
          <p14:tracePt t="32903" x="10326688" y="5068888"/>
          <p14:tracePt t="32912" x="10326688" y="5030788"/>
          <p14:tracePt t="32919" x="10339388" y="4981575"/>
          <p14:tracePt t="32928" x="10352088" y="4956175"/>
          <p14:tracePt t="32935" x="10364788" y="4930775"/>
          <p14:tracePt t="32945" x="10390188" y="4892675"/>
          <p14:tracePt t="32960" x="10401300" y="4879975"/>
          <p14:tracePt t="32967" x="10414000" y="4868863"/>
          <p14:tracePt t="32976" x="10426700" y="4856163"/>
          <p14:tracePt t="32983" x="10439400" y="4843463"/>
          <p14:tracePt t="32999" x="10464800" y="4818063"/>
          <p14:tracePt t="33007" x="10502900" y="4792663"/>
          <p14:tracePt t="33015" x="10514013" y="4779963"/>
          <p14:tracePt t="33023" x="10552113" y="4756150"/>
          <p14:tracePt t="33031" x="10564813" y="4743450"/>
          <p14:tracePt t="33039" x="10602913" y="4705350"/>
          <p14:tracePt t="33047" x="10652125" y="4679950"/>
          <p14:tracePt t="33062" x="10652125" y="4667250"/>
          <p14:tracePt t="33063" x="10690225" y="4618038"/>
          <p14:tracePt t="33079" x="10702925" y="4592638"/>
          <p14:tracePt t="33119" x="10702925" y="4579938"/>
          <p14:tracePt t="33128" x="10639425" y="4567238"/>
          <p14:tracePt t="33135" x="10552113" y="4518025"/>
          <p14:tracePt t="33145" x="10414000" y="4505325"/>
          <p14:tracePt t="33151" x="10277475" y="4505325"/>
          <p14:tracePt t="33161" x="10026650" y="4505325"/>
          <p14:tracePt t="33167" x="9726613" y="4505325"/>
          <p14:tracePt t="33178" x="9413875" y="4505325"/>
          <p14:tracePt t="33183" x="8986838" y="4567238"/>
          <p14:tracePt t="33193" x="8499475" y="4605338"/>
          <p14:tracePt t="33199" x="8010525" y="4656138"/>
          <p14:tracePt t="33207" x="7661275" y="4667250"/>
          <p14:tracePt t="33215" x="7359650" y="4667250"/>
          <p14:tracePt t="33223" x="7235825" y="4667250"/>
          <p14:tracePt t="33231" x="7159625" y="4667250"/>
          <p14:tracePt t="33239" x="7134225" y="4667250"/>
          <p14:tracePt t="33247" x="7123113" y="4667250"/>
          <p14:tracePt t="33343" x="7123113" y="4679950"/>
          <p14:tracePt t="33351" x="7197725" y="4792663"/>
          <p14:tracePt t="33361" x="7197725" y="4805363"/>
          <p14:tracePt t="33368" x="7197725" y="4818063"/>
          <p14:tracePt t="33471" x="7210425" y="4818063"/>
          <p14:tracePt t="33479" x="7223125" y="4818063"/>
          <p14:tracePt t="33487" x="7246938" y="4805363"/>
          <p14:tracePt t="33904" x="7259638" y="4805363"/>
          <p14:tracePt t="34111" x="7210425" y="4818063"/>
          <p14:tracePt t="34119" x="6872288" y="4905375"/>
          <p14:tracePt t="34127" x="6721475" y="4930775"/>
          <p14:tracePt t="34135" x="6659563" y="4905375"/>
          <p14:tracePt t="34144" x="6634163" y="4892675"/>
          <p14:tracePt t="34151" x="6621463" y="4868863"/>
          <p14:tracePt t="34160" x="6608763" y="4868863"/>
          <p14:tracePt t="34177" x="6596063" y="4868863"/>
          <p14:tracePt t="34192" x="6572250" y="4868863"/>
          <p14:tracePt t="34199" x="6559550" y="4868863"/>
          <p14:tracePt t="34209" x="6521450" y="4868863"/>
          <p14:tracePt t="34215" x="6472238" y="4868863"/>
          <p14:tracePt t="34223" x="6396038" y="4868863"/>
          <p14:tracePt t="34231" x="6321425" y="4843463"/>
          <p14:tracePt t="34239" x="6283325" y="4805363"/>
          <p14:tracePt t="34247" x="6157913" y="4779963"/>
          <p14:tracePt t="34255" x="6021388" y="4743450"/>
          <p14:tracePt t="34263" x="5945188" y="4730750"/>
          <p14:tracePt t="34271" x="5870575" y="4718050"/>
          <p14:tracePt t="34279" x="5670550" y="4718050"/>
          <p14:tracePt t="34287" x="5519738" y="4718050"/>
          <p14:tracePt t="34295" x="5357813" y="4756150"/>
          <p14:tracePt t="34303" x="5194300" y="4756150"/>
          <p14:tracePt t="34311" x="5045075" y="4768850"/>
          <p14:tracePt t="34319" x="4981575" y="4756150"/>
          <p14:tracePt t="34327" x="4881563" y="4756150"/>
          <p14:tracePt t="34335" x="4781550" y="4743450"/>
          <p14:tracePt t="34343" x="4732338" y="4743450"/>
          <p14:tracePt t="34350" x="4656138" y="4743450"/>
          <p14:tracePt t="34360" x="4606925" y="4743450"/>
          <p14:tracePt t="34367" x="4581525" y="4743450"/>
          <p14:tracePt t="34376" x="4530725" y="4743450"/>
          <p14:tracePt t="34383" x="4494213" y="4743450"/>
          <p14:tracePt t="34393" x="4468813" y="4743450"/>
          <p14:tracePt t="34399" x="4456113" y="4743450"/>
          <p14:tracePt t="34408" x="4443413" y="4743450"/>
          <p14:tracePt t="34415" x="4418013" y="4743450"/>
          <p14:tracePt t="34423" x="4406900" y="4743450"/>
          <p14:tracePt t="34431" x="4394200" y="4743450"/>
          <p14:tracePt t="34439" x="4381500" y="4743450"/>
          <p14:tracePt t="34447" x="4368800" y="4743450"/>
          <p14:tracePt t="34463" x="4356100" y="4743450"/>
          <p14:tracePt t="34479" x="4343400" y="4743450"/>
          <p14:tracePt t="35567" x="4230688" y="4779963"/>
          <p14:tracePt t="35575" x="4117975" y="4818063"/>
          <p14:tracePt t="35607" x="4130675" y="4818063"/>
          <p14:tracePt t="35615" x="4156075" y="4805363"/>
          <p14:tracePt t="35624" x="4243388" y="4805363"/>
          <p14:tracePt t="35631" x="4330700" y="4805363"/>
          <p14:tracePt t="35642" x="4468813" y="4805363"/>
          <p14:tracePt t="35647" x="4619625" y="4868863"/>
          <p14:tracePt t="35655" x="4756150" y="4981575"/>
          <p14:tracePt t="35663" x="4932363" y="5018088"/>
          <p14:tracePt t="35671" x="5106988" y="5092700"/>
          <p14:tracePt t="35679" x="5181600" y="5218113"/>
          <p14:tracePt t="35687" x="5495925" y="5368925"/>
          <p14:tracePt t="35695" x="5983288" y="5430838"/>
          <p14:tracePt t="35703" x="6459538" y="5594350"/>
          <p14:tracePt t="35711" x="7034213" y="5707063"/>
          <p14:tracePt t="35719" x="7661275" y="5781675"/>
          <p14:tracePt t="35727" x="8099425" y="5894388"/>
          <p14:tracePt t="35735" x="8763000" y="5981700"/>
          <p14:tracePt t="35743" x="9375775" y="6056313"/>
          <p14:tracePt t="35959" x="11653838" y="5130800"/>
          <p14:tracePt t="35967" x="11653838" y="5056188"/>
          <p14:tracePt t="35976" x="11653838" y="5005388"/>
          <p14:tracePt t="35983" x="11666538" y="4956175"/>
          <p14:tracePt t="35992" x="11691938" y="4892675"/>
          <p14:tracePt t="35999" x="11691938" y="4856163"/>
          <p14:tracePt t="36009" x="11691938" y="4843463"/>
          <p14:tracePt t="36015" x="11691938" y="4818063"/>
          <p14:tracePt t="36025" x="11691938" y="4805363"/>
          <p14:tracePt t="36031" x="11691938" y="4792663"/>
          <p14:tracePt t="36042" x="11691938" y="4779963"/>
          <p14:tracePt t="36059" x="11691938" y="4743450"/>
          <p14:tracePt t="36063" x="11691938" y="4718050"/>
          <p14:tracePt t="36071" x="11691938" y="4679950"/>
          <p14:tracePt t="36079" x="11691938" y="4656138"/>
          <p14:tracePt t="36087" x="11691938" y="4630738"/>
          <p14:tracePt t="36095" x="11691938" y="4579938"/>
          <p14:tracePt t="36103" x="11691938" y="4554538"/>
          <p14:tracePt t="36111" x="11691938" y="4530725"/>
          <p14:tracePt t="36119" x="11691938" y="4505325"/>
          <p14:tracePt t="36127" x="11691938" y="4479925"/>
          <p14:tracePt t="36135" x="11691938" y="4467225"/>
          <p14:tracePt t="36143" x="11691938" y="4454525"/>
          <p14:tracePt t="36191" x="11691938" y="4443413"/>
          <p14:tracePt t="36199" x="11691938" y="4430713"/>
          <p14:tracePt t="36215" x="11691938" y="4405313"/>
          <p14:tracePt t="36225" x="11691938" y="4379913"/>
          <p14:tracePt t="36231" x="11728450" y="4367213"/>
          <p14:tracePt t="36241" x="11766550" y="4341813"/>
          <p14:tracePt t="36247" x="11791950" y="4318000"/>
          <p14:tracePt t="36258" x="11804650" y="4292600"/>
          <p14:tracePt t="36263" x="11804650" y="4279900"/>
          <p14:tracePt t="36271" x="11804650" y="4254500"/>
          <p14:tracePt t="36279" x="11804650" y="4241800"/>
          <p14:tracePt t="36287" x="11791950" y="4205288"/>
          <p14:tracePt t="36295" x="11728450" y="4179888"/>
          <p14:tracePt t="36303" x="11641138" y="4179888"/>
          <p14:tracePt t="36311" x="11566525" y="4154488"/>
          <p14:tracePt t="36319" x="11503025" y="4154488"/>
          <p14:tracePt t="36327" x="11403013" y="4154488"/>
          <p14:tracePt t="36335" x="11328400" y="4154488"/>
          <p14:tracePt t="36343" x="11253788" y="4154488"/>
          <p14:tracePt t="36351" x="11164888" y="4154488"/>
          <p14:tracePt t="36359" x="11102975" y="4154488"/>
          <p14:tracePt t="36367" x="11064875" y="4154488"/>
          <p14:tracePt t="36375" x="11002963" y="4141788"/>
          <p14:tracePt t="36383" x="10977563" y="4141788"/>
          <p14:tracePt t="36391" x="10952163" y="4129088"/>
          <p14:tracePt t="36399" x="10939463" y="4117975"/>
          <p14:tracePt t="36408" x="10915650" y="4105275"/>
          <p14:tracePt t="36424" x="10902950" y="4105275"/>
          <p14:tracePt t="36440" x="10877550" y="4105275"/>
          <p14:tracePt t="36447" x="10839450" y="4105275"/>
          <p14:tracePt t="36457" x="10815638" y="4105275"/>
          <p14:tracePt t="36463" x="10790238" y="4105275"/>
          <p14:tracePt t="36474" x="10739438" y="4105275"/>
          <p14:tracePt t="36479" x="10726738" y="4105275"/>
          <p14:tracePt t="36487" x="10690225" y="4105275"/>
          <p14:tracePt t="36495" x="10664825" y="4141788"/>
          <p14:tracePt t="36503" x="10626725" y="4192588"/>
          <p14:tracePt t="36511" x="10577513" y="4230688"/>
          <p14:tracePt t="36519" x="10526713" y="4330700"/>
          <p14:tracePt t="36527" x="10502900" y="4367213"/>
          <p14:tracePt t="36535" x="10490200" y="4418013"/>
          <p14:tracePt t="36543" x="10464800" y="4492625"/>
          <p14:tracePt t="36551" x="10464800" y="4505325"/>
          <p14:tracePt t="36559" x="10464800" y="4543425"/>
          <p14:tracePt t="36567" x="10464800" y="4579938"/>
          <p14:tracePt t="36575" x="10464800" y="4618038"/>
          <p14:tracePt t="36583" x="10464800" y="4643438"/>
          <p14:tracePt t="36592" x="10464800" y="4679950"/>
          <p14:tracePt t="36599" x="10464800" y="4692650"/>
          <p14:tracePt t="36608" x="10464800" y="4718050"/>
          <p14:tracePt t="36615" x="10464800" y="4730750"/>
          <p14:tracePt t="36625" x="10464800" y="4768850"/>
          <p14:tracePt t="36631" x="10464800" y="4805363"/>
          <p14:tracePt t="36647" x="10464800" y="4818063"/>
          <p14:tracePt t="36656" x="10464800" y="4843463"/>
          <p14:tracePt t="36663" x="10464800" y="4868863"/>
          <p14:tracePt t="36674" x="10464800" y="4892675"/>
          <p14:tracePt t="36679" x="10477500" y="4905375"/>
          <p14:tracePt t="36687" x="10490200" y="4956175"/>
          <p14:tracePt t="36703" x="10514013" y="4992688"/>
          <p14:tracePt t="36711" x="10526713" y="5005388"/>
          <p14:tracePt t="36719" x="10539413" y="5018088"/>
          <p14:tracePt t="36727" x="10552113" y="5030788"/>
          <p14:tracePt t="36735" x="10552113" y="5043488"/>
          <p14:tracePt t="36743" x="10577513" y="5043488"/>
          <p14:tracePt t="36751" x="10590213" y="5068888"/>
          <p14:tracePt t="36759" x="10602913" y="5068888"/>
          <p14:tracePt t="36774" x="10614025" y="5092700"/>
          <p14:tracePt t="36783" x="10626725" y="5105400"/>
          <p14:tracePt t="36791" x="10639425" y="5105400"/>
          <p14:tracePt t="36799" x="10652125" y="5118100"/>
          <p14:tracePt t="36807" x="10652125" y="5130800"/>
          <p14:tracePt t="38231" x="2216150" y="6732588"/>
          <p14:tracePt t="38240" x="2139950" y="6557963"/>
          <p14:tracePt t="38247" x="2078038" y="6507163"/>
          <p14:tracePt t="38256" x="2027238" y="6407150"/>
          <p14:tracePt t="38263" x="1939925" y="6294438"/>
          <p14:tracePt t="38273" x="1914525" y="6207125"/>
          <p14:tracePt t="38279" x="1790700" y="6081713"/>
          <p14:tracePt t="38289" x="1739900" y="5945188"/>
          <p14:tracePt t="38295" x="1714500" y="5832475"/>
          <p14:tracePt t="38305" x="1665288" y="5719763"/>
          <p14:tracePt t="38311" x="1614488" y="5543550"/>
          <p14:tracePt t="38322" x="1601788" y="5394325"/>
          <p14:tracePt t="38327" x="1577975" y="5243513"/>
          <p14:tracePt t="38335" x="1552575" y="5105400"/>
          <p14:tracePt t="38343" x="1552575" y="4956175"/>
          <p14:tracePt t="38351" x="1552575" y="4805363"/>
          <p14:tracePt t="38359" x="1577975" y="4667250"/>
          <p14:tracePt t="38366" x="1614488" y="4543425"/>
          <p14:tracePt t="38375" x="1689100" y="4379913"/>
          <p14:tracePt t="38383" x="1752600" y="4279900"/>
          <p14:tracePt t="38391" x="1839913" y="4154488"/>
          <p14:tracePt t="38399" x="1914525" y="4029075"/>
          <p14:tracePt t="38407" x="1965325" y="3967163"/>
          <p14:tracePt t="38415" x="2052638" y="3867150"/>
          <p14:tracePt t="38423" x="2178050" y="3767138"/>
          <p14:tracePt t="38431" x="2252663" y="3716338"/>
          <p14:tracePt t="38439" x="2290763" y="3679825"/>
          <p14:tracePt t="38447" x="2339975" y="3629025"/>
          <p14:tracePt t="38456" x="2365375" y="3603625"/>
          <p14:tracePt t="38463" x="2416175" y="3567113"/>
          <p14:tracePt t="38472" x="2452688" y="3541713"/>
          <p14:tracePt t="38479" x="2490788" y="3516313"/>
          <p14:tracePt t="38489" x="2541588" y="3490913"/>
          <p14:tracePt t="38495" x="2590800" y="3467100"/>
          <p14:tracePt t="38505" x="2628900" y="3441700"/>
          <p14:tracePt t="38511" x="2667000" y="3429000"/>
          <p14:tracePt t="38522" x="2690813" y="3416300"/>
          <p14:tracePt t="38535" x="2703513" y="3390900"/>
          <p14:tracePt t="38551" x="2716213" y="3390900"/>
          <p14:tracePt t="38591" x="2728913" y="3390900"/>
          <p14:tracePt t="38631" x="2741613" y="3390900"/>
          <p14:tracePt t="38639" x="2741613" y="3378200"/>
          <p14:tracePt t="38767" x="2754313" y="3378200"/>
          <p14:tracePt t="38807" x="2767013" y="3378200"/>
          <p14:tracePt t="38815" x="2778125" y="3378200"/>
          <p14:tracePt t="38919" x="2803525" y="3390900"/>
          <p14:tracePt t="38935" x="2828925" y="3416300"/>
          <p14:tracePt t="38943" x="2828925" y="3441700"/>
          <p14:tracePt t="38951" x="2854325" y="3479800"/>
          <p14:tracePt t="38959" x="2867025" y="3490913"/>
          <p14:tracePt t="38967" x="2867025" y="3529013"/>
          <p14:tracePt t="38975" x="2903538" y="3590925"/>
          <p14:tracePt t="38983" x="2916238" y="3590925"/>
          <p14:tracePt t="38991" x="2916238" y="3616325"/>
          <p14:tracePt t="39031" x="2941638" y="3629025"/>
          <p14:tracePt t="39039" x="2954338" y="3629025"/>
          <p14:tracePt t="39047" x="2967038" y="3616325"/>
          <p14:tracePt t="39056" x="2992438" y="3603625"/>
          <p14:tracePt t="39063" x="3003550" y="3590925"/>
          <p14:tracePt t="39175" x="3116263" y="3654425"/>
          <p14:tracePt t="39183" x="3305175" y="3905250"/>
          <p14:tracePt t="39191" x="3317875" y="3905250"/>
          <p14:tracePt t="39255" x="3317875" y="3916363"/>
          <p14:tracePt t="39263" x="3367088" y="3954463"/>
          <p14:tracePt t="39273" x="3441700" y="3992563"/>
          <p14:tracePt t="39280" x="3541713" y="4029075"/>
          <p14:tracePt t="39290" x="3592513" y="4079875"/>
          <p14:tracePt t="39296" x="3717925" y="4129088"/>
          <p14:tracePt t="39304" x="4081463" y="4205288"/>
          <p14:tracePt t="39311" x="4368800" y="4241800"/>
          <p14:tracePt t="39321" x="4656138" y="4254500"/>
          <p14:tracePt t="39327" x="5068888" y="4305300"/>
          <p14:tracePt t="39337" x="5457825" y="4318000"/>
          <p14:tracePt t="39343" x="5795963" y="4318000"/>
          <p14:tracePt t="39351" x="6045200" y="4292600"/>
          <p14:tracePt t="39359" x="6208713" y="4279900"/>
          <p14:tracePt t="39367" x="6221413" y="4279900"/>
          <p14:tracePt t="39375" x="6334125" y="4230688"/>
          <p14:tracePt t="39383" x="6421438" y="4167188"/>
          <p14:tracePt t="39391" x="6508750" y="4079875"/>
          <p14:tracePt t="39399" x="6572250" y="4017963"/>
          <p14:tracePt t="39407" x="6584950" y="4005263"/>
          <p14:tracePt t="39415" x="6584950" y="3992563"/>
          <p14:tracePt t="39423" x="6584950" y="3954463"/>
          <p14:tracePt t="39431" x="6584950" y="3941763"/>
          <p14:tracePt t="39439" x="6584950" y="3929063"/>
          <p14:tracePt t="39447" x="6584950" y="3916363"/>
          <p14:tracePt t="39479" x="6584950" y="3905250"/>
          <p14:tracePt t="39488" x="6572250" y="3905250"/>
          <p14:tracePt t="39495" x="6559550" y="3905250"/>
          <p14:tracePt t="39504" x="6534150" y="3905250"/>
          <p14:tracePt t="39511" x="6508750" y="3892550"/>
          <p14:tracePt t="39521" x="6472238" y="3879850"/>
          <p14:tracePt t="39527" x="6421438" y="3879850"/>
          <p14:tracePt t="39538" x="6396038" y="3879850"/>
          <p14:tracePt t="39543" x="6370638" y="3879850"/>
          <p14:tracePt t="39554" x="6308725" y="3879850"/>
          <p14:tracePt t="39559" x="6270625" y="3879850"/>
          <p14:tracePt t="39567" x="6196013" y="3929063"/>
          <p14:tracePt t="39575" x="6157913" y="3941763"/>
          <p14:tracePt t="39583" x="6121400" y="3979863"/>
          <p14:tracePt t="39591" x="6096000" y="4005263"/>
          <p14:tracePt t="39599" x="6034088" y="4054475"/>
          <p14:tracePt t="39607" x="6021388" y="4067175"/>
          <p14:tracePt t="39615" x="6008688" y="4067175"/>
          <p14:tracePt t="39623" x="5945188" y="4141788"/>
          <p14:tracePt t="39631" x="5821363" y="4217988"/>
          <p14:tracePt t="39639" x="5708650" y="4279900"/>
          <p14:tracePt t="39647" x="5645150" y="4318000"/>
          <p14:tracePt t="39655" x="5483225" y="4341813"/>
          <p14:tracePt t="39663" x="5432425" y="4354513"/>
          <p14:tracePt t="39671" x="5270500" y="4405313"/>
          <p14:tracePt t="39679" x="5157788" y="4443413"/>
          <p14:tracePt t="39688" x="5006975" y="4479925"/>
          <p14:tracePt t="39695" x="4894263" y="4505325"/>
          <p14:tracePt t="39704" x="4843463" y="4505325"/>
          <p14:tracePt t="39711" x="4706938" y="4518025"/>
          <p14:tracePt t="39720" x="4668838" y="4518025"/>
          <p14:tracePt t="39727" x="4630738" y="4518025"/>
          <p14:tracePt t="39736" x="4581525" y="4554538"/>
          <p14:tracePt t="39743" x="4568825" y="4554538"/>
          <p14:tracePt t="39754" x="4530725" y="4554538"/>
          <p14:tracePt t="39759" x="4518025" y="4554538"/>
          <p14:tracePt t="39767" x="4494213" y="4554538"/>
          <p14:tracePt t="39775" x="4468813" y="4554538"/>
          <p14:tracePt t="39783" x="4418013" y="4554538"/>
          <p14:tracePt t="39791" x="4368800" y="4554538"/>
          <p14:tracePt t="39799" x="4343400" y="4554538"/>
          <p14:tracePt t="39807" x="4330700" y="4554538"/>
          <p14:tracePt t="39815" x="4294188" y="4567238"/>
          <p14:tracePt t="39823" x="4268788" y="4579938"/>
          <p14:tracePt t="39847" x="4256088" y="4579938"/>
          <p14:tracePt t="39863" x="4243388" y="4592638"/>
          <p14:tracePt t="39879" x="4230688" y="4592638"/>
          <p14:tracePt t="39895" x="4217988" y="4592638"/>
          <p14:tracePt t="39937" x="4205288" y="4605338"/>
          <p14:tracePt t="40007" x="4192588" y="4605338"/>
          <p14:tracePt t="40024" x="4156075" y="4605338"/>
          <p14:tracePt t="40063" x="4081463" y="4630738"/>
          <p14:tracePt t="40073" x="3979863" y="4630738"/>
          <p14:tracePt t="40079" x="3917950" y="4630738"/>
          <p14:tracePt t="40088" x="3867150" y="4656138"/>
          <p14:tracePt t="40095" x="3767138" y="4656138"/>
          <p14:tracePt t="40104" x="3756025" y="4656138"/>
          <p14:tracePt t="40110" x="3692525" y="4656138"/>
          <p14:tracePt t="40121" x="3654425" y="4656138"/>
          <p14:tracePt t="40127" x="3617913" y="4656138"/>
          <p14:tracePt t="40137" x="3592513" y="4656138"/>
          <p14:tracePt t="40232" x="3579813" y="4656138"/>
          <p14:tracePt t="40639" x="3567113" y="4656138"/>
          <p14:tracePt t="40647" x="3554413" y="4656138"/>
          <p14:tracePt t="40655" x="3530600" y="4656138"/>
          <p14:tracePt t="40663" x="3454400" y="4656138"/>
          <p14:tracePt t="40671" x="3417888" y="4656138"/>
          <p14:tracePt t="40679" x="3305175" y="4656138"/>
          <p14:tracePt t="40687" x="3205163" y="4656138"/>
          <p14:tracePt t="40695" x="3167063" y="4656138"/>
          <p14:tracePt t="40703" x="3103563" y="4656138"/>
          <p14:tracePt t="40711" x="3092450" y="4656138"/>
          <p14:tracePt t="40720" x="3067050" y="4656138"/>
          <p14:tracePt t="40736" x="3054350" y="4656138"/>
          <p14:tracePt t="40840" x="3028950" y="4656138"/>
          <p14:tracePt t="40848" x="3016250" y="4656138"/>
          <p14:tracePt t="40863" x="3016250" y="4643438"/>
          <p14:tracePt t="40871" x="3016250" y="4630738"/>
          <p14:tracePt t="40879" x="3016250" y="4618038"/>
          <p14:tracePt t="40887" x="3016250" y="4592638"/>
          <p14:tracePt t="40895" x="3003550" y="4579938"/>
          <p14:tracePt t="40903" x="2979738" y="4554538"/>
          <p14:tracePt t="40911" x="2979738" y="4530725"/>
          <p14:tracePt t="40920" x="2979738" y="4505325"/>
          <p14:tracePt t="40927" x="2979738" y="4479925"/>
          <p14:tracePt t="40936" x="2967038" y="4443413"/>
          <p14:tracePt t="40943" x="2954338" y="4430713"/>
          <p14:tracePt t="40953" x="2941638" y="4418013"/>
          <p14:tracePt t="40959" x="2928938" y="4379913"/>
          <p14:tracePt t="40968" x="2928938" y="4341813"/>
          <p14:tracePt t="40975" x="2928938" y="4330700"/>
          <p14:tracePt t="40985" x="2928938" y="4292600"/>
          <p14:tracePt t="40991" x="2928938" y="4254500"/>
          <p14:tracePt t="40999" x="2928938" y="4217988"/>
          <p14:tracePt t="41007" x="2928938" y="4179888"/>
          <p14:tracePt t="41015" x="2928938" y="4141788"/>
          <p14:tracePt t="41023" x="2928938" y="4105275"/>
          <p14:tracePt t="41031" x="2928938" y="4067175"/>
          <p14:tracePt t="41053" x="2928938" y="3992563"/>
          <p14:tracePt t="41055" x="2928938" y="3967163"/>
          <p14:tracePt t="41063" x="2928938" y="3941763"/>
          <p14:tracePt t="41071" x="2928938" y="3929063"/>
          <p14:tracePt t="41079" x="2941638" y="3892550"/>
          <p14:tracePt t="41095" x="2954338" y="3867150"/>
          <p14:tracePt t="41103" x="2967038" y="3854450"/>
          <p14:tracePt t="41111" x="2992438" y="3829050"/>
          <p14:tracePt t="41120" x="3016250" y="3803650"/>
          <p14:tracePt t="41127" x="3028950" y="3779838"/>
          <p14:tracePt t="41143" x="3067050" y="3741738"/>
          <p14:tracePt t="41152" x="3092450" y="3716338"/>
          <p14:tracePt t="41159" x="3141663" y="3667125"/>
          <p14:tracePt t="41169" x="3167063" y="3641725"/>
          <p14:tracePt t="41175" x="3192463" y="3590925"/>
          <p14:tracePt t="41186" x="3216275" y="3579813"/>
          <p14:tracePt t="41191" x="3254375" y="3541713"/>
          <p14:tracePt t="41207" x="3267075" y="3529013"/>
          <p14:tracePt t="41967" x="3267075" y="3554413"/>
          <p14:tracePt t="42015" x="3279775" y="3567113"/>
          <p14:tracePt t="42023" x="3305175" y="3603625"/>
          <p14:tracePt t="42035" x="3317875" y="3654425"/>
          <p14:tracePt t="42039" x="3328988" y="3754438"/>
          <p14:tracePt t="42047" x="3379788" y="3841750"/>
          <p14:tracePt t="42055" x="3417888" y="3941763"/>
          <p14:tracePt t="42063" x="3505200" y="4041775"/>
          <p14:tracePt t="42071" x="3605213" y="4117975"/>
          <p14:tracePt t="42079" x="3643313" y="4167188"/>
          <p14:tracePt t="42087" x="3730625" y="4230688"/>
          <p14:tracePt t="42095" x="3830638" y="4318000"/>
          <p14:tracePt t="42103" x="3956050" y="4379913"/>
          <p14:tracePt t="42111" x="4081463" y="4418013"/>
          <p14:tracePt t="42119" x="4243388" y="4467225"/>
          <p14:tracePt t="42127" x="4368800" y="4505325"/>
          <p14:tracePt t="42136" x="4494213" y="4554538"/>
          <p14:tracePt t="42143" x="4581525" y="4579938"/>
          <p14:tracePt t="42152" x="4694238" y="4618038"/>
          <p14:tracePt t="42159" x="4732338" y="4630738"/>
          <p14:tracePt t="42168" x="4794250" y="4643438"/>
          <p14:tracePt t="42175" x="4868863" y="4667250"/>
          <p14:tracePt t="42184" x="4919663" y="4667250"/>
          <p14:tracePt t="42191" x="4956175" y="4667250"/>
          <p14:tracePt t="42200" x="5006975" y="4667250"/>
          <p14:tracePt t="42207" x="5057775" y="4667250"/>
          <p14:tracePt t="42217" x="5081588" y="4667250"/>
          <p14:tracePt t="42223" x="5119688" y="4667250"/>
          <p14:tracePt t="42231" x="5194300" y="4667250"/>
          <p14:tracePt t="42239" x="5232400" y="4643438"/>
          <p14:tracePt t="42247" x="5257800" y="4643438"/>
          <p14:tracePt t="42255" x="5281613" y="4630738"/>
          <p14:tracePt t="42263" x="5332413" y="4567238"/>
          <p14:tracePt t="42271" x="5394325" y="4554538"/>
          <p14:tracePt t="42279" x="5407025" y="4530725"/>
          <p14:tracePt t="42287" x="5419725" y="4518025"/>
          <p14:tracePt t="42303" x="5432425" y="4505325"/>
          <p14:tracePt t="42335" x="5432425" y="4479925"/>
          <p14:tracePt t="42391" x="5445125" y="4467225"/>
          <p14:tracePt t="42439" x="5445125" y="4454525"/>
          <p14:tracePt t="43167" x="5445125" y="4443413"/>
          <p14:tracePt t="43247" x="5445125" y="4430713"/>
          <p14:tracePt t="43263" x="5445125" y="4418013"/>
          <p14:tracePt t="43311" x="5445125" y="4405313"/>
          <p14:tracePt t="43839" x="5445125" y="4392613"/>
          <p14:tracePt t="43847" x="5445125" y="4367213"/>
          <p14:tracePt t="43855" x="5445125" y="4354513"/>
          <p14:tracePt t="43863" x="5445125" y="4341813"/>
          <p14:tracePt t="43871" x="5407025" y="4341813"/>
          <p14:tracePt t="43879" x="5394325" y="4341813"/>
          <p14:tracePt t="43887" x="5307013" y="4292600"/>
          <p14:tracePt t="43895" x="5257800" y="4267200"/>
          <p14:tracePt t="43903" x="5219700" y="4254500"/>
          <p14:tracePt t="43911" x="5194300" y="4230688"/>
          <p14:tracePt t="43919" x="5170488" y="4217988"/>
          <p14:tracePt t="43927" x="5106988" y="4192588"/>
          <p14:tracePt t="43935" x="5081588" y="4167188"/>
          <p14:tracePt t="43943" x="5057775" y="4167188"/>
          <p14:tracePt t="43951" x="5045075" y="4167188"/>
          <p14:tracePt t="43959" x="5019675" y="4154488"/>
          <p14:tracePt t="43983" x="4994275" y="4154488"/>
          <p14:tracePt t="43991" x="4968875" y="4179888"/>
          <p14:tracePt t="44000" x="4945063" y="4192588"/>
          <p14:tracePt t="44007" x="4932363" y="4217988"/>
          <p14:tracePt t="44016" x="4894263" y="4241800"/>
          <p14:tracePt t="44023" x="4881563" y="4267200"/>
          <p14:tracePt t="44032" x="4843463" y="4318000"/>
          <p14:tracePt t="44039" x="4832350" y="4330700"/>
          <p14:tracePt t="44049" x="4781550" y="4379913"/>
          <p14:tracePt t="44055" x="4732338" y="4405313"/>
          <p14:tracePt t="44066" x="4719638" y="4430713"/>
          <p14:tracePt t="44071" x="4681538" y="4467225"/>
          <p14:tracePt t="44079" x="4668838" y="4479925"/>
          <p14:tracePt t="44087" x="4643438" y="4518025"/>
          <p14:tracePt t="44095" x="4594225" y="4530725"/>
          <p14:tracePt t="44103" x="4581525" y="4554538"/>
          <p14:tracePt t="44111" x="4556125" y="4567238"/>
          <p14:tracePt t="44119" x="4481513" y="4579938"/>
          <p14:tracePt t="44127" x="4430713" y="4605338"/>
          <p14:tracePt t="44135" x="4356100" y="4630738"/>
          <p14:tracePt t="44143" x="4318000" y="4630738"/>
          <p14:tracePt t="44191" x="4281488" y="4630738"/>
          <p14:tracePt t="44199" x="4156075" y="4567238"/>
          <p14:tracePt t="44207" x="4092575" y="4479925"/>
          <p14:tracePt t="44216" x="4056063" y="4418013"/>
          <p14:tracePt t="44223" x="4017963" y="4330700"/>
          <p14:tracePt t="44233" x="3956050" y="4279900"/>
          <p14:tracePt t="44239" x="3930650" y="4154488"/>
          <p14:tracePt t="44249" x="3879850" y="4041775"/>
          <p14:tracePt t="44255" x="3843338" y="3941763"/>
          <p14:tracePt t="44265" x="3817938" y="3829050"/>
          <p14:tracePt t="44271" x="3805238" y="3692525"/>
          <p14:tracePt t="44279" x="3805238" y="3567113"/>
          <p14:tracePt t="44287" x="3805238" y="3429000"/>
          <p14:tracePt t="44295" x="3805238" y="3328988"/>
          <p14:tracePt t="44303" x="3805238" y="3228975"/>
          <p14:tracePt t="44311" x="3805238" y="3090863"/>
          <p14:tracePt t="44319" x="3805238" y="3028950"/>
          <p14:tracePt t="44327" x="3843338" y="2916238"/>
          <p14:tracePt t="44335" x="3843338" y="2865438"/>
          <p14:tracePt t="44343" x="3867150" y="2790825"/>
          <p14:tracePt t="44351" x="3879850" y="2752725"/>
          <p14:tracePt t="44359" x="3905250" y="2690813"/>
          <p14:tracePt t="44367" x="3917950" y="2565400"/>
          <p14:tracePt t="44375" x="3968750" y="2478088"/>
          <p14:tracePt t="44383" x="4017963" y="2352675"/>
          <p14:tracePt t="44391" x="4043363" y="2303463"/>
          <p14:tracePt t="44400" x="4092575" y="2201863"/>
          <p14:tracePt t="44407" x="4143375" y="2127250"/>
          <p14:tracePt t="44416" x="4168775" y="2089150"/>
          <p14:tracePt t="44423" x="4168775" y="2078038"/>
          <p14:tracePt t="44432" x="4217988" y="2027238"/>
          <p14:tracePt t="44439" x="4243388" y="2001838"/>
          <p14:tracePt t="44449" x="4305300" y="1939925"/>
          <p14:tracePt t="44455" x="4368800" y="1889125"/>
          <p14:tracePt t="44464" x="4456113" y="1865313"/>
          <p14:tracePt t="44471" x="4568825" y="1839913"/>
          <p14:tracePt t="44479" x="4681538" y="1827213"/>
          <p14:tracePt t="44487" x="4832350" y="1789113"/>
          <p14:tracePt t="44495" x="4881563" y="1789113"/>
          <p14:tracePt t="44503" x="4894263" y="1789113"/>
          <p14:tracePt t="45847" x="4732338" y="1789113"/>
          <p14:tracePt t="45855" x="4456113" y="1789113"/>
          <p14:tracePt t="45864" x="4356100" y="1789113"/>
          <p14:tracePt t="45871" x="4268788" y="1814513"/>
          <p14:tracePt t="45881" x="4217988" y="1852613"/>
          <p14:tracePt t="45887" x="4192588" y="1865313"/>
          <p14:tracePt t="45897" x="4156075" y="1889125"/>
          <p14:tracePt t="45914" x="4168775" y="1889125"/>
          <p14:tracePt t="45919" x="4205288" y="1889125"/>
          <p14:tracePt t="46111" x="4130675" y="1889125"/>
          <p14:tracePt t="46119" x="4117975" y="1852613"/>
          <p14:tracePt t="46127" x="4117975" y="1839913"/>
          <p14:tracePt t="46135" x="4092575" y="1814513"/>
          <p14:tracePt t="46143" x="4068763" y="1789113"/>
          <p14:tracePt t="46151" x="3992563" y="1776413"/>
          <p14:tracePt t="46159" x="3905250" y="1739900"/>
          <p14:tracePt t="46167" x="3805238" y="1739900"/>
          <p14:tracePt t="46175" x="3643313" y="1739900"/>
          <p14:tracePt t="46183" x="3592513" y="1739900"/>
          <p14:tracePt t="46191" x="3467100" y="1801813"/>
          <p14:tracePt t="46199" x="3341688" y="1889125"/>
          <p14:tracePt t="46207" x="3241675" y="2014538"/>
          <p14:tracePt t="46215" x="3179763" y="2239963"/>
          <p14:tracePt t="46223" x="3116263" y="2439988"/>
          <p14:tracePt t="46231" x="3067050" y="2678113"/>
          <p14:tracePt t="46239" x="3041650" y="2903538"/>
          <p14:tracePt t="46248" x="3041650" y="3054350"/>
          <p14:tracePt t="46255" x="3041650" y="3190875"/>
          <p14:tracePt t="46264" x="3079750" y="3328988"/>
          <p14:tracePt t="46271" x="3128963" y="3403600"/>
          <p14:tracePt t="46280" x="3167063" y="3441700"/>
          <p14:tracePt t="46286" x="3205163" y="3441700"/>
          <p14:tracePt t="46297" x="3267075" y="3441700"/>
          <p14:tracePt t="46303" x="3354388" y="3441700"/>
          <p14:tracePt t="46313" x="3467100" y="3416300"/>
          <p14:tracePt t="46319" x="3592513" y="3328988"/>
          <p14:tracePt t="46327" x="3679825" y="3254375"/>
          <p14:tracePt t="46335" x="3756025" y="3103563"/>
          <p14:tracePt t="46343" x="3779838" y="2890838"/>
          <p14:tracePt t="46351" x="3830638" y="2590800"/>
          <p14:tracePt t="46359" x="3879850" y="2414588"/>
          <p14:tracePt t="46367" x="3892550" y="2239963"/>
          <p14:tracePt t="46375" x="3892550" y="2089150"/>
          <p14:tracePt t="46383" x="3843338" y="1814513"/>
          <p14:tracePt t="46391" x="3743325" y="1539875"/>
          <p14:tracePt t="46399" x="3554413" y="1063625"/>
          <p14:tracePt t="46407" x="3467100" y="750888"/>
          <p14:tracePt t="46415" x="3367088" y="476250"/>
          <p14:tracePt t="46423" x="3254375" y="150813"/>
          <p14:tracePt t="46975" x="2278063" y="325438"/>
          <p14:tracePt t="46983" x="2127250" y="600075"/>
          <p14:tracePt t="46991" x="2014538" y="876300"/>
          <p14:tracePt t="46999" x="1903413" y="1163638"/>
          <p14:tracePt t="47007" x="1814513" y="1414463"/>
          <p14:tracePt t="47015" x="1765300" y="1563688"/>
          <p14:tracePt t="47023" x="1752600" y="1701800"/>
          <p14:tracePt t="47031" x="1752600" y="1827213"/>
          <p14:tracePt t="47048" x="1701800" y="2227263"/>
          <p14:tracePt t="47055" x="1665288" y="2490788"/>
          <p14:tracePt t="47063" x="1614488" y="2752725"/>
          <p14:tracePt t="47071" x="1552575" y="3054350"/>
          <p14:tracePt t="47080" x="1552575" y="3216275"/>
          <p14:tracePt t="47086" x="1552575" y="3467100"/>
          <p14:tracePt t="47096" x="1527175" y="3692525"/>
          <p14:tracePt t="47103" x="1527175" y="3892550"/>
          <p14:tracePt t="47111" x="1527175" y="4141788"/>
          <p14:tracePt t="47119" x="1527175" y="4341813"/>
          <p14:tracePt t="47128" x="1527175" y="4492625"/>
          <p14:tracePt t="47135" x="1589088" y="4718050"/>
          <p14:tracePt t="47145" x="1689100" y="4905375"/>
          <p14:tracePt t="47151" x="1790700" y="5105400"/>
          <p14:tracePt t="47159" x="2014538" y="5218113"/>
          <p14:tracePt t="47167" x="2352675" y="5330825"/>
          <p14:tracePt t="47175" x="3054350" y="5418138"/>
          <p14:tracePt t="47183" x="3579813" y="5494338"/>
          <p14:tracePt t="47190" x="4418013" y="5681663"/>
          <p14:tracePt t="47199" x="4694238" y="5794375"/>
          <p14:tracePt t="47207" x="5068888" y="5894388"/>
          <p14:tracePt t="47215" x="5670550" y="6019800"/>
          <p14:tracePt t="47223" x="5832475" y="6032500"/>
          <p14:tracePt t="47255" x="5895975" y="6032500"/>
          <p14:tracePt t="47264" x="5945188" y="6069013"/>
          <p14:tracePt t="47303" x="5957888" y="6069013"/>
          <p14:tracePt t="47327" x="5957888" y="6032500"/>
          <p14:tracePt t="47335" x="5957888" y="5994400"/>
          <p14:tracePt t="47343" x="5957888" y="5969000"/>
          <p14:tracePt t="47351" x="5945188" y="5919788"/>
          <p14:tracePt t="47359" x="5908675" y="5856288"/>
          <p14:tracePt t="47367" x="5808663" y="5781675"/>
          <p14:tracePt t="47375" x="5670550" y="5681663"/>
          <p14:tracePt t="47383" x="5545138" y="5581650"/>
          <p14:tracePt t="47391" x="5407025" y="5518150"/>
          <p14:tracePt t="47399" x="5245100" y="5407025"/>
          <p14:tracePt t="47407" x="5119688" y="5330825"/>
          <p14:tracePt t="47415" x="4981575" y="5243513"/>
          <p14:tracePt t="47423" x="4819650" y="5205413"/>
          <p14:tracePt t="47431" x="4794250" y="5156200"/>
          <p14:tracePt t="47439" x="4681538" y="5092700"/>
          <p14:tracePt t="47447" x="4643438" y="5068888"/>
          <p14:tracePt t="47455" x="4606925" y="5056188"/>
          <p14:tracePt t="47464" x="4568825" y="5043488"/>
          <p14:tracePt t="47471" x="4543425" y="5043488"/>
          <p14:tracePt t="47519" x="4530725" y="5043488"/>
          <p14:tracePt t="47527" x="4518025" y="5043488"/>
          <p14:tracePt t="47535" x="4494213" y="5043488"/>
          <p14:tracePt t="47543" x="4468813" y="5043488"/>
          <p14:tracePt t="47551" x="4418013" y="5068888"/>
          <p14:tracePt t="47559" x="4381500" y="5092700"/>
          <p14:tracePt t="47567" x="4343400" y="5105400"/>
          <p14:tracePt t="47583" x="4294188" y="5130800"/>
          <p14:tracePt t="47591" x="4205288" y="5130800"/>
          <p14:tracePt t="47599" x="4081463" y="5130800"/>
          <p14:tracePt t="47607" x="4005263" y="5130800"/>
          <p14:tracePt t="47615" x="3968750" y="5130800"/>
          <p14:tracePt t="47623" x="3892550" y="5130800"/>
          <p14:tracePt t="47631" x="3843338" y="5130800"/>
          <p14:tracePt t="47639" x="3743325" y="5130800"/>
          <p14:tracePt t="47647" x="3705225" y="5118100"/>
          <p14:tracePt t="47655" x="3617913" y="5105400"/>
          <p14:tracePt t="47664" x="3567113" y="5092700"/>
          <p14:tracePt t="47671" x="3530600" y="5092700"/>
          <p14:tracePt t="47680" x="3505200" y="5092700"/>
          <p14:tracePt t="47687" x="3479800" y="5092700"/>
          <p14:tracePt t="47696" x="3467100" y="5068888"/>
          <p14:tracePt t="47703" x="3441700" y="5056188"/>
          <p14:tracePt t="47713" x="3417888" y="5043488"/>
          <p14:tracePt t="47719" x="3379788" y="5005388"/>
          <p14:tracePt t="47728" x="3367088" y="4981575"/>
          <p14:tracePt t="47735" x="3317875" y="4956175"/>
          <p14:tracePt t="47745" x="3241675" y="4918075"/>
          <p14:tracePt t="47751" x="3167063" y="4856163"/>
          <p14:tracePt t="47761" x="3092450" y="4818063"/>
          <p14:tracePt t="47767" x="3016250" y="4756150"/>
          <p14:tracePt t="47775" x="3003550" y="4730750"/>
          <p14:tracePt t="47783" x="2979738" y="4705350"/>
          <p14:tracePt t="47791" x="2954338" y="4679950"/>
          <p14:tracePt t="47799" x="2928938" y="4667250"/>
          <p14:tracePt t="47807" x="2916238" y="4656138"/>
          <p14:tracePt t="47815" x="2916238" y="4643438"/>
          <p14:tracePt t="47823" x="2879725" y="4618038"/>
          <p14:tracePt t="47831" x="2879725" y="4592638"/>
          <p14:tracePt t="47839" x="2879725" y="4579938"/>
          <p14:tracePt t="47847" x="2879725" y="4543425"/>
          <p14:tracePt t="47855" x="2879725" y="4518025"/>
          <p14:tracePt t="47863" x="2879725" y="4492625"/>
          <p14:tracePt t="47871" x="2879725" y="4467225"/>
          <p14:tracePt t="47879" x="2879725" y="4443413"/>
          <p14:tracePt t="47887" x="2879725" y="4418013"/>
          <p14:tracePt t="47896" x="2890838" y="4405313"/>
          <p14:tracePt t="47903" x="2903538" y="4367213"/>
          <p14:tracePt t="47913" x="2916238" y="4341813"/>
          <p14:tracePt t="47919" x="2941638" y="4305300"/>
          <p14:tracePt t="47929" x="2941638" y="4292600"/>
          <p14:tracePt t="47935" x="2941638" y="4279900"/>
          <p14:tracePt t="47945" x="2941638" y="4267200"/>
          <p14:tracePt t="47962" x="2941638" y="4254500"/>
          <p14:tracePt t="47999" x="2941638" y="4241800"/>
          <p14:tracePt t="48056" x="2941638" y="4230688"/>
          <p14:tracePt t="48064" x="2941638" y="4217988"/>
          <p14:tracePt t="48072" x="2954338" y="4205288"/>
          <p14:tracePt t="48079" x="2954338" y="4192588"/>
          <p14:tracePt t="48087" x="2979738" y="4179888"/>
          <p14:tracePt t="48097" x="2979738" y="4167188"/>
          <p14:tracePt t="48103" x="2992438" y="4167188"/>
          <p14:tracePt t="48113" x="3016250" y="4154488"/>
          <p14:tracePt t="48119" x="3041650" y="4141788"/>
          <p14:tracePt t="48129" x="3054350" y="4129088"/>
          <p14:tracePt t="48135" x="3067050" y="4129088"/>
          <p14:tracePt t="48145" x="3079750" y="4117975"/>
          <p14:tracePt t="48151" x="3092450" y="4117975"/>
          <p14:tracePt t="48159" x="3116263" y="4117975"/>
          <p14:tracePt t="48167" x="3128963" y="4105275"/>
          <p14:tracePt t="48215" x="3141663" y="4092575"/>
          <p14:tracePt t="48247" x="3154363" y="4092575"/>
          <p14:tracePt t="48271" x="3167063" y="4092575"/>
          <p14:tracePt t="48296" x="3192463" y="4092575"/>
          <p14:tracePt t="48313" x="3205163" y="4092575"/>
          <p14:tracePt t="48320" x="3205163" y="4105275"/>
          <p14:tracePt t="48335" x="3216275" y="4117975"/>
          <p14:tracePt t="48343" x="3228975" y="4129088"/>
          <p14:tracePt t="48351" x="3254375" y="4141788"/>
          <p14:tracePt t="48359" x="3254375" y="4167188"/>
          <p14:tracePt t="48367" x="3267075" y="4167188"/>
          <p14:tracePt t="48375" x="3267075" y="4179888"/>
          <p14:tracePt t="48383" x="3292475" y="4192588"/>
          <p14:tracePt t="48391" x="3317875" y="4217988"/>
          <p14:tracePt t="48399" x="3317875" y="4241800"/>
          <p14:tracePt t="48407" x="3328988" y="4254500"/>
          <p14:tracePt t="48415" x="3328988" y="4292600"/>
          <p14:tracePt t="48423" x="3341688" y="4305300"/>
          <p14:tracePt t="48431" x="3367088" y="4354513"/>
          <p14:tracePt t="48439" x="3379788" y="4367213"/>
          <p14:tracePt t="48447" x="3379788" y="4379913"/>
          <p14:tracePt t="48455" x="3392488" y="4430713"/>
          <p14:tracePt t="48463" x="3405188" y="4454525"/>
          <p14:tracePt t="48471" x="3405188" y="4479925"/>
          <p14:tracePt t="48479" x="3405188" y="4530725"/>
          <p14:tracePt t="48487" x="3417888" y="4543425"/>
          <p14:tracePt t="48495" x="3417888" y="4579938"/>
          <p14:tracePt t="48503" x="3429000" y="4618038"/>
          <p14:tracePt t="48512" x="3429000" y="4643438"/>
          <p14:tracePt t="48519" x="3441700" y="4667250"/>
          <p14:tracePt t="48529" x="3441700" y="4679950"/>
          <p14:tracePt t="48535" x="3441700" y="4718050"/>
          <p14:tracePt t="48545" x="3454400" y="4743450"/>
          <p14:tracePt t="48551" x="3467100" y="4768850"/>
          <p14:tracePt t="48567" x="3479800" y="4805363"/>
          <p14:tracePt t="48583" x="3479800" y="4818063"/>
          <p14:tracePt t="48591" x="3479800" y="4843463"/>
          <p14:tracePt t="48607" x="3479800" y="4856163"/>
          <p14:tracePt t="48623" x="3479800" y="4868863"/>
          <p14:tracePt t="48631" x="3479800" y="4879975"/>
          <p14:tracePt t="48647" x="3479800" y="4892675"/>
          <p14:tracePt t="48655" x="3479800" y="4905375"/>
          <p14:tracePt t="48671" x="3479800" y="4943475"/>
          <p14:tracePt t="48679" x="3467100" y="4943475"/>
          <p14:tracePt t="48696" x="3467100" y="4956175"/>
          <p14:tracePt t="48703" x="3454400" y="4968875"/>
          <p14:tracePt t="48712" x="3441700" y="4981575"/>
          <p14:tracePt t="48735" x="3417888" y="5005388"/>
          <p14:tracePt t="48839" x="3405188" y="5018088"/>
          <p14:tracePt t="48855" x="3392488" y="5030788"/>
          <p14:tracePt t="48872" x="3392488" y="5043488"/>
          <p14:tracePt t="48887" x="3379788" y="5056188"/>
          <p14:tracePt t="48919" x="3379788" y="5068888"/>
          <p14:tracePt t="48928" x="3367088" y="5081588"/>
          <p14:tracePt t="48967" x="3367088" y="5092700"/>
          <p14:tracePt t="49023" x="3341688" y="5092700"/>
          <p14:tracePt t="49048" x="3317875" y="5092700"/>
          <p14:tracePt t="49055" x="3305175" y="5092700"/>
          <p14:tracePt t="49087" x="3279775" y="5092700"/>
          <p14:tracePt t="49103" x="3267075" y="5105400"/>
          <p14:tracePt t="49455" x="3267075" y="5118100"/>
          <p14:tracePt t="49495" x="3241675" y="5118100"/>
          <p14:tracePt t="49503" x="3228975" y="5118100"/>
          <p14:tracePt t="49512" x="3216275" y="5118100"/>
          <p14:tracePt t="49519" x="3192463" y="5105400"/>
          <p14:tracePt t="49544" x="3179763" y="5105400"/>
          <p14:tracePt t="49607" x="3167063" y="5105400"/>
          <p14:tracePt t="50143" x="3154363" y="5105400"/>
          <p14:tracePt t="50160" x="3141663" y="5105400"/>
          <p14:tracePt t="50191" x="3128963" y="5105400"/>
          <p14:tracePt t="50455" x="3128963" y="5118100"/>
          <p14:tracePt t="50463" x="3154363" y="5118100"/>
          <p14:tracePt t="50471" x="3192463" y="5105400"/>
          <p14:tracePt t="50479" x="3254375" y="5018088"/>
          <p14:tracePt t="50487" x="3292475" y="4968875"/>
          <p14:tracePt t="50495" x="3328988" y="4892675"/>
          <p14:tracePt t="50503" x="3354388" y="4843463"/>
          <p14:tracePt t="50511" x="3379788" y="4818063"/>
          <p14:tracePt t="50575" x="3379788" y="4843463"/>
          <p14:tracePt t="50583" x="3354388" y="4892675"/>
          <p14:tracePt t="50592" x="3317875" y="4905375"/>
          <p14:tracePt t="50599" x="3279775" y="4905375"/>
          <p14:tracePt t="50608" x="3254375" y="4879975"/>
          <p14:tracePt t="50671" x="3228975" y="4868863"/>
          <p14:tracePt t="50679" x="3192463" y="4868863"/>
          <p14:tracePt t="50687" x="3154363" y="4868863"/>
          <p14:tracePt t="50695" x="3116263" y="4879975"/>
          <p14:tracePt t="50703" x="3067050" y="4905375"/>
          <p14:tracePt t="50711" x="3016250" y="4943475"/>
          <p14:tracePt t="50719" x="2979738" y="4956175"/>
          <p14:tracePt t="50727" x="2941638" y="4981575"/>
          <p14:tracePt t="50735" x="2928938" y="4992688"/>
          <p14:tracePt t="50743" x="2916238" y="5005388"/>
          <p14:tracePt t="50751" x="2890838" y="5018088"/>
          <p14:tracePt t="50761" x="2890838" y="5030788"/>
          <p14:tracePt t="50767" x="2879725" y="5043488"/>
          <p14:tracePt t="50776" x="2879725" y="5056188"/>
          <p14:tracePt t="50783" x="2879725" y="5068888"/>
          <p14:tracePt t="50792" x="2879725" y="5081588"/>
          <p14:tracePt t="50799" x="2879725" y="5105400"/>
          <p14:tracePt t="50815" x="2879725" y="5130800"/>
          <p14:tracePt t="50831" x="2879725" y="5143500"/>
          <p14:tracePt t="50842" x="2890838" y="5156200"/>
          <p14:tracePt t="50847" x="2890838" y="5168900"/>
          <p14:tracePt t="50855" x="2903538" y="5168900"/>
          <p14:tracePt t="50871" x="2903538" y="5181600"/>
          <p14:tracePt t="50903" x="2903538" y="5194300"/>
          <p14:tracePt t="51016" x="2890838" y="5194300"/>
          <p14:tracePt t="51032" x="2879725" y="5194300"/>
          <p14:tracePt t="51055" x="2867025" y="5194300"/>
          <p14:tracePt t="51072" x="2841625" y="5181600"/>
          <p14:tracePt t="51087" x="2816225" y="5168900"/>
          <p14:tracePt t="51103" x="2803525" y="5168900"/>
          <p14:tracePt t="51111" x="2778125" y="5156200"/>
          <p14:tracePt t="51119" x="2767013" y="5156200"/>
          <p14:tracePt t="51127" x="2767013" y="5143500"/>
          <p14:tracePt t="51135" x="2754313" y="5143500"/>
          <p14:tracePt t="51151" x="2728913" y="5143500"/>
          <p14:tracePt t="51176" x="2703513" y="5130800"/>
          <p14:tracePt t="51416" x="2703513" y="5118100"/>
          <p14:tracePt t="51456" x="2703513" y="5105400"/>
          <p14:tracePt t="51503" x="2690813" y="5092700"/>
          <p14:tracePt t="51511" x="2690813" y="5081588"/>
          <p14:tracePt t="51527" x="2678113" y="5068888"/>
          <p14:tracePt t="51535" x="2667000" y="5068888"/>
          <p14:tracePt t="51551" x="2654300" y="5068888"/>
          <p14:tracePt t="51567" x="2641600" y="5056188"/>
          <p14:tracePt t="51592" x="2628900" y="5056188"/>
          <p14:tracePt t="51599" x="2616200" y="5043488"/>
          <p14:tracePt t="51631" x="2603500" y="5043488"/>
          <p14:tracePt t="51647" x="2578100" y="5043488"/>
          <p14:tracePt t="51663" x="2554288" y="5043488"/>
          <p14:tracePt t="51687" x="2528888" y="5043488"/>
          <p14:tracePt t="51703" x="2516188" y="5043488"/>
          <p14:tracePt t="51767" x="2503488" y="5043488"/>
          <p14:tracePt t="51863" x="2490788" y="5030788"/>
          <p14:tracePt t="51895" x="2478088" y="5018088"/>
          <p14:tracePt t="51903" x="2465388" y="5005388"/>
          <p14:tracePt t="51919" x="2452688" y="4992688"/>
          <p14:tracePt t="51935" x="2428875" y="4992688"/>
          <p14:tracePt t="51951" x="2416175" y="4992688"/>
          <p14:tracePt t="51959" x="2403475" y="4992688"/>
          <p14:tracePt t="51976" x="2378075" y="4992688"/>
          <p14:tracePt t="51991" x="2352675" y="4992688"/>
          <p14:tracePt t="52008" x="2339975" y="4992688"/>
          <p14:tracePt t="52025" x="2328863" y="4992688"/>
          <p14:tracePt t="52231" x="2303463" y="4992688"/>
          <p14:tracePt t="56447" x="2303463" y="5018088"/>
          <p14:tracePt t="56455" x="2316163" y="5018088"/>
          <p14:tracePt t="61071" x="2316163" y="5030788"/>
          <p14:tracePt t="65551" x="2316163" y="5056188"/>
          <p14:tracePt t="65561" x="2316163" y="5105400"/>
          <p14:tracePt t="65567" x="2290763" y="5168900"/>
          <p14:tracePt t="65577" x="2252663" y="5218113"/>
          <p14:tracePt t="65583" x="2228850" y="5256213"/>
          <p14:tracePt t="65594" x="2216150" y="5294313"/>
          <p14:tracePt t="65599" x="2203450" y="5294313"/>
          <p14:tracePt t="65610" x="2178050" y="5318125"/>
          <p14:tracePt t="65615" x="2165350" y="5343525"/>
          <p14:tracePt t="65623" x="2127250" y="5368925"/>
          <p14:tracePt t="65631" x="2116138" y="5407025"/>
          <p14:tracePt t="65639" x="2103438" y="5418138"/>
          <p14:tracePt t="65647" x="2103438" y="5430838"/>
          <p14:tracePt t="65655" x="2090738" y="5456238"/>
          <p14:tracePt t="65663" x="2090738" y="5468938"/>
          <p14:tracePt t="65671" x="2065338" y="5494338"/>
          <p14:tracePt t="65679" x="2065338" y="5518150"/>
          <p14:tracePt t="65687" x="2065338" y="5543550"/>
          <p14:tracePt t="65695" x="2052638" y="5556250"/>
          <p14:tracePt t="65703" x="2039938" y="5581650"/>
          <p14:tracePt t="65711" x="2014538" y="5619750"/>
          <p14:tracePt t="65719" x="2003425" y="5643563"/>
          <p14:tracePt t="65727" x="1978025" y="5656263"/>
          <p14:tracePt t="65735" x="1965325" y="5694363"/>
          <p14:tracePt t="65744" x="1939925" y="5707063"/>
          <p14:tracePt t="65751" x="1927225" y="5719763"/>
          <p14:tracePt t="65761" x="1903413" y="5732463"/>
          <p14:tracePt t="65777" x="1903413" y="5743575"/>
          <p14:tracePt t="65783" x="1890713" y="5756275"/>
          <p14:tracePt t="65793" x="1890713" y="5768975"/>
          <p14:tracePt t="68111" x="1878013" y="5781675"/>
          <p14:tracePt t="68448" x="1865313" y="5781675"/>
          <p14:tracePt t="68663" x="1839913" y="5781675"/>
          <p14:tracePt t="68703" x="1827213" y="5794375"/>
          <p14:tracePt t="68807" x="1814513" y="5794375"/>
          <p14:tracePt t="68919" x="1801813" y="5807075"/>
          <p14:tracePt t="68943" x="1790700" y="5819775"/>
          <p14:tracePt t="68967" x="1778000" y="5819775"/>
          <p14:tracePt t="68975" x="1778000" y="5832475"/>
          <p14:tracePt t="69016" x="1765300" y="5832475"/>
          <p14:tracePt t="69026" x="1752600" y="5832475"/>
          <p14:tracePt t="69304" x="1727200" y="5832475"/>
          <p14:tracePt t="69312" x="1689100" y="5832475"/>
          <p14:tracePt t="69321" x="1652588" y="5832475"/>
          <p14:tracePt t="69329" x="1614488" y="5832475"/>
          <p14:tracePt t="69335" x="1577975" y="5832475"/>
          <p14:tracePt t="69343" x="1539875" y="5832475"/>
          <p14:tracePt t="69351" x="1489075" y="5832475"/>
          <p14:tracePt t="69359" x="1452563" y="5807075"/>
          <p14:tracePt t="69367" x="1376363" y="5794375"/>
          <p14:tracePt t="69375" x="1339850" y="5794375"/>
          <p14:tracePt t="69383" x="1289050" y="5781675"/>
          <p14:tracePt t="69391" x="1227138" y="5743575"/>
          <p14:tracePt t="69399" x="1227138" y="5732463"/>
          <p14:tracePt t="69407" x="1201738" y="5732463"/>
          <p14:tracePt t="69415" x="1176338" y="5732463"/>
          <p14:tracePt t="69424" x="1176338" y="5719763"/>
          <p14:tracePt t="69439" x="1150938" y="5694363"/>
          <p14:tracePt t="69447" x="1139825" y="5681663"/>
          <p14:tracePt t="69457" x="1139825" y="5668963"/>
          <p14:tracePt t="69463" x="1139825" y="5630863"/>
          <p14:tracePt t="69472" x="1139825" y="5594350"/>
          <p14:tracePt t="69479" x="1139825" y="5543550"/>
          <p14:tracePt t="69488" x="1139825" y="5456238"/>
          <p14:tracePt t="69495" x="1139825" y="5368925"/>
          <p14:tracePt t="69505" x="1139825" y="5294313"/>
          <p14:tracePt t="69511" x="1150938" y="5181600"/>
          <p14:tracePt t="69519" x="1189038" y="5068888"/>
          <p14:tracePt t="69527" x="1239838" y="4943475"/>
          <p14:tracePt t="69535" x="1301750" y="4830763"/>
          <p14:tracePt t="69543" x="1352550" y="4730750"/>
          <p14:tracePt t="69551" x="1414463" y="4643438"/>
          <p14:tracePt t="69559" x="1476375" y="4530725"/>
          <p14:tracePt t="69567" x="1539875" y="4443413"/>
          <p14:tracePt t="69575" x="1577975" y="4379913"/>
          <p14:tracePt t="69583" x="1665288" y="4292600"/>
          <p14:tracePt t="69591" x="1701800" y="4241800"/>
          <p14:tracePt t="69599" x="1827213" y="4117975"/>
          <p14:tracePt t="69606" x="1927225" y="4017963"/>
          <p14:tracePt t="69615" x="2014538" y="3941763"/>
          <p14:tracePt t="69623" x="2165350" y="3841750"/>
          <p14:tracePt t="69631" x="2290763" y="3741738"/>
          <p14:tracePt t="69640" x="2416175" y="3667125"/>
          <p14:tracePt t="69647" x="2554288" y="3541713"/>
          <p14:tracePt t="69656" x="2628900" y="3479800"/>
          <p14:tracePt t="69663" x="2741613" y="3416300"/>
          <p14:tracePt t="69673" x="2754313" y="3403600"/>
          <p14:tracePt t="69679" x="2816225" y="3367088"/>
          <p14:tracePt t="69689" x="2879725" y="3341688"/>
          <p14:tracePt t="69695" x="2992438" y="3290888"/>
          <p14:tracePt t="69705" x="3041650" y="3290888"/>
          <p14:tracePt t="69711" x="3128963" y="3267075"/>
          <p14:tracePt t="69719" x="3205163" y="3228975"/>
          <p14:tracePt t="69727" x="3305175" y="3203575"/>
          <p14:tracePt t="69735" x="3379788" y="3178175"/>
          <p14:tracePt t="69743" x="3492500" y="3165475"/>
          <p14:tracePt t="69751" x="3541713" y="3165475"/>
          <p14:tracePt t="69759" x="3605213" y="3154363"/>
          <p14:tracePt t="69767" x="3643313" y="3154363"/>
          <p14:tracePt t="69775" x="3730625" y="3154363"/>
          <p14:tracePt t="69783" x="3830638" y="3154363"/>
          <p14:tracePt t="69791" x="3843338" y="3154363"/>
          <p14:tracePt t="69799" x="3879850" y="3154363"/>
          <p14:tracePt t="69807" x="3979863" y="3154363"/>
          <p14:tracePt t="69815" x="4043363" y="3165475"/>
          <p14:tracePt t="69824" x="4081463" y="3178175"/>
          <p14:tracePt t="69831" x="4117975" y="3190875"/>
          <p14:tracePt t="69840" x="4168775" y="3216275"/>
          <p14:tracePt t="69847" x="4243388" y="3241675"/>
          <p14:tracePt t="69857" x="4281488" y="3267075"/>
          <p14:tracePt t="69863" x="4330700" y="3290888"/>
          <p14:tracePt t="69873" x="4356100" y="3316288"/>
          <p14:tracePt t="69879" x="4381500" y="3341688"/>
          <p14:tracePt t="69888" x="4430713" y="3378200"/>
          <p14:tracePt t="69895" x="4430713" y="3390900"/>
          <p14:tracePt t="69905" x="4443413" y="3403600"/>
          <p14:tracePt t="69911" x="4468813" y="3429000"/>
          <p14:tracePt t="69923" x="4494213" y="3454400"/>
          <p14:tracePt t="69927" x="4506913" y="3467100"/>
          <p14:tracePt t="69935" x="4518025" y="3479800"/>
          <p14:tracePt t="69943" x="4518025" y="3516313"/>
          <p14:tracePt t="69951" x="4556125" y="3541713"/>
          <p14:tracePt t="69959" x="4556125" y="3554413"/>
          <p14:tracePt t="69967" x="4568825" y="3590925"/>
          <p14:tracePt t="69975" x="4568825" y="3616325"/>
          <p14:tracePt t="69983" x="4581525" y="3641725"/>
          <p14:tracePt t="69991" x="4594225" y="3667125"/>
          <p14:tracePt t="69999" x="4606925" y="3692525"/>
          <p14:tracePt t="70007" x="4619625" y="3729038"/>
          <p14:tracePt t="70015" x="4630738" y="3792538"/>
          <p14:tracePt t="70023" x="4656138" y="3829050"/>
          <p14:tracePt t="70031" x="4681538" y="3892550"/>
          <p14:tracePt t="70039" x="4719638" y="3979863"/>
          <p14:tracePt t="70047" x="4743450" y="4029075"/>
          <p14:tracePt t="70057" x="4806950" y="4154488"/>
          <p14:tracePt t="70063" x="4843463" y="4230688"/>
          <p14:tracePt t="70073" x="4856163" y="4330700"/>
          <p14:tracePt t="70079" x="4868863" y="4405313"/>
          <p14:tracePt t="70088" x="4894263" y="4454525"/>
          <p14:tracePt t="70095" x="4906963" y="4518025"/>
          <p14:tracePt t="70104" x="4906963" y="4554538"/>
          <p14:tracePt t="70111" x="4919663" y="4567238"/>
          <p14:tracePt t="70122" x="4919663" y="4592638"/>
          <p14:tracePt t="70127" x="4945063" y="4618038"/>
          <p14:tracePt t="70135" x="4956175" y="4656138"/>
          <p14:tracePt t="70143" x="4956175" y="4667250"/>
          <p14:tracePt t="70151" x="4956175" y="4692650"/>
          <p14:tracePt t="70159" x="4956175" y="4705350"/>
          <p14:tracePt t="70167" x="4956175" y="4730750"/>
          <p14:tracePt t="70175" x="4956175" y="4743450"/>
          <p14:tracePt t="70183" x="4956175" y="4768850"/>
          <p14:tracePt t="70199" x="4956175" y="4792663"/>
          <p14:tracePt t="70207" x="4956175" y="4818063"/>
          <p14:tracePt t="70223" x="4956175" y="4843463"/>
          <p14:tracePt t="70231" x="4956175" y="4856163"/>
          <p14:tracePt t="70239" x="4956175" y="4868863"/>
          <p14:tracePt t="70247" x="4956175" y="4892675"/>
          <p14:tracePt t="70255" x="4956175" y="4918075"/>
          <p14:tracePt t="70263" x="4945063" y="4943475"/>
          <p14:tracePt t="70272" x="4932363" y="4956175"/>
          <p14:tracePt t="70279" x="4919663" y="4992688"/>
          <p14:tracePt t="70289" x="4906963" y="5018088"/>
          <p14:tracePt t="70295" x="4894263" y="5030788"/>
          <p14:tracePt t="70304" x="4856163" y="5068888"/>
          <p14:tracePt t="70311" x="4843463" y="5092700"/>
          <p14:tracePt t="70322" x="4832350" y="5118100"/>
          <p14:tracePt t="70327" x="4806950" y="5143500"/>
          <p14:tracePt t="70335" x="4781550" y="5181600"/>
          <p14:tracePt t="70343" x="4743450" y="5205413"/>
          <p14:tracePt t="70351" x="4743450" y="5230813"/>
          <p14:tracePt t="70359" x="4706938" y="5256213"/>
          <p14:tracePt t="70367" x="4694238" y="5281613"/>
          <p14:tracePt t="70375" x="4656138" y="5318125"/>
          <p14:tracePt t="70383" x="4643438" y="5343525"/>
          <p14:tracePt t="70391" x="4619625" y="5381625"/>
          <p14:tracePt t="70415" x="4619625" y="5407025"/>
          <p14:tracePt t="70431" x="4606925" y="5407025"/>
          <p14:tracePt t="70543" x="4619625" y="5418138"/>
          <p14:tracePt t="70551" x="4681538" y="5407025"/>
          <p14:tracePt t="70559" x="4719638" y="5343525"/>
          <p14:tracePt t="70567" x="4781550" y="5281613"/>
          <p14:tracePt t="70575" x="4806950" y="5268913"/>
          <p14:tracePt t="70583" x="4894263" y="5156200"/>
          <p14:tracePt t="70591" x="4994275" y="5030788"/>
          <p14:tracePt t="70599" x="5132388" y="4843463"/>
          <p14:tracePt t="70607" x="5219700" y="4730750"/>
          <p14:tracePt t="70615" x="5270500" y="4605338"/>
          <p14:tracePt t="70623" x="5345113" y="4505325"/>
          <p14:tracePt t="70631" x="5419725" y="4405313"/>
          <p14:tracePt t="70639" x="5495925" y="4330700"/>
          <p14:tracePt t="70647" x="5570538" y="4267200"/>
          <p14:tracePt t="70656" x="5632450" y="4205288"/>
          <p14:tracePt t="70663" x="5732463" y="4141788"/>
          <p14:tracePt t="70672" x="5808663" y="4079875"/>
          <p14:tracePt t="70679" x="5845175" y="4017963"/>
          <p14:tracePt t="70688" x="5932488" y="3992563"/>
          <p14:tracePt t="70695" x="6021388" y="3941763"/>
          <p14:tracePt t="70704" x="6070600" y="3929063"/>
          <p14:tracePt t="70711" x="6134100" y="3892550"/>
          <p14:tracePt t="70721" x="6221413" y="3892550"/>
          <p14:tracePt t="70727" x="6296025" y="3879850"/>
          <p14:tracePt t="70737" x="6370638" y="3867150"/>
          <p14:tracePt t="70743" x="6434138" y="3854450"/>
          <p14:tracePt t="70751" x="6508750" y="3854450"/>
          <p14:tracePt t="70759" x="6596063" y="3841750"/>
          <p14:tracePt t="70767" x="6696075" y="3841750"/>
          <p14:tracePt t="70775" x="6772275" y="3829050"/>
          <p14:tracePt t="70783" x="6859588" y="3829050"/>
          <p14:tracePt t="70791" x="6921500" y="3829050"/>
          <p14:tracePt t="70799" x="6972300" y="3829050"/>
          <p14:tracePt t="70807" x="6985000" y="3829050"/>
          <p14:tracePt t="70815" x="7034213" y="3829050"/>
          <p14:tracePt t="70823" x="7072313" y="3829050"/>
          <p14:tracePt t="70831" x="7134225" y="3829050"/>
          <p14:tracePt t="70839" x="7146925" y="3854450"/>
          <p14:tracePt t="70847" x="7159625" y="3854450"/>
          <p14:tracePt t="70856" x="7172325" y="3854450"/>
          <p14:tracePt t="70863" x="7210425" y="3879850"/>
          <p14:tracePt t="70872" x="7210425" y="3892550"/>
          <p14:tracePt t="70888" x="7235825" y="3892550"/>
          <p14:tracePt t="70895" x="7259638" y="3916363"/>
          <p14:tracePt t="70905" x="7272338" y="3941763"/>
          <p14:tracePt t="70911" x="7297738" y="3979863"/>
          <p14:tracePt t="70921" x="7310438" y="4005263"/>
          <p14:tracePt t="70927" x="7335838" y="4029075"/>
          <p14:tracePt t="70938" x="7348538" y="4041775"/>
          <p14:tracePt t="70943" x="7348538" y="4054475"/>
          <p14:tracePt t="70951" x="7359650" y="4067175"/>
          <p14:tracePt t="70967" x="7359650" y="4092575"/>
          <p14:tracePt t="70975" x="7359650" y="4105275"/>
          <p14:tracePt t="70983" x="7385050" y="4129088"/>
          <p14:tracePt t="70991" x="7385050" y="4141788"/>
          <p14:tracePt t="70999" x="7385050" y="4154488"/>
          <p14:tracePt t="71007" x="7385050" y="4179888"/>
          <p14:tracePt t="71015" x="7385050" y="4217988"/>
          <p14:tracePt t="71023" x="7397750" y="4254500"/>
          <p14:tracePt t="71031" x="7397750" y="4279900"/>
          <p14:tracePt t="71039" x="7397750" y="4305300"/>
          <p14:tracePt t="71047" x="7410450" y="4318000"/>
          <p14:tracePt t="71055" x="7410450" y="4330700"/>
          <p14:tracePt t="71063" x="7423150" y="4354513"/>
          <p14:tracePt t="71105" x="7435850" y="4367213"/>
          <p14:tracePt t="71128" x="7448550" y="4379913"/>
          <p14:tracePt t="71143" x="7459663" y="4392613"/>
          <p14:tracePt t="71151" x="7472363" y="4392613"/>
          <p14:tracePt t="71175" x="7485063" y="4405313"/>
          <p14:tracePt t="71183" x="7497763" y="4405313"/>
          <p14:tracePt t="71191" x="7510463" y="4418013"/>
          <p14:tracePt t="71199" x="7523163" y="4430713"/>
          <p14:tracePt t="71207" x="7535863" y="4443413"/>
          <p14:tracePt t="71247" x="7548563" y="4454525"/>
          <p14:tracePt t="71775" x="7561263" y="4454525"/>
          <p14:tracePt t="71783" x="7585075" y="4443413"/>
          <p14:tracePt t="71791" x="7597775" y="4418013"/>
          <p14:tracePt t="71799" x="7623175" y="4392613"/>
          <p14:tracePt t="71807" x="7648575" y="4367213"/>
          <p14:tracePt t="71815" x="7685088" y="4330700"/>
          <p14:tracePt t="71823" x="7710488" y="4318000"/>
          <p14:tracePt t="71831" x="7723188" y="4292600"/>
          <p14:tracePt t="71839" x="7735888" y="4292600"/>
          <p14:tracePt t="71847" x="7735888" y="4267200"/>
          <p14:tracePt t="71855" x="7761288" y="4241800"/>
          <p14:tracePt t="71872" x="7797800" y="4217988"/>
          <p14:tracePt t="71879" x="7797800" y="4205288"/>
          <p14:tracePt t="71887" x="7823200" y="4205288"/>
          <p14:tracePt t="71895" x="7861300" y="4192588"/>
          <p14:tracePt t="71911" x="7886700" y="4179888"/>
          <p14:tracePt t="71927" x="7897813" y="4179888"/>
          <p14:tracePt t="72039" x="7910513" y="4179888"/>
          <p14:tracePt t="72047" x="7935913" y="4179888"/>
          <p14:tracePt t="72055" x="7935913" y="4167188"/>
          <p14:tracePt t="72072" x="7961313" y="4167188"/>
          <p14:tracePt t="72103" x="7986713" y="4167188"/>
          <p14:tracePt t="72111" x="7999413" y="4167188"/>
          <p14:tracePt t="72120" x="8010525" y="4167188"/>
          <p14:tracePt t="72127" x="8035925" y="4167188"/>
          <p14:tracePt t="72137" x="8035925" y="4179888"/>
          <p14:tracePt t="72143" x="8048625" y="4192588"/>
          <p14:tracePt t="72159" x="8061325" y="4192588"/>
          <p14:tracePt t="72191" x="8061325" y="4205288"/>
          <p14:tracePt t="72655" x="8061325" y="4230688"/>
          <p14:tracePt t="72664" x="8010525" y="4230688"/>
          <p14:tracePt t="72673" x="7999413" y="4267200"/>
          <p14:tracePt t="72680" x="7948613" y="4292600"/>
          <p14:tracePt t="73088" x="7835900" y="4292600"/>
          <p14:tracePt t="73095" x="7773988" y="4292600"/>
          <p14:tracePt t="73104" x="7735888" y="4292600"/>
          <p14:tracePt t="73111" x="7673975" y="4292600"/>
          <p14:tracePt t="73120" x="7610475" y="4292600"/>
          <p14:tracePt t="73127" x="7548563" y="4292600"/>
          <p14:tracePt t="73136" x="7510463" y="4305300"/>
          <p14:tracePt t="73143" x="7435850" y="4305300"/>
          <p14:tracePt t="73152" x="7397750" y="4318000"/>
          <p14:tracePt t="73159" x="7335838" y="4330700"/>
          <p14:tracePt t="73168" x="7310438" y="4330700"/>
          <p14:tracePt t="73175" x="7285038" y="4354513"/>
          <p14:tracePt t="73184" x="7259638" y="4354513"/>
          <p14:tracePt t="73191" x="7223125" y="4367213"/>
          <p14:tracePt t="73201" x="7197725" y="4392613"/>
          <p14:tracePt t="73215" x="7185025" y="4405313"/>
          <p14:tracePt t="73223" x="7185025" y="4418013"/>
          <p14:tracePt t="73231" x="7185025" y="4430713"/>
          <p14:tracePt t="73247" x="7185025" y="4454525"/>
          <p14:tracePt t="73255" x="7197725" y="4467225"/>
          <p14:tracePt t="73263" x="7223125" y="4467225"/>
          <p14:tracePt t="73271" x="7272338" y="4467225"/>
          <p14:tracePt t="73279" x="7335838" y="4467225"/>
          <p14:tracePt t="73287" x="7397750" y="4467225"/>
          <p14:tracePt t="73295" x="7485063" y="4467225"/>
          <p14:tracePt t="73303" x="7572375" y="4454525"/>
          <p14:tracePt t="73311" x="7648575" y="4379913"/>
          <p14:tracePt t="73320" x="7748588" y="4267200"/>
          <p14:tracePt t="73327" x="7848600" y="4129088"/>
          <p14:tracePt t="73336" x="7848600" y="4117975"/>
          <p14:tracePt t="73479" x="7823200" y="4117975"/>
          <p14:tracePt t="73487" x="7810500" y="4117975"/>
          <p14:tracePt t="73495" x="7761288" y="4079875"/>
          <p14:tracePt t="73503" x="7748588" y="4029075"/>
          <p14:tracePt t="73511" x="7648575" y="3979863"/>
          <p14:tracePt t="73520" x="7561263" y="3954463"/>
          <p14:tracePt t="73527" x="7497763" y="3941763"/>
          <p14:tracePt t="73535" x="7459663" y="3916363"/>
          <p14:tracePt t="73543" x="7410450" y="3905250"/>
          <p14:tracePt t="73553" x="7372350" y="3905250"/>
          <p14:tracePt t="73559" x="7272338" y="3905250"/>
          <p14:tracePt t="73569" x="7185025" y="3892550"/>
          <p14:tracePt t="73575" x="7085013" y="3892550"/>
          <p14:tracePt t="73584" x="7034213" y="3892550"/>
          <p14:tracePt t="73591" x="6985000" y="3892550"/>
          <p14:tracePt t="73601" x="6921500" y="3892550"/>
          <p14:tracePt t="73607" x="6784975" y="3892550"/>
          <p14:tracePt t="73615" x="6634163" y="3916363"/>
          <p14:tracePt t="73623" x="6496050" y="3941763"/>
          <p14:tracePt t="73631" x="6383338" y="3992563"/>
          <p14:tracePt t="73639" x="6246813" y="4067175"/>
          <p14:tracePt t="73647" x="6183313" y="4129088"/>
          <p14:tracePt t="73655" x="6096000" y="4192588"/>
          <p14:tracePt t="73663" x="5983288" y="4254500"/>
          <p14:tracePt t="73671" x="5845175" y="4341813"/>
          <p14:tracePt t="73679" x="5745163" y="4443413"/>
          <p14:tracePt t="73687" x="5570538" y="4579938"/>
          <p14:tracePt t="73695" x="5445125" y="4692650"/>
          <p14:tracePt t="73703" x="5319713" y="4792663"/>
          <p14:tracePt t="73711" x="5245100" y="4879975"/>
          <p14:tracePt t="73719" x="5194300" y="4943475"/>
          <p14:tracePt t="73727" x="5132388" y="5018088"/>
          <p14:tracePt t="73736" x="5094288" y="5081588"/>
          <p14:tracePt t="73743" x="5057775" y="5130800"/>
          <p14:tracePt t="73752" x="5006975" y="5181600"/>
          <p14:tracePt t="73759" x="5006975" y="5205413"/>
          <p14:tracePt t="73768" x="4981575" y="5230813"/>
          <p14:tracePt t="73775" x="4981575" y="5243513"/>
          <p14:tracePt t="73785" x="4981575" y="5268913"/>
          <p14:tracePt t="73791" x="4968875" y="5281613"/>
          <p14:tracePt t="73800" x="4956175" y="5318125"/>
          <p14:tracePt t="73807" x="4956175" y="5356225"/>
          <p14:tracePt t="73817" x="4945063" y="5368925"/>
          <p14:tracePt t="73823" x="4919663" y="5381625"/>
          <p14:tracePt t="73831" x="4919663" y="5407025"/>
          <p14:tracePt t="73839" x="4894263" y="5430838"/>
          <p14:tracePt t="73855" x="4881563" y="5443538"/>
          <p14:tracePt t="73896" x="4881563" y="5456238"/>
          <p14:tracePt t="73903" x="4868863" y="5456238"/>
          <p14:tracePt t="73920" x="4856163" y="5468938"/>
          <p14:tracePt t="73927" x="4843463" y="5481638"/>
          <p14:tracePt t="73936" x="4819650" y="5481638"/>
          <p14:tracePt t="73943" x="4806950" y="5494338"/>
          <p14:tracePt t="73959" x="4794250" y="5494338"/>
          <p14:tracePt t="73968" x="4781550" y="5494338"/>
          <p14:tracePt t="73991" x="4768850" y="5494338"/>
          <p14:tracePt t="74007" x="4743450" y="5494338"/>
          <p14:tracePt t="74023" x="4719638" y="5494338"/>
          <p14:tracePt t="74039" x="4706938" y="5494338"/>
          <p14:tracePt t="74052" x="4694238" y="5481638"/>
          <p14:tracePt t="74055" x="4681538" y="5481638"/>
          <p14:tracePt t="74063" x="4656138" y="5468938"/>
          <p14:tracePt t="74071" x="4656138" y="5456238"/>
          <p14:tracePt t="74087" x="4643438" y="5443538"/>
          <p14:tracePt t="74095" x="4643438" y="5430838"/>
          <p14:tracePt t="74103" x="4643438" y="5418138"/>
          <p14:tracePt t="74111" x="4643438" y="5407025"/>
          <p14:tracePt t="74119" x="4656138" y="5356225"/>
          <p14:tracePt t="74127" x="4768850" y="5294313"/>
          <p14:tracePt t="74136" x="4894263" y="5205413"/>
          <p14:tracePt t="74143" x="5057775" y="5105400"/>
          <p14:tracePt t="74152" x="5181600" y="5018088"/>
          <p14:tracePt t="74159" x="5345113" y="4943475"/>
          <p14:tracePt t="74168" x="5532438" y="4843463"/>
          <p14:tracePt t="74175" x="5607050" y="4818063"/>
          <p14:tracePt t="74296" x="5595938" y="4818063"/>
          <p14:tracePt t="74304" x="5532438" y="4805363"/>
          <p14:tracePt t="74311" x="5483225" y="4805363"/>
          <p14:tracePt t="74319" x="5432425" y="4805363"/>
          <p14:tracePt t="74327" x="5394325" y="4805363"/>
          <p14:tracePt t="74335" x="5345113" y="4792663"/>
          <p14:tracePt t="74343" x="5307013" y="4792663"/>
          <p14:tracePt t="74351" x="5245100" y="4743450"/>
          <p14:tracePt t="74359" x="5194300" y="4692650"/>
          <p14:tracePt t="74368" x="5157788" y="4679950"/>
          <p14:tracePt t="74375" x="5094288" y="4630738"/>
          <p14:tracePt t="74384" x="5045075" y="4630738"/>
          <p14:tracePt t="74391" x="4945063" y="4630738"/>
          <p14:tracePt t="74400" x="4856163" y="4630738"/>
          <p14:tracePt t="74407" x="4756150" y="4630738"/>
          <p14:tracePt t="74416" x="4619625" y="4630738"/>
          <p14:tracePt t="74423" x="4494213" y="4630738"/>
          <p14:tracePt t="74432" x="4318000" y="4630738"/>
          <p14:tracePt t="74439" x="4192588" y="4630738"/>
          <p14:tracePt t="74447" x="4017963" y="4630738"/>
          <p14:tracePt t="74455" x="3792538" y="4630738"/>
          <p14:tracePt t="74463" x="3705225" y="4630738"/>
          <p14:tracePt t="74471" x="3467100" y="4656138"/>
          <p14:tracePt t="74479" x="3254375" y="4667250"/>
          <p14:tracePt t="74487" x="3116263" y="4705350"/>
          <p14:tracePt t="74495" x="3041650" y="4743450"/>
          <p14:tracePt t="74503" x="2916238" y="4805363"/>
          <p14:tracePt t="74511" x="2867025" y="4843463"/>
          <p14:tracePt t="74519" x="2790825" y="4856163"/>
          <p14:tracePt t="74527" x="2754313" y="4868863"/>
          <p14:tracePt t="74536" x="2728913" y="4879975"/>
          <p14:tracePt t="74559" x="2716213" y="4892675"/>
          <p14:tracePt t="74600" x="2716213" y="4918075"/>
          <p14:tracePt t="74631" x="2716213" y="4930775"/>
          <p14:tracePt t="74807" x="2716213" y="4943475"/>
          <p14:tracePt t="75199" x="2741613" y="4943475"/>
          <p14:tracePt t="75231" x="2754313" y="4943475"/>
          <p14:tracePt t="75391" x="2778125" y="4943475"/>
          <p14:tracePt t="75456" x="2790825" y="4943475"/>
          <p14:tracePt t="75999" x="2816225" y="4968875"/>
          <p14:tracePt t="76223" x="2841625" y="4968875"/>
          <p14:tracePt t="76255" x="2841625" y="4981575"/>
          <p14:tracePt t="76263" x="2854325" y="4981575"/>
          <p14:tracePt t="76455" x="2867025" y="4981575"/>
          <p14:tracePt t="76463" x="2879725" y="4981575"/>
          <p14:tracePt t="77359" x="2879725" y="4992688"/>
          <p14:tracePt t="77367" x="2879725" y="5005388"/>
          <p14:tracePt t="77543" x="2890838" y="5018088"/>
          <p14:tracePt t="77551" x="2928938" y="5018088"/>
          <p14:tracePt t="77559" x="2954338" y="5018088"/>
          <p14:tracePt t="77567" x="3003550" y="5018088"/>
          <p14:tracePt t="77575" x="3041650" y="5018088"/>
          <p14:tracePt t="77583" x="3079750" y="5018088"/>
          <p14:tracePt t="77591" x="3167063" y="5018088"/>
          <p14:tracePt t="77599" x="3216275" y="5018088"/>
          <p14:tracePt t="77607" x="3267075" y="5018088"/>
          <p14:tracePt t="77615" x="3317875" y="5018088"/>
          <p14:tracePt t="77623" x="3341688" y="5018088"/>
          <p14:tracePt t="77632" x="3392488" y="5018088"/>
          <p14:tracePt t="77639" x="3405188" y="5005388"/>
          <p14:tracePt t="77649" x="3429000" y="5005388"/>
          <p14:tracePt t="77655" x="3454400" y="5005388"/>
          <p14:tracePt t="77664" x="3479800" y="4992688"/>
          <p14:tracePt t="77671" x="3505200" y="4981575"/>
          <p14:tracePt t="77680" x="3579813" y="4981575"/>
          <p14:tracePt t="77687" x="3643313" y="4968875"/>
          <p14:tracePt t="77696" x="3692525" y="4956175"/>
          <p14:tracePt t="77703" x="3730625" y="4956175"/>
          <p14:tracePt t="77713" x="3756025" y="4956175"/>
          <p14:tracePt t="77719" x="3792538" y="4956175"/>
          <p14:tracePt t="77727" x="3817938" y="4956175"/>
          <p14:tracePt t="77735" x="3843338" y="4956175"/>
          <p14:tracePt t="77743" x="3892550" y="4956175"/>
          <p14:tracePt t="77751" x="3917950" y="4956175"/>
          <p14:tracePt t="77759" x="3943350" y="4943475"/>
          <p14:tracePt t="77767" x="3968750" y="4930775"/>
          <p14:tracePt t="77775" x="3979863" y="4930775"/>
          <p14:tracePt t="77783" x="4017963" y="4930775"/>
          <p14:tracePt t="77791" x="4056063" y="4918075"/>
          <p14:tracePt t="77799" x="4068763" y="4918075"/>
          <p14:tracePt t="77807" x="4092575" y="4905375"/>
          <p14:tracePt t="77815" x="4117975" y="4892675"/>
          <p14:tracePt t="77823" x="4143375" y="4892675"/>
          <p14:tracePt t="77839" x="4156075" y="4892675"/>
          <p14:tracePt t="77847" x="4181475" y="4892675"/>
          <p14:tracePt t="77855" x="4192588" y="4892675"/>
          <p14:tracePt t="77864" x="4230688" y="4892675"/>
          <p14:tracePt t="77871" x="4243388" y="4868863"/>
          <p14:tracePt t="77880" x="4256088" y="4868863"/>
          <p14:tracePt t="77887" x="4268788" y="4868863"/>
          <p14:tracePt t="77897" x="4294188" y="4856163"/>
          <p14:tracePt t="77903" x="4305300" y="4856163"/>
          <p14:tracePt t="77913" x="4318000" y="4856163"/>
          <p14:tracePt t="77927" x="4356100" y="4843463"/>
          <p14:tracePt t="77943" x="4368800" y="4843463"/>
          <p14:tracePt t="77951" x="4394200" y="4843463"/>
          <p14:tracePt t="77967" x="4406900" y="4830763"/>
          <p14:tracePt t="77999" x="4418013" y="4830763"/>
          <p14:tracePt t="78031" x="4418013" y="4818063"/>
          <p14:tracePt t="78039" x="4430713" y="4818063"/>
          <p14:tracePt t="78183" x="4443413" y="4818063"/>
          <p14:tracePt t="78935" x="4468813" y="4818063"/>
          <p14:tracePt t="78944" x="4581525" y="4779963"/>
          <p14:tracePt t="78951" x="4656138" y="4768850"/>
          <p14:tracePt t="78959" x="4719638" y="4743450"/>
          <p14:tracePt t="78967" x="4781550" y="4705350"/>
          <p14:tracePt t="78975" x="4819650" y="4692650"/>
          <p14:tracePt t="78983" x="4832350" y="4643438"/>
          <p14:tracePt t="78991" x="4856163" y="4605338"/>
          <p14:tracePt t="78999" x="4906963" y="4543425"/>
          <p14:tracePt t="79007" x="4981575" y="4492625"/>
          <p14:tracePt t="79015" x="5019675" y="4467225"/>
          <p14:tracePt t="79023" x="5057775" y="4443413"/>
          <p14:tracePt t="79031" x="5094288" y="4405313"/>
          <p14:tracePt t="79039" x="5119688" y="4379913"/>
          <p14:tracePt t="79047" x="5145088" y="4354513"/>
          <p14:tracePt t="79055" x="5170488" y="4330700"/>
          <p14:tracePt t="79064" x="5170488" y="4305300"/>
          <p14:tracePt t="79071" x="5170488" y="4292600"/>
          <p14:tracePt t="79080" x="5181600" y="4254500"/>
          <p14:tracePt t="79087" x="5194300" y="4230688"/>
          <p14:tracePt t="79097" x="5194300" y="4205288"/>
          <p14:tracePt t="79103" x="5194300" y="4192588"/>
          <p14:tracePt t="79111" x="5219700" y="4154488"/>
          <p14:tracePt t="79119" x="5219700" y="4141788"/>
          <p14:tracePt t="79129" x="5219700" y="4117975"/>
          <p14:tracePt t="79135" x="5219700" y="4079875"/>
          <p14:tracePt t="79145" x="5219700" y="4067175"/>
          <p14:tracePt t="79151" x="5232400" y="4017963"/>
          <p14:tracePt t="79159" x="5245100" y="4005263"/>
          <p14:tracePt t="79167" x="5245100" y="3967163"/>
          <p14:tracePt t="79175" x="5245100" y="3941763"/>
          <p14:tracePt t="79191" x="5245100" y="3929063"/>
          <p14:tracePt t="79199" x="5245100" y="3892550"/>
          <p14:tracePt t="79207" x="5245100" y="3879850"/>
          <p14:tracePt t="79215" x="5245100" y="3867150"/>
          <p14:tracePt t="79223" x="5257800" y="3854450"/>
          <p14:tracePt t="79239" x="5257800" y="3841750"/>
          <p14:tracePt t="79255" x="5257800" y="3829050"/>
          <p14:tracePt t="79263" x="5257800" y="3816350"/>
          <p14:tracePt t="79287" x="5257800" y="3803650"/>
          <p14:tracePt t="79495" x="5270500" y="3829050"/>
          <p14:tracePt t="79503" x="5270500" y="3867150"/>
          <p14:tracePt t="79513" x="5270500" y="3905250"/>
          <p14:tracePt t="79519" x="5270500" y="3941763"/>
          <p14:tracePt t="79529" x="5270500" y="3954463"/>
          <p14:tracePt t="79535" x="5270500" y="3979863"/>
          <p14:tracePt t="79545" x="5270500" y="4005263"/>
          <p14:tracePt t="79551" x="5270500" y="4029075"/>
          <p14:tracePt t="79561" x="5270500" y="4067175"/>
          <p14:tracePt t="79567" x="5270500" y="4092575"/>
          <p14:tracePt t="79575" x="5245100" y="4141788"/>
          <p14:tracePt t="79583" x="5245100" y="4179888"/>
          <p14:tracePt t="79591" x="5245100" y="4192588"/>
          <p14:tracePt t="79599" x="5219700" y="4217988"/>
          <p14:tracePt t="79607" x="5219700" y="4254500"/>
          <p14:tracePt t="79615" x="5207000" y="4292600"/>
          <p14:tracePt t="79623" x="5207000" y="4318000"/>
          <p14:tracePt t="79631" x="5194300" y="4318000"/>
          <p14:tracePt t="79639" x="5157788" y="4367213"/>
          <p14:tracePt t="79647" x="5132388" y="4379913"/>
          <p14:tracePt t="79655" x="5132388" y="4418013"/>
          <p14:tracePt t="79663" x="5106988" y="4430713"/>
          <p14:tracePt t="79671" x="5094288" y="4454525"/>
          <p14:tracePt t="79679" x="5019675" y="4467225"/>
          <p14:tracePt t="79687" x="5006975" y="4479925"/>
          <p14:tracePt t="79696" x="4968875" y="4492625"/>
          <p14:tracePt t="79703" x="4932363" y="4505325"/>
          <p14:tracePt t="79712" x="4881563" y="4505325"/>
          <p14:tracePt t="79719" x="4819650" y="4505325"/>
          <p14:tracePt t="79728" x="4781550" y="4518025"/>
          <p14:tracePt t="79735" x="4732338" y="4518025"/>
          <p14:tracePt t="79745" x="4681538" y="4518025"/>
          <p14:tracePt t="79751" x="4619625" y="4518025"/>
          <p14:tracePt t="79761" x="4568825" y="4518025"/>
          <p14:tracePt t="79767" x="4518025" y="4518025"/>
          <p14:tracePt t="79775" x="4443413" y="4518025"/>
          <p14:tracePt t="79783" x="4394200" y="4530725"/>
          <p14:tracePt t="79791" x="4305300" y="4530725"/>
          <p14:tracePt t="79799" x="4243388" y="4530725"/>
          <p14:tracePt t="79807" x="4156075" y="4530725"/>
          <p14:tracePt t="79815" x="4056063" y="4530725"/>
          <p14:tracePt t="79823" x="4005263" y="4530725"/>
          <p14:tracePt t="79833" x="3956050" y="4530725"/>
          <p14:tracePt t="79840" x="3905250" y="4530725"/>
          <p14:tracePt t="79849" x="3867150" y="4530725"/>
          <p14:tracePt t="79864" x="3856038" y="4530725"/>
          <p14:tracePt t="79903" x="3830638" y="4505325"/>
          <p14:tracePt t="79919" x="3830638" y="4467225"/>
          <p14:tracePt t="79929" x="3817938" y="4443413"/>
          <p14:tracePt t="79935" x="3805238" y="4405313"/>
          <p14:tracePt t="79945" x="3792538" y="4367213"/>
          <p14:tracePt t="79961" x="3779838" y="4341813"/>
          <p14:tracePt t="79967" x="3767138" y="4318000"/>
          <p14:tracePt t="79975" x="3767138" y="4279900"/>
          <p14:tracePt t="79983" x="3756025" y="4241800"/>
          <p14:tracePt t="79991" x="3730625" y="4230688"/>
          <p14:tracePt t="79999" x="3730625" y="4205288"/>
          <p14:tracePt t="80007" x="3730625" y="4179888"/>
          <p14:tracePt t="80015" x="3730625" y="4154488"/>
          <p14:tracePt t="80023" x="3730625" y="4141788"/>
          <p14:tracePt t="80045" x="3730625" y="4105275"/>
          <p14:tracePt t="80047" x="3730625" y="4067175"/>
          <p14:tracePt t="80063" x="3730625" y="4041775"/>
          <p14:tracePt t="80071" x="3730625" y="4029075"/>
          <p14:tracePt t="80079" x="3730625" y="4017963"/>
          <p14:tracePt t="80087" x="3730625" y="4005263"/>
          <p14:tracePt t="80095" x="3730625" y="3992563"/>
          <p14:tracePt t="80119" x="3730625" y="3979863"/>
          <p14:tracePt t="80145" x="3730625" y="3967163"/>
          <p14:tracePt t="80207" x="3730625" y="3954463"/>
          <p14:tracePt t="80223" x="3730625" y="3941763"/>
          <p14:tracePt t="80231" x="3730625" y="3929063"/>
          <p14:tracePt t="80255" x="3730625" y="3916363"/>
          <p14:tracePt t="80335" x="3730625" y="3905250"/>
          <p14:tracePt t="80345" x="3730625" y="3892550"/>
          <p14:tracePt t="80359" x="3743325" y="3892550"/>
          <p14:tracePt t="80399" x="3743325" y="3867150"/>
          <p14:tracePt t="80415" x="3756025" y="3867150"/>
          <p14:tracePt t="80423" x="3756025" y="3854450"/>
          <p14:tracePt t="80439" x="3756025" y="3841750"/>
          <p14:tracePt t="80455" x="3767138" y="3829050"/>
          <p14:tracePt t="81583" x="3756025" y="3829050"/>
          <p14:tracePt t="81591" x="3743325" y="3829050"/>
          <p14:tracePt t="81599" x="3730625" y="3829050"/>
          <p14:tracePt t="81608" x="3717925" y="3841750"/>
          <p14:tracePt t="81623" x="3705225" y="3841750"/>
          <p14:tracePt t="81639" x="3692525" y="3854450"/>
          <p14:tracePt t="81655" x="3679825" y="3879850"/>
          <p14:tracePt t="81663" x="3654425" y="3892550"/>
          <p14:tracePt t="81671" x="3654425" y="3905250"/>
          <p14:tracePt t="81679" x="3630613" y="3916363"/>
          <p14:tracePt t="81687" x="3630613" y="3929063"/>
          <p14:tracePt t="81695" x="3617913" y="3929063"/>
          <p14:tracePt t="81703" x="3617913" y="3941763"/>
          <p14:tracePt t="81711" x="3605213" y="3954463"/>
          <p14:tracePt t="81767" x="3605213" y="3967163"/>
          <p14:tracePt t="81792" x="3605213" y="3979863"/>
          <p14:tracePt t="81800" x="3605213" y="3992563"/>
          <p14:tracePt t="81809" x="3592513" y="4005263"/>
          <p14:tracePt t="81847" x="3592513" y="4017963"/>
          <p14:tracePt t="81879" x="3592513" y="4029075"/>
          <p14:tracePt t="81887" x="3592513" y="4041775"/>
          <p14:tracePt t="81903" x="3592513" y="4054475"/>
          <p14:tracePt t="81911" x="3592513" y="4067175"/>
          <p14:tracePt t="81919" x="3592513" y="4079875"/>
          <p14:tracePt t="81927" x="3592513" y="4105275"/>
          <p14:tracePt t="81935" x="3592513" y="4129088"/>
          <p14:tracePt t="81944" x="3592513" y="4154488"/>
          <p14:tracePt t="81951" x="3592513" y="4179888"/>
          <p14:tracePt t="81960" x="3592513" y="4192588"/>
          <p14:tracePt t="81967" x="3592513" y="4205288"/>
          <p14:tracePt t="81976" x="3592513" y="4241800"/>
          <p14:tracePt t="81983" x="3592513" y="4254500"/>
          <p14:tracePt t="81991" x="3592513" y="4267200"/>
          <p14:tracePt t="81999" x="3592513" y="4279900"/>
          <p14:tracePt t="82015" x="3592513" y="4292600"/>
          <p14:tracePt t="82111" x="3592513" y="4305300"/>
          <p14:tracePt t="82360" x="3579813" y="4318000"/>
          <p14:tracePt t="82377" x="3554413" y="4318000"/>
          <p14:tracePt t="82399" x="3541713" y="4318000"/>
          <p14:tracePt t="82423" x="3517900" y="4318000"/>
          <p14:tracePt t="82431" x="3517900" y="4330700"/>
          <p14:tracePt t="82463" x="3505200" y="4330700"/>
          <p14:tracePt t="82479" x="3479800" y="4330700"/>
          <p14:tracePt t="82504" x="3467100" y="4330700"/>
          <p14:tracePt t="82512" x="3467100" y="4341813"/>
          <p14:tracePt t="82519" x="3454400" y="4341813"/>
          <p14:tracePt t="82535" x="3441700" y="4341813"/>
          <p14:tracePt t="82551" x="3441700" y="4354513"/>
          <p14:tracePt t="82567" x="3429000" y="4354513"/>
          <p14:tracePt t="91575" x="3467100" y="4354513"/>
          <p14:tracePt t="91583" x="3541713" y="4330700"/>
          <p14:tracePt t="91591" x="3617913" y="4292600"/>
          <p14:tracePt t="91600" x="3654425" y="4292600"/>
          <p14:tracePt t="91607" x="3743325" y="4267200"/>
          <p14:tracePt t="91617" x="3856038" y="4217988"/>
          <p14:tracePt t="91623" x="3979863" y="4205288"/>
          <p14:tracePt t="91633" x="4092575" y="4192588"/>
          <p14:tracePt t="91639" x="4192588" y="4192588"/>
          <p14:tracePt t="91648" x="4318000" y="4192588"/>
          <p14:tracePt t="91655" x="4418013" y="4192588"/>
          <p14:tracePt t="91666" x="4481513" y="4192588"/>
          <p14:tracePt t="91671" x="4530725" y="4217988"/>
          <p14:tracePt t="91679" x="4543425" y="4230688"/>
          <p14:tracePt t="91840" x="4556125" y="4241800"/>
          <p14:tracePt t="91847" x="4581525" y="4254500"/>
          <p14:tracePt t="91855" x="4594225" y="4254500"/>
          <p14:tracePt t="91864" x="4656138" y="4254500"/>
          <p14:tracePt t="91871" x="4668838" y="4254500"/>
          <p14:tracePt t="91879" x="4706938" y="4254500"/>
          <p14:tracePt t="91887" x="4819650" y="4254500"/>
          <p14:tracePt t="91895" x="4868863" y="4254500"/>
          <p14:tracePt t="91903" x="4945063" y="4254500"/>
          <p14:tracePt t="91911" x="5068888" y="4254500"/>
          <p14:tracePt t="91919" x="5194300" y="4254500"/>
          <p14:tracePt t="91927" x="5345113" y="4241800"/>
          <p14:tracePt t="91935" x="5483225" y="4230688"/>
          <p14:tracePt t="91943" x="5632450" y="4179888"/>
          <p14:tracePt t="91951" x="5783263" y="4179888"/>
          <p14:tracePt t="91959" x="5921375" y="4167188"/>
          <p14:tracePt t="91967" x="6045200" y="4154488"/>
          <p14:tracePt t="91975" x="6096000" y="4141788"/>
          <p14:tracePt t="91983" x="6134100" y="4129088"/>
          <p14:tracePt t="91991" x="6183313" y="4117975"/>
          <p14:tracePt t="92000" x="6221413" y="4117975"/>
          <p14:tracePt t="92007" x="6283325" y="4105275"/>
          <p14:tracePt t="92016" x="6308725" y="4105275"/>
          <p14:tracePt t="92023" x="6321425" y="4105275"/>
          <p14:tracePt t="92032" x="6334125" y="4105275"/>
          <p14:tracePt t="92039" x="6359525" y="4105275"/>
          <p14:tracePt t="92055" x="6370638" y="4105275"/>
          <p14:tracePt t="92143" x="6383338" y="4105275"/>
          <p14:tracePt t="92175" x="6396038" y="4105275"/>
          <p14:tracePt t="92183" x="6408738" y="4105275"/>
          <p14:tracePt t="92207" x="6421438" y="4105275"/>
          <p14:tracePt t="92216" x="6446838" y="4105275"/>
          <p14:tracePt t="92233" x="6472238" y="4105275"/>
          <p14:tracePt t="92239" x="6508750" y="4079875"/>
          <p14:tracePt t="92248" x="6559550" y="4079875"/>
          <p14:tracePt t="92255" x="6634163" y="4079875"/>
          <p14:tracePt t="92264" x="6646863" y="4079875"/>
          <p14:tracePt t="92295" x="6721475" y="4079875"/>
          <p14:tracePt t="92303" x="6797675" y="4079875"/>
          <p14:tracePt t="92313" x="6808788" y="4079875"/>
          <p14:tracePt t="92320" x="6910388" y="4079875"/>
          <p14:tracePt t="92328" x="7010400" y="4079875"/>
          <p14:tracePt t="92336" x="7134225" y="4079875"/>
          <p14:tracePt t="92343" x="7210425" y="4079875"/>
          <p14:tracePt t="92351" x="7285038" y="4079875"/>
          <p14:tracePt t="92359" x="7372350" y="4079875"/>
          <p14:tracePt t="92367" x="7423150" y="4079875"/>
          <p14:tracePt t="92375" x="7459663" y="4079875"/>
          <p14:tracePt t="92383" x="7485063" y="4079875"/>
          <p14:tracePt t="92391" x="7523163" y="4079875"/>
          <p14:tracePt t="92407" x="7535863" y="4079875"/>
          <p14:tracePt t="92416" x="7561263" y="4079875"/>
          <p14:tracePt t="92432" x="7585075" y="4079875"/>
          <p14:tracePt t="92439" x="7610475" y="4079875"/>
          <p14:tracePt t="92448" x="7623175" y="4079875"/>
          <p14:tracePt t="92455" x="7661275" y="4079875"/>
          <p14:tracePt t="92464" x="7697788" y="4079875"/>
          <p14:tracePt t="92471" x="7723188" y="4092575"/>
          <p14:tracePt t="92479" x="7761288" y="4092575"/>
          <p14:tracePt t="92487" x="7797800" y="4105275"/>
          <p14:tracePt t="92495" x="7861300" y="4117975"/>
          <p14:tracePt t="92503" x="7923213" y="4117975"/>
          <p14:tracePt t="92511" x="7935913" y="4129088"/>
          <p14:tracePt t="92519" x="7974013" y="4154488"/>
          <p14:tracePt t="92527" x="7999413" y="4154488"/>
          <p14:tracePt t="92535" x="8023225" y="4179888"/>
          <p14:tracePt t="92543" x="8035925" y="4179888"/>
          <p14:tracePt t="92551" x="8061325" y="4179888"/>
          <p14:tracePt t="92559" x="8099425" y="4192588"/>
          <p14:tracePt t="92567" x="8110538" y="4205288"/>
          <p14:tracePt t="92583" x="8123238" y="4217988"/>
          <p14:tracePt t="92591" x="8148638" y="4241800"/>
          <p14:tracePt t="92599" x="8161338" y="4254500"/>
          <p14:tracePt t="92607" x="8174038" y="4279900"/>
          <p14:tracePt t="92615" x="8174038" y="4292600"/>
          <p14:tracePt t="92623" x="8199438" y="4330700"/>
          <p14:tracePt t="92632" x="8235950" y="4354513"/>
          <p14:tracePt t="92639" x="8235950" y="4367213"/>
          <p14:tracePt t="92649" x="8248650" y="4392613"/>
          <p14:tracePt t="92665" x="8248650" y="4418013"/>
          <p14:tracePt t="92671" x="8274050" y="4443413"/>
          <p14:tracePt t="92681" x="8286750" y="4454525"/>
          <p14:tracePt t="92687" x="8286750" y="4467225"/>
          <p14:tracePt t="92695" x="8286750" y="4492625"/>
          <p14:tracePt t="92703" x="8286750" y="4518025"/>
          <p14:tracePt t="92711" x="8286750" y="4530725"/>
          <p14:tracePt t="92719" x="8286750" y="4567238"/>
          <p14:tracePt t="92735" x="8286750" y="4579938"/>
          <p14:tracePt t="92743" x="8286750" y="4605338"/>
          <p14:tracePt t="92759" x="8286750" y="4630738"/>
          <p14:tracePt t="92767" x="8299450" y="4643438"/>
          <p14:tracePt t="92775" x="8299450" y="4656138"/>
          <p14:tracePt t="92783" x="8299450" y="4667250"/>
          <p14:tracePt t="92791" x="8299450" y="4679950"/>
          <p14:tracePt t="92807" x="8299450" y="4692650"/>
          <p14:tracePt t="92816" x="8299450" y="4705350"/>
          <p14:tracePt t="92823" x="8299450" y="4718050"/>
          <p14:tracePt t="92839" x="8299450" y="4730750"/>
          <p14:tracePt t="92848" x="8299450" y="4756150"/>
          <p14:tracePt t="92864" x="8299450" y="4792663"/>
          <p14:tracePt t="92871" x="8299450" y="4805363"/>
          <p14:tracePt t="92881" x="8274050" y="4856163"/>
          <p14:tracePt t="92887" x="8248650" y="4892675"/>
          <p14:tracePt t="92897" x="8223250" y="4930775"/>
          <p14:tracePt t="92903" x="8212138" y="4943475"/>
          <p14:tracePt t="92911" x="8174038" y="4956175"/>
          <p14:tracePt t="92919" x="8148638" y="4968875"/>
          <p14:tracePt t="92927" x="8123238" y="4992688"/>
          <p14:tracePt t="92935" x="8110538" y="5005388"/>
          <p14:tracePt t="92943" x="8099425" y="5018088"/>
          <p14:tracePt t="92951" x="8086725" y="5030788"/>
          <p14:tracePt t="92967" x="8086725" y="5043488"/>
          <p14:tracePt t="92975" x="8061325" y="5043488"/>
          <p14:tracePt t="92991" x="8048625" y="5043488"/>
          <p14:tracePt t="92999" x="8023225" y="5056188"/>
          <p14:tracePt t="93007" x="7986713" y="5081588"/>
          <p14:tracePt t="93016" x="7948613" y="5092700"/>
          <p14:tracePt t="93023" x="7910513" y="5143500"/>
          <p14:tracePt t="93032" x="7823200" y="5168900"/>
          <p14:tracePt t="93039" x="7697788" y="5194300"/>
          <p14:tracePt t="93048" x="7648575" y="5218113"/>
          <p14:tracePt t="93055" x="7523163" y="5243513"/>
          <p14:tracePt t="93065" x="7448550" y="5268913"/>
          <p14:tracePt t="93071" x="7348538" y="5281613"/>
          <p14:tracePt t="93080" x="7223125" y="5318125"/>
          <p14:tracePt t="93087" x="7097713" y="5330825"/>
          <p14:tracePt t="93097" x="6997700" y="5330825"/>
          <p14:tracePt t="93103" x="6846888" y="5330825"/>
          <p14:tracePt t="93111" x="6696075" y="5330825"/>
          <p14:tracePt t="93119" x="6596063" y="5330825"/>
          <p14:tracePt t="93127" x="6472238" y="5343525"/>
          <p14:tracePt t="93135" x="6346825" y="5343525"/>
          <p14:tracePt t="93143" x="6170613" y="5343525"/>
          <p14:tracePt t="93151" x="5995988" y="5343525"/>
          <p14:tracePt t="93159" x="5845175" y="5343525"/>
          <p14:tracePt t="93167" x="5732463" y="5343525"/>
          <p14:tracePt t="93184" x="5432425" y="5343525"/>
          <p14:tracePt t="93191" x="5294313" y="5343525"/>
          <p14:tracePt t="93199" x="5181600" y="5343525"/>
          <p14:tracePt t="93207" x="4994275" y="5343525"/>
          <p14:tracePt t="93215" x="4843463" y="5343525"/>
          <p14:tracePt t="93223" x="4694238" y="5343525"/>
          <p14:tracePt t="93232" x="4568825" y="5343525"/>
          <p14:tracePt t="93239" x="4418013" y="5343525"/>
          <p14:tracePt t="93248" x="4281488" y="5343525"/>
          <p14:tracePt t="93255" x="4117975" y="5343525"/>
          <p14:tracePt t="93264" x="4005263" y="5343525"/>
          <p14:tracePt t="93271" x="3856038" y="5343525"/>
          <p14:tracePt t="93281" x="3756025" y="5343525"/>
          <p14:tracePt t="93287" x="3654425" y="5343525"/>
          <p14:tracePt t="93297" x="3579813" y="5343525"/>
          <p14:tracePt t="93303" x="3530600" y="5343525"/>
          <p14:tracePt t="93311" x="3492500" y="5343525"/>
          <p14:tracePt t="93319" x="3454400" y="5343525"/>
          <p14:tracePt t="93327" x="3441700" y="5343525"/>
          <p14:tracePt t="93335" x="3417888" y="5343525"/>
          <p14:tracePt t="93351" x="3405188" y="5343525"/>
          <p14:tracePt t="93375" x="3392488" y="5343525"/>
          <p14:tracePt t="93423" x="3379788" y="5343525"/>
          <p14:tracePt t="93431" x="3367088" y="5343525"/>
          <p14:tracePt t="93471" x="3367088" y="5330825"/>
          <p14:tracePt t="93488" x="3354388" y="5330825"/>
          <p14:tracePt t="93519" x="3354388" y="5318125"/>
          <p14:tracePt t="93535" x="3354388" y="5305425"/>
          <p14:tracePt t="93551" x="3354388" y="5294313"/>
          <p14:tracePt t="93591" x="3328988" y="5281613"/>
          <p14:tracePt t="93984" x="3328988" y="5256213"/>
          <p14:tracePt t="93992" x="3328988" y="5243513"/>
          <p14:tracePt t="94039" x="3328988" y="5230813"/>
          <p14:tracePt t="94135" x="3328988" y="5218113"/>
          <p14:tracePt t="94263" x="3328988" y="5205413"/>
          <p14:tracePt t="94271" x="3279775" y="5181600"/>
          <p14:tracePt t="94281" x="3192463" y="5168900"/>
          <p14:tracePt t="94287" x="3167063" y="5168900"/>
          <p14:tracePt t="94297" x="3067050" y="5168900"/>
          <p14:tracePt t="94303" x="2967038" y="5168900"/>
          <p14:tracePt t="94313" x="2867025" y="5168900"/>
          <p14:tracePt t="94319" x="2767013" y="5168900"/>
          <p14:tracePt t="94327" x="2667000" y="5168900"/>
          <p14:tracePt t="94335" x="2603500" y="5156200"/>
          <p14:tracePt t="94343" x="2541588" y="5156200"/>
          <p14:tracePt t="94351" x="2503488" y="5156200"/>
          <p14:tracePt t="94359" x="2490788" y="5143500"/>
          <p14:tracePt t="94367" x="2465388" y="5143500"/>
          <p14:tracePt t="94415" x="2465388" y="5130800"/>
          <p14:tracePt t="94431" x="2465388" y="5118100"/>
          <p14:tracePt t="94439" x="2465388" y="5105400"/>
          <p14:tracePt t="94447" x="2465388" y="5092700"/>
          <p14:tracePt t="94464" x="2465388" y="5068888"/>
          <p14:tracePt t="94487" x="2465388" y="5056188"/>
          <p14:tracePt t="94591" x="2465388" y="5030788"/>
          <p14:tracePt t="94631" x="2465388" y="5018088"/>
          <p14:tracePt t="94639" x="2465388" y="4992688"/>
          <p14:tracePt t="94671" x="2465388" y="4981575"/>
          <p14:tracePt t="94719" x="2465388" y="4968875"/>
          <p14:tracePt t="94759" x="2465388" y="4956175"/>
          <p14:tracePt t="94767" x="2465388" y="4943475"/>
          <p14:tracePt t="94783" x="2465388" y="4930775"/>
          <p14:tracePt t="94791" x="2465388" y="4905375"/>
          <p14:tracePt t="94807" x="2465388" y="4892675"/>
          <p14:tracePt t="94815" x="2465388" y="4879975"/>
          <p14:tracePt t="94823" x="2465388" y="4868863"/>
          <p14:tracePt t="94839" x="2452688" y="4856163"/>
          <p14:tracePt t="94880" x="2452688" y="4843463"/>
          <p14:tracePt t="94911" x="2452688" y="4830763"/>
          <p14:tracePt t="94920" x="2452688" y="4818063"/>
          <p14:tracePt t="94936" x="2452688" y="4805363"/>
          <p14:tracePt t="94959" x="2452688" y="4792663"/>
          <p14:tracePt t="94975" x="2452688" y="4779963"/>
          <p14:tracePt t="94983" x="2441575" y="4768850"/>
          <p14:tracePt t="94991" x="2428875" y="4768850"/>
          <p14:tracePt t="95039" x="2428875" y="4756150"/>
          <p14:tracePt t="95055" x="2428875" y="4743450"/>
          <p14:tracePt t="95071" x="2428875" y="4730750"/>
          <p14:tracePt t="95111" x="2428875" y="4718050"/>
          <p14:tracePt t="95127" x="2428875" y="4705350"/>
          <p14:tracePt t="95143" x="2428875" y="4692650"/>
          <p14:tracePt t="95167" x="2428875" y="4679950"/>
          <p14:tracePt t="95183" x="2428875" y="4667250"/>
          <p14:tracePt t="95207" x="2416175" y="4656138"/>
          <p14:tracePt t="95215" x="2416175" y="4643438"/>
          <p14:tracePt t="95232" x="2390775" y="4643438"/>
          <p14:tracePt t="95240" x="2378075" y="4643438"/>
          <p14:tracePt t="95249" x="2365375" y="4643438"/>
          <p14:tracePt t="95255" x="2352675" y="4643438"/>
          <p14:tracePt t="95263" x="2316163" y="4643438"/>
          <p14:tracePt t="95271" x="2303463" y="4643438"/>
          <p14:tracePt t="95280" x="2265363" y="4643438"/>
          <p14:tracePt t="95287" x="2239963" y="4643438"/>
          <p14:tracePt t="95296" x="2228850" y="4643438"/>
          <p14:tracePt t="95303" x="2178050" y="4643438"/>
          <p14:tracePt t="95312" x="2165350" y="4643438"/>
          <p14:tracePt t="95319" x="2139950" y="4643438"/>
          <p14:tracePt t="95329" x="2127250" y="4643438"/>
          <p14:tracePt t="95335" x="2103438" y="4643438"/>
          <p14:tracePt t="95343" x="2090738" y="4643438"/>
          <p14:tracePt t="95367" x="2078038" y="4643438"/>
          <p14:tracePt t="95543" x="2052638" y="4618038"/>
          <p14:tracePt t="95551" x="2052638" y="4605338"/>
          <p14:tracePt t="95559" x="2052638" y="4592638"/>
          <p14:tracePt t="95567" x="2039938" y="4592638"/>
          <p14:tracePt t="95575" x="2039938" y="4579938"/>
          <p14:tracePt t="95583" x="2039938" y="4567238"/>
          <p14:tracePt t="95591" x="2039938" y="4554538"/>
          <p14:tracePt t="96495" x="2127250" y="4530725"/>
          <p14:tracePt t="96503" x="2239963" y="4492625"/>
          <p14:tracePt t="96511" x="2365375" y="4467225"/>
          <p14:tracePt t="96519" x="2516188" y="4443413"/>
          <p14:tracePt t="96528" x="2590800" y="4405313"/>
          <p14:tracePt t="96535" x="2628900" y="4392613"/>
          <p14:tracePt t="96544" x="2678113" y="4354513"/>
          <p14:tracePt t="96551" x="2690813" y="4341813"/>
          <p14:tracePt t="96560" x="2778125" y="4341813"/>
          <p14:tracePt t="96567" x="2803525" y="4330700"/>
          <p14:tracePt t="96577" x="2867025" y="4292600"/>
          <p14:tracePt t="96583" x="2903538" y="4279900"/>
          <p14:tracePt t="96595" x="2928938" y="4267200"/>
          <p14:tracePt t="96599" x="2979738" y="4254500"/>
          <p14:tracePt t="96607" x="2992438" y="4254500"/>
          <p14:tracePt t="96615" x="3016250" y="4241800"/>
          <p14:tracePt t="96631" x="3028950" y="4241800"/>
          <p14:tracePt t="96647" x="3041650" y="4241800"/>
          <p14:tracePt t="96679" x="3054350" y="4241800"/>
          <p14:tracePt t="96703" x="3067050" y="4230688"/>
          <p14:tracePt t="96735" x="3079750" y="4217988"/>
          <p14:tracePt t="96775" x="3092450" y="4205288"/>
          <p14:tracePt t="96791" x="3103563" y="4192588"/>
          <p14:tracePt t="97119" x="3103563" y="4205288"/>
          <p14:tracePt t="97143" x="3092450" y="4217988"/>
          <p14:tracePt t="97151" x="3067050" y="4217988"/>
          <p14:tracePt t="97191" x="3054350" y="4230688"/>
          <p14:tracePt t="97199" x="3041650" y="4230688"/>
          <p14:tracePt t="97208" x="3028950" y="4241800"/>
          <p14:tracePt t="97215" x="3016250" y="4241800"/>
          <p14:tracePt t="97223" x="3003550" y="4254500"/>
          <p14:tracePt t="97239" x="2979738" y="4254500"/>
          <p14:tracePt t="97247" x="2979738" y="4267200"/>
          <p14:tracePt t="97263" x="2954338" y="4279900"/>
          <p14:tracePt t="97271" x="2928938" y="4279900"/>
          <p14:tracePt t="97279" x="2916238" y="4305300"/>
          <p14:tracePt t="97287" x="2903538" y="4305300"/>
          <p14:tracePt t="97303" x="2879725" y="4318000"/>
          <p14:tracePt t="97319" x="2867025" y="4330700"/>
          <p14:tracePt t="97329" x="2841625" y="4341813"/>
          <p14:tracePt t="97335" x="2828925" y="4354513"/>
          <p14:tracePt t="97352" x="2816225" y="4354513"/>
          <p14:tracePt t="97367" x="2816225" y="4367213"/>
          <p14:tracePt t="97383" x="2803525" y="4379913"/>
          <p14:tracePt t="97392" x="2790825" y="4392613"/>
          <p14:tracePt t="97408" x="2778125" y="4430713"/>
          <p14:tracePt t="97415" x="2778125" y="4454525"/>
          <p14:tracePt t="97423" x="2778125" y="4492625"/>
          <p14:tracePt t="97431" x="2778125" y="4530725"/>
          <p14:tracePt t="97439" x="2790825" y="4579938"/>
          <p14:tracePt t="97447" x="2790825" y="4592638"/>
          <p14:tracePt t="97455" x="2790825" y="4630738"/>
          <p14:tracePt t="97463" x="2803525" y="4643438"/>
          <p14:tracePt t="97471" x="2841625" y="4692650"/>
          <p14:tracePt t="97479" x="2879725" y="4743450"/>
          <p14:tracePt t="97487" x="2916238" y="4768850"/>
          <p14:tracePt t="97495" x="2928938" y="4830763"/>
          <p14:tracePt t="97503" x="2954338" y="4843463"/>
          <p14:tracePt t="97511" x="2979738" y="4892675"/>
          <p14:tracePt t="97519" x="3003550" y="4918075"/>
          <p14:tracePt t="97528" x="3016250" y="4930775"/>
          <p14:tracePt t="97535" x="3041650" y="4968875"/>
          <p14:tracePt t="97551" x="3054350" y="4992688"/>
          <p14:tracePt t="97567" x="3054350" y="5005388"/>
          <p14:tracePt t="97577" x="3054350" y="5018088"/>
          <p14:tracePt t="97583" x="3067050" y="5018088"/>
          <p14:tracePt t="97599" x="3067050" y="5030788"/>
          <p14:tracePt t="97751" x="3067050" y="5043488"/>
          <p14:tracePt t="97791" x="3067050" y="4968875"/>
          <p14:tracePt t="97799" x="3067050" y="4943475"/>
          <p14:tracePt t="97807" x="3067050" y="4892675"/>
          <p14:tracePt t="97815" x="3067050" y="4830763"/>
          <p14:tracePt t="97825" x="3067050" y="4768850"/>
          <p14:tracePt t="97831" x="3067050" y="4705350"/>
          <p14:tracePt t="97839" x="3067050" y="4630738"/>
          <p14:tracePt t="97847" x="3067050" y="4579938"/>
          <p14:tracePt t="97855" x="3067050" y="4518025"/>
          <p14:tracePt t="97863" x="3079750" y="4454525"/>
          <p14:tracePt t="97871" x="3079750" y="4418013"/>
          <p14:tracePt t="97879" x="3079750" y="4367213"/>
          <p14:tracePt t="97887" x="3079750" y="4318000"/>
          <p14:tracePt t="97895" x="3079750" y="4305300"/>
          <p14:tracePt t="97903" x="3079750" y="4267200"/>
          <p14:tracePt t="97911" x="3079750" y="4241800"/>
          <p14:tracePt t="97919" x="3079750" y="4230688"/>
          <p14:tracePt t="97927" x="3079750" y="4217988"/>
          <p14:tracePt t="97935" x="3079750" y="4192588"/>
          <p14:tracePt t="97951" x="3079750" y="4179888"/>
          <p14:tracePt t="98087" x="3079750" y="4167188"/>
          <p14:tracePt t="98823" x="3079750" y="4179888"/>
          <p14:tracePt t="98832" x="3016250" y="4279900"/>
          <p14:tracePt t="98841" x="2928938" y="4354513"/>
          <p14:tracePt t="98848" x="2903538" y="4418013"/>
          <p14:tracePt t="98858" x="2903538" y="4467225"/>
          <p14:tracePt t="98863" x="2890838" y="4518025"/>
          <p14:tracePt t="98871" x="2890838" y="4543425"/>
          <p14:tracePt t="98879" x="2890838" y="4579938"/>
          <p14:tracePt t="98887" x="2867025" y="4656138"/>
          <p14:tracePt t="98895" x="2841625" y="4768850"/>
          <p14:tracePt t="98903" x="2828925" y="4843463"/>
          <p14:tracePt t="98911" x="2828925" y="4943475"/>
          <p14:tracePt t="98919" x="2816225" y="4992688"/>
          <p14:tracePt t="98927" x="2816225" y="5018088"/>
          <p14:tracePt t="98935" x="2816225" y="5056188"/>
          <p14:tracePt t="98951" x="2816225" y="5092700"/>
          <p14:tracePt t="98967" x="2841625" y="5105400"/>
          <p14:tracePt t="99095" x="2854325" y="5105400"/>
          <p14:tracePt t="99111" x="2867025" y="5105400"/>
          <p14:tracePt t="99175" x="2879725" y="5105400"/>
          <p14:tracePt t="99183" x="2890838" y="5092700"/>
          <p14:tracePt t="99192" x="2890838" y="5081588"/>
          <p14:tracePt t="99199" x="2890838" y="5068888"/>
          <p14:tracePt t="99208" x="2890838" y="5056188"/>
          <p14:tracePt t="99224" x="2890838" y="5043488"/>
          <p14:tracePt t="99240" x="2903538" y="5030788"/>
          <p14:tracePt t="99303" x="2903538" y="5018088"/>
          <p14:tracePt t="99353" x="2903538" y="5005388"/>
          <p14:tracePt t="99360" x="2903538" y="4992688"/>
          <p14:tracePt t="101175" x="2903538" y="4981575"/>
          <p14:tracePt t="101183" x="2903538" y="4968875"/>
          <p14:tracePt t="101191" x="2903538" y="4956175"/>
          <p14:tracePt t="101263" x="2903538" y="4943475"/>
          <p14:tracePt t="101272" x="2903538" y="4930775"/>
          <p14:tracePt t="102599" x="2903538" y="4918075"/>
          <p14:tracePt t="102647" x="2903538" y="4905375"/>
          <p14:tracePt t="106503" x="2890838" y="4892675"/>
          <p14:tracePt t="106511" x="2867025" y="4892675"/>
          <p14:tracePt t="106519" x="2816225" y="4868863"/>
          <p14:tracePt t="106527" x="2803525" y="4868863"/>
          <p14:tracePt t="106535" x="2790825" y="4868863"/>
          <p14:tracePt t="106543" x="2778125" y="4868863"/>
          <p14:tracePt t="106552" x="2767013" y="4868863"/>
          <p14:tracePt t="106559" x="2754313" y="4856163"/>
          <p14:tracePt t="106568" x="2728913" y="4856163"/>
          <p14:tracePt t="106584" x="2703513" y="4856163"/>
          <p14:tracePt t="106600" x="2690813" y="4856163"/>
          <p14:tracePt t="106623" x="2678113" y="4856163"/>
          <p14:tracePt t="106639" x="2667000" y="4856163"/>
          <p14:tracePt t="106655" x="2654300" y="4856163"/>
          <p14:tracePt t="106679" x="2628900" y="4856163"/>
          <p14:tracePt t="106687" x="2616200" y="4856163"/>
          <p14:tracePt t="106695" x="2603500" y="4856163"/>
          <p14:tracePt t="106703" x="2590800" y="4856163"/>
          <p14:tracePt t="106711" x="2578100" y="4856163"/>
          <p14:tracePt t="106719" x="2565400" y="4856163"/>
          <p14:tracePt t="106727" x="2554288" y="4856163"/>
          <p14:tracePt t="106735" x="2541588" y="4856163"/>
          <p14:tracePt t="106743" x="2541588" y="4843463"/>
          <p14:tracePt t="106751" x="2516188" y="4830763"/>
          <p14:tracePt t="106759" x="2490788" y="4830763"/>
          <p14:tracePt t="106775" x="2478088" y="4830763"/>
          <p14:tracePt t="106784" x="2452688" y="4818063"/>
          <p14:tracePt t="106791" x="2428875" y="4818063"/>
          <p14:tracePt t="106800" x="2428875" y="4805363"/>
          <p14:tracePt t="106807" x="2403475" y="4805363"/>
          <p14:tracePt t="106817" x="2378075" y="4805363"/>
          <p14:tracePt t="106823" x="2378075" y="4792663"/>
          <p14:tracePt t="106855" x="2365375" y="4779963"/>
          <p14:tracePt t="106887" x="2352675" y="4779963"/>
          <p14:tracePt t="106983" x="2339975" y="4779963"/>
          <p14:tracePt t="106991" x="2339975" y="4768850"/>
          <p14:tracePt t="107087" x="2328863" y="4756150"/>
          <p14:tracePt t="107095" x="2290763" y="4756150"/>
          <p14:tracePt t="107103" x="2265363" y="4743450"/>
          <p14:tracePt t="107111" x="2252663" y="4743450"/>
          <p14:tracePt t="107119" x="2203450" y="4743450"/>
          <p14:tracePt t="107135" x="2190750" y="4730750"/>
          <p14:tracePt t="107143" x="2165350" y="4718050"/>
          <p14:tracePt t="107151" x="2127250" y="4718050"/>
          <p14:tracePt t="107159" x="2078038" y="4692650"/>
          <p14:tracePt t="107167" x="2003425" y="4667250"/>
          <p14:tracePt t="107175" x="1952625" y="4630738"/>
          <p14:tracePt t="107184" x="1865313" y="4605338"/>
          <p14:tracePt t="107191" x="1801813" y="4567238"/>
          <p14:tracePt t="107200" x="1727200" y="4543425"/>
          <p14:tracePt t="107207" x="1714500" y="4530725"/>
          <p14:tracePt t="107567" x="1714500" y="4518025"/>
          <p14:tracePt t="107575" x="1765300" y="4492625"/>
          <p14:tracePt t="107584" x="1814513" y="4479925"/>
          <p14:tracePt t="107591" x="1852613" y="4479925"/>
          <p14:tracePt t="107600" x="1903413" y="4454525"/>
          <p14:tracePt t="107607" x="1939925" y="4443413"/>
          <p14:tracePt t="107616" x="1978025" y="4443413"/>
          <p14:tracePt t="107623" x="2052638" y="4430713"/>
          <p14:tracePt t="107632" x="2103438" y="4430713"/>
          <p14:tracePt t="107639" x="2152650" y="4418013"/>
          <p14:tracePt t="107648" x="2178050" y="4418013"/>
          <p14:tracePt t="107655" x="2203450" y="4418013"/>
          <p14:tracePt t="108408" x="2216150" y="4418013"/>
          <p14:tracePt t="108418" x="2554288" y="4230688"/>
          <p14:tracePt t="108424" x="2703513" y="4129088"/>
          <p14:tracePt t="108433" x="2841625" y="4067175"/>
          <p14:tracePt t="108591" x="2854325" y="4067175"/>
          <p14:tracePt t="108608" x="2841625" y="4067175"/>
          <p14:tracePt t="108617" x="2816225" y="4054475"/>
          <p14:tracePt t="108624" x="2790825" y="4054475"/>
          <p14:tracePt t="108640" x="2754313" y="4041775"/>
          <p14:tracePt t="108649" x="2716213" y="4041775"/>
          <p14:tracePt t="108655" x="2654300" y="4041775"/>
          <p14:tracePt t="108663" x="2516188" y="4017963"/>
          <p14:tracePt t="108671" x="2390775" y="4017963"/>
          <p14:tracePt t="108679" x="2239963" y="4017963"/>
          <p14:tracePt t="108687" x="2152650" y="4017963"/>
          <p14:tracePt t="108697" x="2052638" y="4041775"/>
          <p14:tracePt t="108703" x="1927225" y="4079875"/>
          <p14:tracePt t="108711" x="1839913" y="4117975"/>
          <p14:tracePt t="108719" x="1765300" y="4167188"/>
          <p14:tracePt t="108727" x="1701800" y="4230688"/>
          <p14:tracePt t="108735" x="1652588" y="4279900"/>
          <p14:tracePt t="108743" x="1627188" y="4318000"/>
          <p14:tracePt t="108751" x="1614488" y="4379913"/>
          <p14:tracePt t="108759" x="1589088" y="4418013"/>
          <p14:tracePt t="108767" x="1589088" y="4443413"/>
          <p14:tracePt t="108775" x="1565275" y="4467225"/>
          <p14:tracePt t="108783" x="1565275" y="4505325"/>
          <p14:tracePt t="108791" x="1565275" y="4543425"/>
          <p14:tracePt t="108799" x="1565275" y="4567238"/>
          <p14:tracePt t="108807" x="1565275" y="4592638"/>
          <p14:tracePt t="108816" x="1565275" y="4605338"/>
          <p14:tracePt t="108823" x="1565275" y="4630738"/>
          <p14:tracePt t="108832" x="1565275" y="4643438"/>
          <p14:tracePt t="108839" x="1565275" y="4656138"/>
          <p14:tracePt t="108855" x="1565275" y="4667250"/>
          <p14:tracePt t="108865" x="1565275" y="4679950"/>
          <p14:tracePt t="108871" x="1589088" y="4692650"/>
          <p14:tracePt t="108880" x="1589088" y="4705350"/>
          <p14:tracePt t="108887" x="1627188" y="4730750"/>
          <p14:tracePt t="108896" x="1639888" y="4730750"/>
          <p14:tracePt t="108903" x="1701800" y="4756150"/>
          <p14:tracePt t="108911" x="1778000" y="4768850"/>
          <p14:tracePt t="108919" x="1827213" y="4792663"/>
          <p14:tracePt t="108927" x="1903413" y="4805363"/>
          <p14:tracePt t="108935" x="1978025" y="4830763"/>
          <p14:tracePt t="108943" x="2014538" y="4843463"/>
          <p14:tracePt t="108951" x="2090738" y="4868863"/>
          <p14:tracePt t="108975" x="2103438" y="4868863"/>
          <p14:tracePt t="109535" x="2116138" y="4868863"/>
          <p14:tracePt t="109543" x="2165350" y="4830763"/>
          <p14:tracePt t="109551" x="2239963" y="4756150"/>
          <p14:tracePt t="109559" x="2303463" y="4692650"/>
          <p14:tracePt t="109567" x="2316163" y="4692650"/>
          <p14:tracePt t="109639" x="2316163" y="4679950"/>
          <p14:tracePt t="109687" x="2316163" y="4656138"/>
          <p14:tracePt t="109696" x="2303463" y="4643438"/>
          <p14:tracePt t="109703" x="2290763" y="4630738"/>
          <p14:tracePt t="109719" x="2278063" y="4618038"/>
          <p14:tracePt t="109728" x="2265363" y="4605338"/>
          <p14:tracePt t="109735" x="2265363" y="4592638"/>
          <p14:tracePt t="109743" x="2252663" y="4579938"/>
          <p14:tracePt t="109751" x="2228850" y="4554538"/>
          <p14:tracePt t="109759" x="2228850" y="4530725"/>
          <p14:tracePt t="109767" x="2190750" y="4505325"/>
          <p14:tracePt t="109775" x="2152650" y="4492625"/>
          <p14:tracePt t="109783" x="2116138" y="4467225"/>
          <p14:tracePt t="109791" x="2039938" y="4430713"/>
          <p14:tracePt t="109799" x="1965325" y="4418013"/>
          <p14:tracePt t="109807" x="1939925" y="4367213"/>
          <p14:tracePt t="109815" x="1903413" y="4354513"/>
          <p14:tracePt t="109823" x="1839913" y="4330700"/>
          <p14:tracePt t="109832" x="1827213" y="4318000"/>
          <p14:tracePt t="109839" x="1801813" y="4318000"/>
          <p14:tracePt t="109848" x="1778000" y="4318000"/>
          <p14:tracePt t="109855" x="1727200" y="4318000"/>
          <p14:tracePt t="109864" x="1689100" y="4318000"/>
          <p14:tracePt t="109871" x="1665288" y="4318000"/>
          <p14:tracePt t="109943" x="1652588" y="4305300"/>
          <p14:tracePt t="109951" x="1652588" y="4279900"/>
          <p14:tracePt t="109959" x="1652588" y="4241800"/>
          <p14:tracePt t="109967" x="1652588" y="4192588"/>
          <p14:tracePt t="109975" x="1652588" y="4141788"/>
          <p14:tracePt t="109983" x="1652588" y="4105275"/>
          <p14:tracePt t="109991" x="1652588" y="4054475"/>
          <p14:tracePt t="109999" x="1652588" y="4017963"/>
          <p14:tracePt t="110007" x="1652588" y="3992563"/>
          <p14:tracePt t="110015" x="1652588" y="3954463"/>
          <p14:tracePt t="110023" x="1652588" y="3941763"/>
          <p14:tracePt t="110032" x="1665288" y="3916363"/>
          <p14:tracePt t="110048" x="1689100" y="3892550"/>
          <p14:tracePt t="110055" x="1701800" y="3879850"/>
          <p14:tracePt t="110064" x="1727200" y="3854450"/>
          <p14:tracePt t="110071" x="1739900" y="3854450"/>
          <p14:tracePt t="110080" x="1778000" y="3841750"/>
          <p14:tracePt t="110087" x="1801813" y="3816350"/>
          <p14:tracePt t="110096" x="1839913" y="3816350"/>
          <p14:tracePt t="110103" x="1878013" y="3803650"/>
          <p14:tracePt t="110112" x="1914525" y="3803650"/>
          <p14:tracePt t="110119" x="1927225" y="3792538"/>
          <p14:tracePt t="110128" x="1978025" y="3767138"/>
          <p14:tracePt t="110135" x="2039938" y="3767138"/>
          <p14:tracePt t="110143" x="2052638" y="3767138"/>
          <p14:tracePt t="110151" x="2090738" y="3767138"/>
          <p14:tracePt t="110159" x="2127250" y="3767138"/>
          <p14:tracePt t="110167" x="2152650" y="3767138"/>
          <p14:tracePt t="110175" x="2178050" y="3767138"/>
          <p14:tracePt t="110183" x="2216150" y="3779838"/>
          <p14:tracePt t="110191" x="2290763" y="3841750"/>
          <p14:tracePt t="110199" x="2403475" y="3905250"/>
          <p14:tracePt t="110207" x="2416175" y="3954463"/>
          <p14:tracePt t="110215" x="2503488" y="4029075"/>
          <p14:tracePt t="110223" x="2616200" y="4105275"/>
          <p14:tracePt t="110232" x="2678113" y="4192588"/>
          <p14:tracePt t="110239" x="2754313" y="4241800"/>
          <p14:tracePt t="110248" x="2803525" y="4330700"/>
          <p14:tracePt t="110255" x="2867025" y="4405313"/>
          <p14:tracePt t="110264" x="2928938" y="4505325"/>
          <p14:tracePt t="110271" x="2941638" y="4579938"/>
          <p14:tracePt t="110281" x="2954338" y="4656138"/>
          <p14:tracePt t="110287" x="2979738" y="4730750"/>
          <p14:tracePt t="110297" x="2979738" y="4779963"/>
          <p14:tracePt t="110303" x="2979738" y="4830763"/>
          <p14:tracePt t="110312" x="2979738" y="4868863"/>
          <p14:tracePt t="110319" x="2979738" y="4930775"/>
          <p14:tracePt t="110327" x="2941638" y="4981575"/>
          <p14:tracePt t="110335" x="2903538" y="5018088"/>
          <p14:tracePt t="110343" x="2867025" y="5081588"/>
          <p14:tracePt t="110351" x="2816225" y="5105400"/>
          <p14:tracePt t="110359" x="2741613" y="5156200"/>
          <p14:tracePt t="110367" x="2703513" y="5168900"/>
          <p14:tracePt t="110375" x="2678113" y="5205413"/>
          <p14:tracePt t="110383" x="2641600" y="5205413"/>
          <p14:tracePt t="110391" x="2541588" y="5205413"/>
          <p14:tracePt t="110399" x="2503488" y="5205413"/>
          <p14:tracePt t="110407" x="2428875" y="5243513"/>
          <p14:tracePt t="110415" x="2365375" y="5230813"/>
          <p14:tracePt t="110423" x="2290763" y="5218113"/>
          <p14:tracePt t="110431" x="2216150" y="5194300"/>
          <p14:tracePt t="110439" x="2152650" y="5194300"/>
          <p14:tracePt t="110447" x="2103438" y="5181600"/>
          <p14:tracePt t="110455" x="2103438" y="5168900"/>
          <p14:tracePt t="110471" x="2065338" y="5130800"/>
          <p14:tracePt t="110480" x="2039938" y="5105400"/>
          <p14:tracePt t="110487" x="2003425" y="5081588"/>
          <p14:tracePt t="110496" x="1978025" y="5030788"/>
          <p14:tracePt t="110503" x="1965325" y="4930775"/>
          <p14:tracePt t="110513" x="1927225" y="4843463"/>
          <p14:tracePt t="110519" x="1927225" y="4718050"/>
          <p14:tracePt t="110527" x="1927225" y="4592638"/>
          <p14:tracePt t="110535" x="1927225" y="4443413"/>
          <p14:tracePt t="110545" x="1927225" y="4267200"/>
          <p14:tracePt t="110551" x="1927225" y="4205288"/>
          <p14:tracePt t="110559" x="1927225" y="4117975"/>
          <p14:tracePt t="110567" x="1939925" y="4029075"/>
          <p14:tracePt t="110575" x="1965325" y="3979863"/>
          <p14:tracePt t="110583" x="2014538" y="3916363"/>
          <p14:tracePt t="110591" x="2027238" y="3905250"/>
          <p14:tracePt t="110599" x="2052638" y="3867150"/>
          <p14:tracePt t="110607" x="2090738" y="3841750"/>
          <p14:tracePt t="110615" x="2127250" y="3803650"/>
          <p14:tracePt t="110623" x="2152650" y="3792538"/>
          <p14:tracePt t="110631" x="2190750" y="3779838"/>
          <p14:tracePt t="110639" x="2252663" y="3754438"/>
          <p14:tracePt t="110647" x="2265363" y="3754438"/>
          <p14:tracePt t="110655" x="2303463" y="3741738"/>
          <p14:tracePt t="110664" x="2316163" y="3741738"/>
          <p14:tracePt t="110671" x="2339975" y="3729038"/>
          <p14:tracePt t="110680" x="2352675" y="3716338"/>
          <p14:tracePt t="110687" x="2403475" y="3716338"/>
          <p14:tracePt t="110712" x="2428875" y="3716338"/>
          <p14:tracePt t="110719" x="2452688" y="3716338"/>
          <p14:tracePt t="110728" x="2478088" y="3716338"/>
          <p14:tracePt t="110735" x="2516188" y="3716338"/>
          <p14:tracePt t="110746" x="2528888" y="3729038"/>
          <p14:tracePt t="110751" x="2565400" y="3741738"/>
          <p14:tracePt t="110759" x="2590800" y="3754438"/>
          <p14:tracePt t="110767" x="2616200" y="3779838"/>
          <p14:tracePt t="110775" x="2628900" y="3803650"/>
          <p14:tracePt t="110783" x="2667000" y="3816350"/>
          <p14:tracePt t="110791" x="2678113" y="3879850"/>
          <p14:tracePt t="110799" x="2678113" y="3905250"/>
          <p14:tracePt t="110807" x="2690813" y="3941763"/>
          <p14:tracePt t="110815" x="2716213" y="3992563"/>
          <p14:tracePt t="110823" x="2716213" y="4017963"/>
          <p14:tracePt t="110831" x="2716213" y="4067175"/>
          <p14:tracePt t="110839" x="2716213" y="4105275"/>
          <p14:tracePt t="110847" x="2716213" y="4154488"/>
          <p14:tracePt t="110855" x="2716213" y="4205288"/>
          <p14:tracePt t="110863" x="2716213" y="4254500"/>
          <p14:tracePt t="110871" x="2678113" y="4292600"/>
          <p14:tracePt t="110879" x="2667000" y="4305300"/>
          <p14:tracePt t="110887" x="2641600" y="4318000"/>
          <p14:tracePt t="110896" x="2603500" y="4354513"/>
          <p14:tracePt t="110903" x="2578100" y="4367213"/>
          <p14:tracePt t="110912" x="2541588" y="4367213"/>
          <p14:tracePt t="110919" x="2490788" y="4392613"/>
          <p14:tracePt t="110930" x="2452688" y="4392613"/>
          <p14:tracePt t="110935" x="2428875" y="4405313"/>
          <p14:tracePt t="110945" x="2416175" y="4405313"/>
          <p14:tracePt t="110951" x="2378075" y="4405313"/>
          <p14:tracePt t="110959" x="2365375" y="4405313"/>
          <p14:tracePt t="110967" x="2352675" y="4405313"/>
          <p14:tracePt t="110983" x="2339975" y="4405313"/>
          <p14:tracePt t="110991" x="2328863" y="4405313"/>
          <p14:tracePt t="110999" x="2328863" y="4392613"/>
          <p14:tracePt t="111007" x="2328863" y="4354513"/>
          <p14:tracePt t="111015" x="2328863" y="4305300"/>
          <p14:tracePt t="111023" x="2328863" y="4254500"/>
          <p14:tracePt t="111031" x="2339975" y="4217988"/>
          <p14:tracePt t="111047" x="2403475" y="4092575"/>
          <p14:tracePt t="111055" x="2428875" y="4054475"/>
          <p14:tracePt t="111063" x="2452688" y="4029075"/>
          <p14:tracePt t="111071" x="2478088" y="4005263"/>
          <p14:tracePt t="111080" x="2503488" y="3967163"/>
          <p14:tracePt t="111087" x="2516188" y="3954463"/>
          <p14:tracePt t="111097" x="2578100" y="3929063"/>
          <p14:tracePt t="111103" x="2603500" y="3916363"/>
          <p14:tracePt t="111112" x="2641600" y="3905250"/>
          <p14:tracePt t="111119" x="2654300" y="3892550"/>
          <p14:tracePt t="111135" x="2667000" y="3892550"/>
          <p14:tracePt t="111687" x="2667000" y="3879850"/>
          <p14:tracePt t="111703" x="2667000" y="3892550"/>
          <p14:tracePt t="111712" x="2654300" y="3929063"/>
          <p14:tracePt t="111719" x="2616200" y="4005263"/>
          <p14:tracePt t="111729" x="2578100" y="4054475"/>
          <p14:tracePt t="111735" x="2565400" y="4092575"/>
          <p14:tracePt t="111745" x="2528888" y="4141788"/>
          <p14:tracePt t="111751" x="2465388" y="4205288"/>
          <p14:tracePt t="111761" x="2441575" y="4279900"/>
          <p14:tracePt t="111767" x="2390775" y="4341813"/>
          <p14:tracePt t="111775" x="2378075" y="4341813"/>
          <p14:tracePt t="111783" x="2365375" y="4367213"/>
          <p14:tracePt t="111791" x="2352675" y="4392613"/>
          <p14:tracePt t="111879" x="2352675" y="4405313"/>
          <p14:tracePt t="111887" x="2352675" y="4418013"/>
          <p14:tracePt t="111895" x="2365375" y="4430713"/>
          <p14:tracePt t="111903" x="2365375" y="4454525"/>
          <p14:tracePt t="111913" x="2378075" y="4479925"/>
          <p14:tracePt t="111919" x="2403475" y="4505325"/>
          <p14:tracePt t="111929" x="2403475" y="4518025"/>
          <p14:tracePt t="111935" x="2441575" y="4567238"/>
          <p14:tracePt t="111944" x="2465388" y="4567238"/>
          <p14:tracePt t="111951" x="2478088" y="4579938"/>
          <p14:tracePt t="111960" x="2503488" y="4579938"/>
          <p14:tracePt t="111967" x="2541588" y="4579938"/>
          <p14:tracePt t="111977" x="2578100" y="4579938"/>
          <p14:tracePt t="111983" x="2590800" y="4579938"/>
          <p14:tracePt t="111991" x="2616200" y="4554538"/>
          <p14:tracePt t="111999" x="2654300" y="4492625"/>
          <p14:tracePt t="112007" x="2654300" y="4467225"/>
          <p14:tracePt t="112015" x="2667000" y="4430713"/>
          <p14:tracePt t="112023" x="2667000" y="4418013"/>
          <p14:tracePt t="112167" x="2690813" y="4430713"/>
          <p14:tracePt t="112183" x="2690813" y="4392613"/>
          <p14:tracePt t="112191" x="2690813" y="4367213"/>
          <p14:tracePt t="112351" x="2690813" y="4392613"/>
          <p14:tracePt t="112711" x="2690813" y="4405313"/>
          <p14:tracePt t="112720" x="2690813" y="4430713"/>
          <p14:tracePt t="112736" x="2690813" y="4443413"/>
          <p14:tracePt t="112745" x="2690813" y="4467225"/>
          <p14:tracePt t="112751" x="2678113" y="4479925"/>
          <p14:tracePt t="112761" x="2667000" y="4492625"/>
          <p14:tracePt t="112767" x="2641600" y="4518025"/>
          <p14:tracePt t="112783" x="2641600" y="4530725"/>
          <p14:tracePt t="112815" x="2628900" y="4543425"/>
          <p14:tracePt t="112831" x="2628900" y="4554538"/>
          <p14:tracePt t="112895" x="2616200" y="4554538"/>
          <p14:tracePt t="112903" x="2603500" y="4567238"/>
          <p14:tracePt t="112919" x="2578100" y="4579938"/>
          <p14:tracePt t="112935" x="2554288" y="4592638"/>
          <p14:tracePt t="113016" x="2541588" y="4592638"/>
          <p14:tracePt t="113032" x="2528888" y="4592638"/>
          <p14:tracePt t="113048" x="2503488" y="4605338"/>
          <p14:tracePt t="113063" x="2478088" y="4618038"/>
          <p14:tracePt t="113071" x="2441575" y="4630738"/>
          <p14:tracePt t="113087" x="2416175" y="4643438"/>
          <p14:tracePt t="113095" x="2378075" y="4667250"/>
          <p14:tracePt t="113103" x="2352675" y="4692650"/>
          <p14:tracePt t="113111" x="2303463" y="4743450"/>
          <p14:tracePt t="113119" x="2265363" y="4768850"/>
          <p14:tracePt t="113128" x="2239963" y="4779963"/>
          <p14:tracePt t="113135" x="2190750" y="4805363"/>
          <p14:tracePt t="113144" x="2152650" y="4805363"/>
          <p14:tracePt t="113151" x="2127250" y="4830763"/>
          <p14:tracePt t="113160" x="2103438" y="4843463"/>
          <p14:tracePt t="113167" x="2090738" y="4843463"/>
          <p14:tracePt t="113183" x="2065338" y="4843463"/>
          <p14:tracePt t="113191" x="2052638" y="4843463"/>
          <p14:tracePt t="113215" x="2052638" y="4830763"/>
          <p14:tracePt t="113223" x="2039938" y="4830763"/>
          <p14:tracePt t="113231" x="2014538" y="4830763"/>
          <p14:tracePt t="113239" x="2003425" y="4818063"/>
          <p14:tracePt t="113247" x="1952625" y="4805363"/>
          <p14:tracePt t="113255" x="1927225" y="4805363"/>
          <p14:tracePt t="113263" x="1878013" y="4792663"/>
          <p14:tracePt t="113271" x="1839913" y="4779963"/>
          <p14:tracePt t="113279" x="1778000" y="4768850"/>
          <p14:tracePt t="113287" x="1689100" y="4743450"/>
          <p14:tracePt t="113295" x="1652588" y="4730750"/>
          <p14:tracePt t="113303" x="1627188" y="4718050"/>
          <p14:tracePt t="113311" x="1601788" y="4692650"/>
          <p14:tracePt t="113319" x="1577975" y="4679950"/>
          <p14:tracePt t="113328" x="1565275" y="4667250"/>
          <p14:tracePt t="113335" x="1552575" y="4667250"/>
          <p14:tracePt t="113344" x="1527175" y="4656138"/>
          <p14:tracePt t="113361" x="1527175" y="4643438"/>
          <p14:tracePt t="113367" x="1527175" y="4618038"/>
          <p14:tracePt t="113383" x="1527175" y="4592638"/>
          <p14:tracePt t="113393" x="1527175" y="4579938"/>
          <p14:tracePt t="113399" x="1514475" y="4579938"/>
          <p14:tracePt t="113409" x="1501775" y="4567238"/>
          <p14:tracePt t="113415" x="1501775" y="4554538"/>
          <p14:tracePt t="113423" x="1489075" y="4543425"/>
          <p14:tracePt t="113431" x="1476375" y="4530725"/>
          <p14:tracePt t="113447" x="1476375" y="4518025"/>
          <p14:tracePt t="113455" x="1476375" y="4505325"/>
          <p14:tracePt t="113463" x="1465263" y="4492625"/>
          <p14:tracePt t="113479" x="1465263" y="4467225"/>
          <p14:tracePt t="113487" x="1465263" y="4443413"/>
          <p14:tracePt t="113495" x="1452563" y="4418013"/>
          <p14:tracePt t="113503" x="1452563" y="4405313"/>
          <p14:tracePt t="113511" x="1452563" y="4379913"/>
          <p14:tracePt t="113519" x="1452563" y="4341813"/>
          <p14:tracePt t="113528" x="1452563" y="4330700"/>
          <p14:tracePt t="113535" x="1452563" y="4318000"/>
          <p14:tracePt t="113544" x="1452563" y="4279900"/>
          <p14:tracePt t="113551" x="1465263" y="4254500"/>
          <p14:tracePt t="113560" x="1476375" y="4217988"/>
          <p14:tracePt t="113567" x="1489075" y="4192588"/>
          <p14:tracePt t="113577" x="1514475" y="4167188"/>
          <p14:tracePt t="113583" x="1527175" y="4141788"/>
          <p14:tracePt t="113594" x="1539875" y="4117975"/>
          <p14:tracePt t="113599" x="1552575" y="4105275"/>
          <p14:tracePt t="113609" x="1552575" y="4092575"/>
          <p14:tracePt t="113615" x="1577975" y="4067175"/>
          <p14:tracePt t="113631" x="1589088" y="4054475"/>
          <p14:tracePt t="113639" x="1589088" y="4041775"/>
          <p14:tracePt t="113655" x="1614488" y="4029075"/>
          <p14:tracePt t="113672" x="1627188" y="4005263"/>
          <p14:tracePt t="113679" x="1652588" y="4005263"/>
          <p14:tracePt t="113688" x="1665288" y="3979863"/>
          <p14:tracePt t="113697" x="1677988" y="3979863"/>
          <p14:tracePt t="113703" x="1701800" y="3954463"/>
          <p14:tracePt t="113711" x="1739900" y="3929063"/>
          <p14:tracePt t="113719" x="1752600" y="3916363"/>
          <p14:tracePt t="113727" x="1790700" y="3916363"/>
          <p14:tracePt t="113744" x="1827213" y="3879850"/>
          <p14:tracePt t="113751" x="1839913" y="3879850"/>
          <p14:tracePt t="113760" x="1839913" y="3867150"/>
          <p14:tracePt t="113767" x="1865313" y="3867150"/>
          <p14:tracePt t="113776" x="1890713" y="3867150"/>
          <p14:tracePt t="113783" x="1927225" y="3867150"/>
          <p14:tracePt t="113792" x="1952625" y="3867150"/>
          <p14:tracePt t="113799" x="2014538" y="3867150"/>
          <p14:tracePt t="113808" x="2065338" y="3867150"/>
          <p14:tracePt t="113815" x="2127250" y="3867150"/>
          <p14:tracePt t="113826" x="2178050" y="3867150"/>
          <p14:tracePt t="113831" x="2228850" y="3867150"/>
          <p14:tracePt t="113839" x="2278063" y="3867150"/>
          <p14:tracePt t="113847" x="2316163" y="3867150"/>
          <p14:tracePt t="113855" x="2339975" y="3867150"/>
          <p14:tracePt t="113863" x="2365375" y="3867150"/>
          <p14:tracePt t="113871" x="2416175" y="3867150"/>
          <p14:tracePt t="113879" x="2490788" y="3892550"/>
          <p14:tracePt t="113887" x="2503488" y="3892550"/>
          <p14:tracePt t="113895" x="2528888" y="3905250"/>
          <p14:tracePt t="113903" x="2528888" y="3916363"/>
          <p14:tracePt t="113911" x="2541588" y="3929063"/>
          <p14:tracePt t="113919" x="2578100" y="3941763"/>
          <p14:tracePt t="113927" x="2590800" y="3979863"/>
          <p14:tracePt t="113935" x="2616200" y="3992563"/>
          <p14:tracePt t="113943" x="2616200" y="4029075"/>
          <p14:tracePt t="113951" x="2641600" y="4067175"/>
          <p14:tracePt t="113959" x="2667000" y="4105275"/>
          <p14:tracePt t="113967" x="2690813" y="4129088"/>
          <p14:tracePt t="113976" x="2690813" y="4154488"/>
          <p14:tracePt t="113983" x="2703513" y="4167188"/>
          <p14:tracePt t="113993" x="2716213" y="4205288"/>
          <p14:tracePt t="113999" x="2716213" y="4217988"/>
          <p14:tracePt t="114008" x="2716213" y="4241800"/>
          <p14:tracePt t="114015" x="2716213" y="4254500"/>
          <p14:tracePt t="114026" x="2716213" y="4279900"/>
          <p14:tracePt t="114043" x="2716213" y="4292600"/>
          <p14:tracePt t="114047" x="2716213" y="4318000"/>
          <p14:tracePt t="114055" x="2716213" y="4330700"/>
          <p14:tracePt t="114063" x="2716213" y="4341813"/>
          <p14:tracePt t="114071" x="2716213" y="4354513"/>
          <p14:tracePt t="114079" x="2716213" y="4379913"/>
          <p14:tracePt t="114087" x="2716213" y="4418013"/>
          <p14:tracePt t="114095" x="2716213" y="4443413"/>
          <p14:tracePt t="114103" x="2716213" y="4467225"/>
          <p14:tracePt t="114111" x="2716213" y="4492625"/>
          <p14:tracePt t="114119" x="2716213" y="4505325"/>
          <p14:tracePt t="114127" x="2716213" y="4530725"/>
          <p14:tracePt t="114135" x="2703513" y="4543425"/>
          <p14:tracePt t="114143" x="2703513" y="4554538"/>
          <p14:tracePt t="114151" x="2690813" y="4579938"/>
          <p14:tracePt t="114215" x="2678113" y="4592638"/>
          <p14:tracePt t="114647" x="2667000" y="4618038"/>
          <p14:tracePt t="114655" x="2654300" y="4618038"/>
          <p14:tracePt t="114671" x="2628900" y="4643438"/>
          <p14:tracePt t="114687" x="2628900" y="4656138"/>
          <p14:tracePt t="115040" x="2628900" y="4667250"/>
          <p14:tracePt t="115048" x="2616200" y="4692650"/>
          <p14:tracePt t="115056" x="2590800" y="4705350"/>
          <p14:tracePt t="115063" x="2578100" y="4705350"/>
          <p14:tracePt t="115072" x="2541588" y="4705350"/>
          <p14:tracePt t="115079" x="2452688" y="4718050"/>
          <p14:tracePt t="115087" x="2403475" y="4718050"/>
          <p14:tracePt t="115095" x="2339975" y="4743450"/>
          <p14:tracePt t="115103" x="2316163" y="4756150"/>
          <p14:tracePt t="115135" x="2303463" y="4756150"/>
          <p14:tracePt t="115215" x="2290763" y="4756150"/>
          <p14:tracePt t="115231" x="2290763" y="4743450"/>
          <p14:tracePt t="115239" x="2290763" y="4718050"/>
          <p14:tracePt t="115247" x="2290763" y="4705350"/>
          <p14:tracePt t="115255" x="2290763" y="4667250"/>
          <p14:tracePt t="115263" x="2290763" y="4630738"/>
          <p14:tracePt t="115271" x="2290763" y="4592638"/>
          <p14:tracePt t="115279" x="2290763" y="4567238"/>
          <p14:tracePt t="115287" x="2290763" y="4530725"/>
          <p14:tracePt t="115295" x="2290763" y="4518025"/>
          <p14:tracePt t="115303" x="2290763" y="4492625"/>
          <p14:tracePt t="115311" x="2303463" y="4467225"/>
          <p14:tracePt t="115319" x="2303463" y="4454525"/>
          <p14:tracePt t="115327" x="2303463" y="4443413"/>
          <p14:tracePt t="115343" x="2303463" y="4430713"/>
          <p14:tracePt t="115351" x="2303463" y="4418013"/>
          <p14:tracePt t="115375" x="2303463" y="4405313"/>
          <p14:tracePt t="115391" x="2303463" y="4379913"/>
          <p14:tracePt t="115408" x="2303463" y="4367213"/>
          <p14:tracePt t="115415" x="2303463" y="4354513"/>
          <p14:tracePt t="115425" x="2303463" y="4330700"/>
          <p14:tracePt t="115441" x="2303463" y="4318000"/>
          <p14:tracePt t="115447" x="2303463" y="4292600"/>
          <p14:tracePt t="115463" x="2316163" y="4267200"/>
          <p14:tracePt t="115479" x="2328863" y="4267200"/>
          <p14:tracePt t="116063" x="2339975" y="4267200"/>
          <p14:tracePt t="116072" x="2352675" y="4267200"/>
          <p14:tracePt t="116096" x="2365375" y="4254500"/>
          <p14:tracePt t="116111" x="2378075" y="4254500"/>
          <p14:tracePt t="116127" x="2378075" y="4241800"/>
          <p14:tracePt t="116143" x="2390775" y="4230688"/>
          <p14:tracePt t="116151" x="2403475" y="4217988"/>
          <p14:tracePt t="116191" x="2416175" y="4205288"/>
          <p14:tracePt t="116199" x="2416175" y="4192588"/>
          <p14:tracePt t="116215" x="2416175" y="4179888"/>
          <p14:tracePt t="116303" x="2416175" y="4167188"/>
          <p14:tracePt t="116327" x="2416175" y="4154488"/>
          <p14:tracePt t="116528" x="2416175" y="4167188"/>
          <p14:tracePt t="116536" x="2416175" y="4192588"/>
          <p14:tracePt t="116544" x="2416175" y="4217988"/>
          <p14:tracePt t="116553" x="2441575" y="4241800"/>
          <p14:tracePt t="116559" x="2441575" y="4254500"/>
          <p14:tracePt t="116567" x="2441575" y="4279900"/>
          <p14:tracePt t="116576" x="2441575" y="4292600"/>
          <p14:tracePt t="116584" x="2441575" y="4305300"/>
          <p14:tracePt t="116599" x="2441575" y="4330700"/>
          <p14:tracePt t="116607" x="2441575" y="4341813"/>
          <p14:tracePt t="116624" x="2441575" y="4354513"/>
          <p14:tracePt t="116631" x="2441575" y="4367213"/>
          <p14:tracePt t="116640" x="2441575" y="4392613"/>
          <p14:tracePt t="116647" x="2441575" y="4405313"/>
          <p14:tracePt t="116657" x="2441575" y="4418013"/>
          <p14:tracePt t="116663" x="2441575" y="4454525"/>
          <p14:tracePt t="116679" x="2441575" y="4467225"/>
          <p14:tracePt t="116689" x="2441575" y="4492625"/>
          <p14:tracePt t="116695" x="2441575" y="4505325"/>
          <p14:tracePt t="116703" x="2441575" y="4518025"/>
          <p14:tracePt t="116711" x="2441575" y="4543425"/>
          <p14:tracePt t="116727" x="2441575" y="4567238"/>
          <p14:tracePt t="116735" x="2441575" y="4579938"/>
          <p14:tracePt t="116751" x="2441575" y="4592638"/>
          <p14:tracePt t="116767" x="2441575" y="4605338"/>
          <p14:tracePt t="116783" x="2441575" y="4618038"/>
          <p14:tracePt t="116799" x="2428875" y="4618038"/>
          <p14:tracePt t="116815" x="2416175" y="4630738"/>
          <p14:tracePt t="116863" x="2403475" y="4630738"/>
          <p14:tracePt t="116935" x="2403475" y="4618038"/>
          <p14:tracePt t="116943" x="2390775" y="4592638"/>
          <p14:tracePt t="116951" x="2390775" y="4554538"/>
          <p14:tracePt t="116959" x="2365375" y="4530725"/>
          <p14:tracePt t="116967" x="2365375" y="4518025"/>
          <p14:tracePt t="116975" x="2365375" y="4505325"/>
          <p14:tracePt t="116983" x="2352675" y="4505325"/>
          <p14:tracePt t="116991" x="2352675" y="4492625"/>
          <p14:tracePt t="116999" x="2352675" y="4479925"/>
          <p14:tracePt t="117031" x="2352675" y="4467225"/>
          <p14:tracePt t="117041" x="2352675" y="4454525"/>
          <p14:tracePt t="117072" x="2328863" y="4443413"/>
          <p14:tracePt t="117103" x="2328863" y="4418013"/>
          <p14:tracePt t="117400" x="2316163" y="4405313"/>
          <p14:tracePt t="117409" x="2290763" y="4405313"/>
          <p14:tracePt t="117416" x="2278063" y="4405313"/>
          <p14:tracePt t="117425" x="2239963" y="4418013"/>
          <p14:tracePt t="117431" x="2203450" y="4430713"/>
          <p14:tracePt t="117440" x="2178050" y="4467225"/>
          <p14:tracePt t="117447" x="2139950" y="4530725"/>
          <p14:tracePt t="117457" x="2127250" y="4543425"/>
          <p14:tracePt t="117463" x="2078038" y="4579938"/>
          <p14:tracePt t="117472" x="2065338" y="4618038"/>
          <p14:tracePt t="117479" x="2027238" y="4643438"/>
          <p14:tracePt t="117488" x="2027238" y="4656138"/>
          <p14:tracePt t="117504" x="2027238" y="4667250"/>
          <p14:tracePt t="117511" x="2027238" y="4679950"/>
          <p14:tracePt t="117623" x="2027238" y="4656138"/>
          <p14:tracePt t="117631" x="1990725" y="4592638"/>
          <p14:tracePt t="117640" x="1978025" y="4530725"/>
          <p14:tracePt t="117647" x="1965325" y="4479925"/>
          <p14:tracePt t="117657" x="1965325" y="4430713"/>
          <p14:tracePt t="117663" x="1939925" y="4341813"/>
          <p14:tracePt t="117672" x="1939925" y="4279900"/>
          <p14:tracePt t="117679" x="1939925" y="4241800"/>
          <p14:tracePt t="117689" x="1939925" y="4205288"/>
          <p14:tracePt t="117695" x="1939925" y="4179888"/>
          <p14:tracePt t="117703" x="1939925" y="4167188"/>
          <p14:tracePt t="117711" x="1939925" y="4154488"/>
          <p14:tracePt t="117721" x="1939925" y="4141788"/>
          <p14:tracePt t="117727" x="1939925" y="4129088"/>
          <p14:tracePt t="117743" x="1939925" y="4117975"/>
          <p14:tracePt t="118207" x="1939925" y="4129088"/>
          <p14:tracePt t="118215" x="1990725" y="4192588"/>
          <p14:tracePt t="118223" x="1990725" y="4205288"/>
          <p14:tracePt t="118231" x="1990725" y="4241800"/>
          <p14:tracePt t="118239" x="1990725" y="4292600"/>
          <p14:tracePt t="118247" x="2003425" y="4330700"/>
          <p14:tracePt t="118256" x="2052638" y="4379913"/>
          <p14:tracePt t="118263" x="2090738" y="4418013"/>
          <p14:tracePt t="118272" x="2116138" y="4443413"/>
          <p14:tracePt t="118279" x="2139950" y="4467225"/>
          <p14:tracePt t="118288" x="2190750" y="4492625"/>
          <p14:tracePt t="118295" x="2203450" y="4505325"/>
          <p14:tracePt t="118305" x="2228850" y="4505325"/>
          <p14:tracePt t="118321" x="2228850" y="4518025"/>
          <p14:tracePt t="118392" x="2239963" y="4518025"/>
          <p14:tracePt t="118400" x="2252663" y="4518025"/>
          <p14:tracePt t="118409" x="2265363" y="4518025"/>
          <p14:tracePt t="118431" x="2278063" y="4518025"/>
          <p14:tracePt t="118447" x="2303463" y="4518025"/>
          <p14:tracePt t="118463" x="2328863" y="4518025"/>
          <p14:tracePt t="118472" x="2352675" y="4518025"/>
          <p14:tracePt t="118479" x="2365375" y="4518025"/>
          <p14:tracePt t="118488" x="2378075" y="4518025"/>
          <p14:tracePt t="118495" x="2403475" y="4505325"/>
          <p14:tracePt t="118504" x="2416175" y="4505325"/>
          <p14:tracePt t="118511" x="2428875" y="4492625"/>
          <p14:tracePt t="118527" x="2441575" y="4492625"/>
          <p14:tracePt t="118543" x="2465388" y="4492625"/>
          <p14:tracePt t="118551" x="2478088" y="4479925"/>
          <p14:tracePt t="118559" x="2490788" y="4479925"/>
          <p14:tracePt t="118567" x="2490788" y="4454525"/>
          <p14:tracePt t="118575" x="2503488" y="4454525"/>
          <p14:tracePt t="118591" x="2516188" y="4430713"/>
          <p14:tracePt t="118623" x="2528888" y="4418013"/>
          <p14:tracePt t="118823" x="2528888" y="4405313"/>
          <p14:tracePt t="118840" x="2541588" y="4392613"/>
          <p14:tracePt t="118871" x="2554288" y="4379913"/>
          <p14:tracePt t="118889" x="2578100" y="4354513"/>
          <p14:tracePt t="118904" x="2616200" y="4341813"/>
          <p14:tracePt t="118911" x="2641600" y="4341813"/>
          <p14:tracePt t="118921" x="2716213" y="4330700"/>
          <p14:tracePt t="118927" x="2790825" y="4318000"/>
          <p14:tracePt t="118937" x="2879725" y="4318000"/>
          <p14:tracePt t="118943" x="2979738" y="4292600"/>
          <p14:tracePt t="118953" x="3103563" y="4292600"/>
          <p14:tracePt t="118959" x="3154363" y="4292600"/>
          <p14:tracePt t="118967" x="3241675" y="4292600"/>
          <p14:tracePt t="118975" x="3305175" y="4279900"/>
          <p14:tracePt t="118985" x="3392488" y="4254500"/>
          <p14:tracePt t="118993" x="3479800" y="4230688"/>
          <p14:tracePt t="119000" x="3554413" y="4230688"/>
          <p14:tracePt t="119009" x="3592513" y="4205288"/>
          <p14:tracePt t="119015" x="3630613" y="4205288"/>
          <p14:tracePt t="119023" x="3667125" y="4179888"/>
          <p14:tracePt t="119031" x="3705225" y="4154488"/>
          <p14:tracePt t="119039" x="3717925" y="4154488"/>
          <p14:tracePt t="119055" x="3730625" y="4154488"/>
          <p14:tracePt t="119063" x="3743325" y="4154488"/>
          <p14:tracePt t="119071" x="3756025" y="4129088"/>
          <p14:tracePt t="119088" x="3767138" y="4129088"/>
          <p14:tracePt t="119159" x="3779838" y="4129088"/>
          <p14:tracePt t="119167" x="3792538" y="4129088"/>
          <p14:tracePt t="119183" x="3817938" y="4129088"/>
          <p14:tracePt t="119191" x="3830638" y="4154488"/>
          <p14:tracePt t="119199" x="3856038" y="4179888"/>
          <p14:tracePt t="119207" x="3867150" y="4179888"/>
          <p14:tracePt t="119215" x="3879850" y="4192588"/>
          <p14:tracePt t="119223" x="3905250" y="4205288"/>
          <p14:tracePt t="119231" x="3905250" y="4217988"/>
          <p14:tracePt t="119471" x="3917950" y="4230688"/>
          <p14:tracePt t="119503" x="3930650" y="4230688"/>
          <p14:tracePt t="119783" x="3930650" y="4217988"/>
          <p14:tracePt t="119791" x="3956050" y="4217988"/>
          <p14:tracePt t="119799" x="3992563" y="4217988"/>
          <p14:tracePt t="119807" x="4017963" y="4217988"/>
          <p14:tracePt t="119815" x="4030663" y="4217988"/>
          <p14:tracePt t="119823" x="4043363" y="4217988"/>
          <p14:tracePt t="119831" x="4092575" y="4217988"/>
          <p14:tracePt t="119839" x="4117975" y="4217988"/>
          <p14:tracePt t="119855" x="4156075" y="4217988"/>
          <p14:tracePt t="119863" x="4192588" y="4217988"/>
          <p14:tracePt t="119871" x="4205288" y="4217988"/>
          <p14:tracePt t="119879" x="4217988" y="4217988"/>
          <p14:tracePt t="119887" x="4230688" y="4217988"/>
          <p14:tracePt t="119903" x="4256088" y="4217988"/>
          <p14:tracePt t="119920" x="4268788" y="4217988"/>
          <p14:tracePt t="119959" x="4281488" y="4217988"/>
          <p14:tracePt t="119991" x="4294188" y="4230688"/>
          <p14:tracePt t="119999" x="4294188" y="4241800"/>
          <p14:tracePt t="120007" x="4318000" y="4267200"/>
          <p14:tracePt t="120023" x="4330700" y="4267200"/>
          <p14:tracePt t="120031" x="4356100" y="4292600"/>
          <p14:tracePt t="120047" x="4368800" y="4318000"/>
          <p14:tracePt t="120055" x="4394200" y="4341813"/>
          <p14:tracePt t="120063" x="4406900" y="4341813"/>
          <p14:tracePt t="120071" x="4418013" y="4367213"/>
          <p14:tracePt t="120079" x="4456113" y="4418013"/>
          <p14:tracePt t="120088" x="4468813" y="4443413"/>
          <p14:tracePt t="120095" x="4494213" y="4479925"/>
          <p14:tracePt t="120104" x="4518025" y="4543425"/>
          <p14:tracePt t="120111" x="4530725" y="4579938"/>
          <p14:tracePt t="120120" x="4543425" y="4656138"/>
          <p14:tracePt t="120127" x="4568825" y="4718050"/>
          <p14:tracePt t="120137" x="4594225" y="4805363"/>
          <p14:tracePt t="120143" x="4594225" y="4892675"/>
          <p14:tracePt t="120152" x="4606925" y="4992688"/>
          <p14:tracePt t="120159" x="4606925" y="5068888"/>
          <p14:tracePt t="120168" x="4606925" y="5118100"/>
          <p14:tracePt t="120175" x="4606925" y="5181600"/>
          <p14:tracePt t="120185" x="4594225" y="5243513"/>
          <p14:tracePt t="120191" x="4543425" y="5305425"/>
          <p14:tracePt t="120207" x="4518025" y="5343525"/>
          <p14:tracePt t="120215" x="4494213" y="5356225"/>
          <p14:tracePt t="120223" x="4468813" y="5356225"/>
          <p14:tracePt t="120231" x="4418013" y="5356225"/>
          <p14:tracePt t="120239" x="4381500" y="5381625"/>
          <p14:tracePt t="120247" x="4343400" y="5368925"/>
          <p14:tracePt t="120255" x="4305300" y="5343525"/>
          <p14:tracePt t="120263" x="4294188" y="5330825"/>
          <p14:tracePt t="120271" x="4230688" y="5281613"/>
          <p14:tracePt t="120279" x="4192588" y="5243513"/>
          <p14:tracePt t="120287" x="4143375" y="5205413"/>
          <p14:tracePt t="120295" x="4092575" y="5143500"/>
          <p14:tracePt t="120304" x="4068763" y="5118100"/>
          <p14:tracePt t="120311" x="4005263" y="5068888"/>
          <p14:tracePt t="120320" x="3992563" y="5056188"/>
          <p14:tracePt t="120327" x="3979863" y="5043488"/>
          <p14:tracePt t="120337" x="3968750" y="5018088"/>
          <p14:tracePt t="120343" x="3968750" y="4981575"/>
          <p14:tracePt t="120352" x="3968750" y="4930775"/>
          <p14:tracePt t="120359" x="3968750" y="4856163"/>
          <p14:tracePt t="120369" x="3968750" y="4756150"/>
          <p14:tracePt t="120375" x="3968750" y="4605338"/>
          <p14:tracePt t="120386" x="3968750" y="4454525"/>
          <p14:tracePt t="120391" x="3979863" y="4305300"/>
          <p14:tracePt t="120399" x="4005263" y="4117975"/>
          <p14:tracePt t="120407" x="4056063" y="3967163"/>
          <p14:tracePt t="120415" x="4068763" y="3829050"/>
          <p14:tracePt t="120423" x="4068763" y="3703638"/>
          <p14:tracePt t="120431" x="4081463" y="3629025"/>
          <p14:tracePt t="120439" x="4092575" y="3541713"/>
          <p14:tracePt t="120447" x="4117975" y="3467100"/>
          <p14:tracePt t="120455" x="4117975" y="3429000"/>
          <p14:tracePt t="120463" x="4130675" y="3367088"/>
          <p14:tracePt t="120471" x="4130675" y="3354388"/>
          <p14:tracePt t="120479" x="4143375" y="3341688"/>
          <p14:tracePt t="120487" x="4156075" y="3316288"/>
          <p14:tracePt t="120503" x="4168775" y="3278188"/>
          <p14:tracePt t="120511" x="4192588" y="3267075"/>
          <p14:tracePt t="120520" x="4192588" y="3254375"/>
          <p14:tracePt t="120527" x="4230688" y="3228975"/>
          <p14:tracePt t="120536" x="4243388" y="3228975"/>
          <p14:tracePt t="120543" x="4268788" y="3203575"/>
          <p14:tracePt t="120553" x="4305300" y="3190875"/>
          <p14:tracePt t="120559" x="4356100" y="3178175"/>
          <p14:tracePt t="120568" x="4430713" y="3154363"/>
          <p14:tracePt t="120575" x="4494213" y="3116263"/>
          <p14:tracePt t="120585" x="4543425" y="3065463"/>
          <p14:tracePt t="120591" x="4556125" y="3065463"/>
          <p14:tracePt t="120599" x="4594225" y="3003550"/>
          <p14:tracePt t="120607" x="4619625" y="2978150"/>
          <p14:tracePt t="120615" x="4694238" y="2941638"/>
          <p14:tracePt t="120623" x="4794250" y="2890838"/>
          <p14:tracePt t="120631" x="4843463" y="2852738"/>
          <p14:tracePt t="120639" x="4894263" y="2828925"/>
          <p14:tracePt t="120647" x="4945063" y="2790825"/>
          <p14:tracePt t="120655" x="5006975" y="2778125"/>
          <p14:tracePt t="120663" x="5045075" y="2778125"/>
          <p14:tracePt t="120679" x="5094288" y="2765425"/>
          <p14:tracePt t="120687" x="5157788" y="2752725"/>
          <p14:tracePt t="120695" x="5207000" y="2740025"/>
          <p14:tracePt t="120703" x="5245100" y="2740025"/>
          <p14:tracePt t="120711" x="5270500" y="2740025"/>
          <p14:tracePt t="120720" x="5294313" y="2740025"/>
          <p14:tracePt t="120727" x="5419725" y="2740025"/>
          <p14:tracePt t="120736" x="5532438" y="2765425"/>
          <p14:tracePt t="120743" x="5683250" y="2790825"/>
          <p14:tracePt t="120752" x="5845175" y="2816225"/>
          <p14:tracePt t="120759" x="6008688" y="2828925"/>
          <p14:tracePt t="120768" x="6183313" y="2865438"/>
          <p14:tracePt t="120775" x="6296025" y="2865438"/>
          <p14:tracePt t="120784" x="6434138" y="2878138"/>
          <p14:tracePt t="120791" x="6608763" y="2878138"/>
          <p14:tracePt t="120802" x="6746875" y="2878138"/>
          <p14:tracePt t="120807" x="6897688" y="2878138"/>
          <p14:tracePt t="120815" x="6997700" y="2878138"/>
          <p14:tracePt t="120823" x="7097713" y="2878138"/>
          <p14:tracePt t="120831" x="7197725" y="2878138"/>
          <p14:tracePt t="120839" x="7223125" y="2890838"/>
          <p14:tracePt t="120847" x="7297738" y="2890838"/>
          <p14:tracePt t="120855" x="7359650" y="2890838"/>
          <p14:tracePt t="120863" x="7410450" y="2890838"/>
          <p14:tracePt t="120871" x="7448550" y="2890838"/>
          <p14:tracePt t="120879" x="7472363" y="2890838"/>
          <p14:tracePt t="120887" x="7523163" y="2890838"/>
          <p14:tracePt t="120895" x="7548563" y="2890838"/>
          <p14:tracePt t="120903" x="7572375" y="2890838"/>
          <p14:tracePt t="120911" x="7585075" y="2890838"/>
          <p14:tracePt t="120919" x="7597775" y="2890838"/>
          <p14:tracePt t="120936" x="7610475" y="2890838"/>
          <p14:tracePt t="120952" x="7635875" y="2903538"/>
          <p14:tracePt t="120968" x="7635875" y="2916238"/>
          <p14:tracePt t="120975" x="7635875" y="2928938"/>
          <p14:tracePt t="120985" x="7661275" y="2952750"/>
          <p14:tracePt t="120991" x="7673975" y="2965450"/>
          <p14:tracePt t="120999" x="7723188" y="3016250"/>
          <p14:tracePt t="121007" x="7785100" y="3078163"/>
          <p14:tracePt t="121015" x="7848600" y="3154363"/>
          <p14:tracePt t="121023" x="7935913" y="3228975"/>
          <p14:tracePt t="121031" x="7999413" y="3303588"/>
          <p14:tracePt t="121053" x="8161338" y="3479800"/>
          <p14:tracePt t="121055" x="8248650" y="3554413"/>
          <p14:tracePt t="121063" x="8274050" y="3629025"/>
          <p14:tracePt t="121071" x="8348663" y="3692525"/>
          <p14:tracePt t="121079" x="8386763" y="3767138"/>
          <p14:tracePt t="121087" x="8424863" y="3816350"/>
          <p14:tracePt t="121095" x="8461375" y="3841750"/>
          <p14:tracePt t="121103" x="8474075" y="3879850"/>
          <p14:tracePt t="121111" x="8486775" y="3941763"/>
          <p14:tracePt t="121119" x="8512175" y="3979863"/>
          <p14:tracePt t="121127" x="8548688" y="4041775"/>
          <p14:tracePt t="121136" x="8548688" y="4079875"/>
          <p14:tracePt t="121143" x="8561388" y="4129088"/>
          <p14:tracePt t="121152" x="8586788" y="4179888"/>
          <p14:tracePt t="121159" x="8586788" y="4241800"/>
          <p14:tracePt t="121168" x="8599488" y="4292600"/>
          <p14:tracePt t="121175" x="8599488" y="4379913"/>
          <p14:tracePt t="121184" x="8599488" y="4443413"/>
          <p14:tracePt t="121191" x="8599488" y="4492625"/>
          <p14:tracePt t="121199" x="8599488" y="4543425"/>
          <p14:tracePt t="121207" x="8586788" y="4618038"/>
          <p14:tracePt t="121215" x="8574088" y="4667250"/>
          <p14:tracePt t="121223" x="8561388" y="4718050"/>
          <p14:tracePt t="121231" x="8561388" y="4743450"/>
          <p14:tracePt t="121239" x="8561388" y="4779963"/>
          <p14:tracePt t="121247" x="8537575" y="4805363"/>
          <p14:tracePt t="121255" x="8524875" y="4843463"/>
          <p14:tracePt t="121263" x="8512175" y="4892675"/>
          <p14:tracePt t="121271" x="8474075" y="4943475"/>
          <p14:tracePt t="121279" x="8424863" y="5005388"/>
          <p14:tracePt t="121287" x="8324850" y="5081588"/>
          <p14:tracePt t="121295" x="8299450" y="5092700"/>
          <p14:tracePt t="121303" x="8199438" y="5156200"/>
          <p14:tracePt t="121311" x="8010525" y="5230813"/>
          <p14:tracePt t="121319" x="7835900" y="5243513"/>
          <p14:tracePt t="121327" x="7685088" y="5281613"/>
          <p14:tracePt t="121336" x="7448550" y="5318125"/>
          <p14:tracePt t="121343" x="7297738" y="5343525"/>
          <p14:tracePt t="121352" x="7146925" y="5356225"/>
          <p14:tracePt t="121359" x="7059613" y="5368925"/>
          <p14:tracePt t="121369" x="6972300" y="5381625"/>
          <p14:tracePt t="121375" x="6872288" y="5407025"/>
          <p14:tracePt t="121384" x="6808788" y="5418138"/>
          <p14:tracePt t="121391" x="6772275" y="5418138"/>
          <p14:tracePt t="121402" x="6734175" y="5430838"/>
          <p14:tracePt t="121407" x="6696075" y="5430838"/>
          <p14:tracePt t="121418" x="6684963" y="5430838"/>
          <p14:tracePt t="121423" x="6608763" y="5430838"/>
          <p14:tracePt t="121431" x="6534150" y="5430838"/>
          <p14:tracePt t="121439" x="6408738" y="5430838"/>
          <p14:tracePt t="121447" x="6283325" y="5430838"/>
          <p14:tracePt t="121455" x="6157913" y="5430838"/>
          <p14:tracePt t="121463" x="6008688" y="5430838"/>
          <p14:tracePt t="121471" x="5908675" y="5430838"/>
          <p14:tracePt t="121479" x="5808663" y="5430838"/>
          <p14:tracePt t="121487" x="5732463" y="5430838"/>
          <p14:tracePt t="121495" x="5683250" y="5430838"/>
          <p14:tracePt t="121583" x="5670550" y="5430838"/>
          <p14:tracePt t="121592" x="5670550" y="5418138"/>
          <p14:tracePt t="121608" x="5670550" y="5407025"/>
          <p14:tracePt t="121618" x="5670550" y="5381625"/>
          <p14:tracePt t="121623" x="5632450" y="5343525"/>
          <p14:tracePt t="121632" x="5619750" y="5318125"/>
          <p14:tracePt t="121639" x="5607050" y="5268913"/>
          <p14:tracePt t="121647" x="5570538" y="5205413"/>
          <p14:tracePt t="121655" x="5519738" y="5156200"/>
          <p14:tracePt t="121663" x="5519738" y="5143500"/>
          <p14:tracePt t="121671" x="5470525" y="5092700"/>
          <p14:tracePt t="121679" x="5345113" y="5030788"/>
          <p14:tracePt t="121687" x="5332413" y="5005388"/>
          <p14:tracePt t="121703" x="5294313" y="4968875"/>
          <p14:tracePt t="121711" x="5281613" y="4943475"/>
          <p14:tracePt t="121719" x="5270500" y="4930775"/>
          <p14:tracePt t="121727" x="5257800" y="4905375"/>
          <p14:tracePt t="121743" x="5257800" y="4868863"/>
          <p14:tracePt t="121752" x="5257800" y="4830763"/>
          <p14:tracePt t="121759" x="5257800" y="4805363"/>
          <p14:tracePt t="121768" x="5257800" y="4768850"/>
          <p14:tracePt t="121775" x="5270500" y="4743450"/>
          <p14:tracePt t="121784" x="5281613" y="4705350"/>
          <p14:tracePt t="121791" x="5294313" y="4667250"/>
          <p14:tracePt t="121807" x="5294313" y="4630738"/>
          <p14:tracePt t="121815" x="5294313" y="4605338"/>
          <p14:tracePt t="121823" x="5307013" y="4592638"/>
          <p14:tracePt t="121831" x="5319713" y="4554538"/>
          <p14:tracePt t="121847" x="5319713" y="4543425"/>
          <p14:tracePt t="121855" x="5319713" y="4505325"/>
          <p14:tracePt t="121863" x="5332413" y="4492625"/>
          <p14:tracePt t="121871" x="5332413" y="4479925"/>
          <p14:tracePt t="121879" x="5345113" y="4454525"/>
          <p14:tracePt t="121887" x="5357813" y="4430713"/>
          <p14:tracePt t="121895" x="5383213" y="4405313"/>
          <p14:tracePt t="121903" x="5394325" y="4392613"/>
          <p14:tracePt t="121911" x="5407025" y="4367213"/>
          <p14:tracePt t="121919" x="5419725" y="4354513"/>
          <p14:tracePt t="121927" x="5432425" y="4330700"/>
          <p14:tracePt t="121975" x="5457825" y="4318000"/>
          <p14:tracePt t="121984" x="5457825" y="4305300"/>
          <p14:tracePt t="121991" x="5457825" y="4292600"/>
          <p14:tracePt t="122001" x="5470525" y="4292600"/>
          <p14:tracePt t="122056" x="5470525" y="4279900"/>
          <p14:tracePt t="122071" x="5483225" y="4279900"/>
          <p14:tracePt t="122103" x="5507038" y="4267200"/>
          <p14:tracePt t="122119" x="5519738" y="4267200"/>
          <p14:tracePt t="122127" x="5557838" y="4254500"/>
          <p14:tracePt t="122135" x="5583238" y="4241800"/>
          <p14:tracePt t="122143" x="5595938" y="4241800"/>
          <p14:tracePt t="122152" x="5619750" y="4230688"/>
          <p14:tracePt t="122159" x="5657850" y="4217988"/>
          <p14:tracePt t="122167" x="5683250" y="4217988"/>
          <p14:tracePt t="122175" x="5719763" y="4217988"/>
          <p14:tracePt t="122184" x="5757863" y="4205288"/>
          <p14:tracePt t="122191" x="5770563" y="4205288"/>
          <p14:tracePt t="122200" x="5808663" y="4205288"/>
          <p14:tracePt t="122207" x="5845175" y="4192588"/>
          <p14:tracePt t="122215" x="5870575" y="4192588"/>
          <p14:tracePt t="122223" x="5895975" y="4192588"/>
          <p14:tracePt t="122234" x="5921375" y="4192588"/>
          <p14:tracePt t="122239" x="5957888" y="4192588"/>
          <p14:tracePt t="122247" x="5983288" y="4192588"/>
          <p14:tracePt t="122255" x="5995988" y="4192588"/>
          <p14:tracePt t="122263" x="6008688" y="4192588"/>
          <p14:tracePt t="122271" x="6034088" y="4192588"/>
          <p14:tracePt t="122295" x="6057900" y="4192588"/>
          <p14:tracePt t="122303" x="6070600" y="4192588"/>
          <p14:tracePt t="122311" x="6083300" y="4192588"/>
          <p14:tracePt t="122359" x="6108700" y="4192588"/>
          <p14:tracePt t="122375" x="6121400" y="4205288"/>
          <p14:tracePt t="122384" x="6134100" y="4217988"/>
          <p14:tracePt t="122391" x="6146800" y="4230688"/>
          <p14:tracePt t="122407" x="6157913" y="4254500"/>
          <p14:tracePt t="122415" x="6170613" y="4279900"/>
          <p14:tracePt t="122423" x="6170613" y="4292600"/>
          <p14:tracePt t="122434" x="6183313" y="4318000"/>
          <p14:tracePt t="122439" x="6183313" y="4330700"/>
          <p14:tracePt t="122447" x="6183313" y="4354513"/>
          <p14:tracePt t="122455" x="6196013" y="4367213"/>
          <p14:tracePt t="122463" x="6196013" y="4392613"/>
          <p14:tracePt t="122471" x="6196013" y="4430713"/>
          <p14:tracePt t="122479" x="6196013" y="4467225"/>
          <p14:tracePt t="122495" x="6196013" y="4492625"/>
          <p14:tracePt t="122503" x="6183313" y="4518025"/>
          <p14:tracePt t="122511" x="6170613" y="4567238"/>
          <p14:tracePt t="122519" x="6157913" y="4567238"/>
          <p14:tracePt t="122527" x="6157913" y="4579938"/>
          <p14:tracePt t="122535" x="6134100" y="4605338"/>
          <p14:tracePt t="122552" x="6121400" y="4605338"/>
          <p14:tracePt t="122559" x="6083300" y="4630738"/>
          <p14:tracePt t="122568" x="6057900" y="4643438"/>
          <p14:tracePt t="122575" x="6057900" y="4656138"/>
          <p14:tracePt t="122584" x="6034088" y="4667250"/>
          <p14:tracePt t="122591" x="6021388" y="4679950"/>
          <p14:tracePt t="122600" x="5995988" y="4679950"/>
          <p14:tracePt t="122607" x="5945188" y="4692650"/>
          <p14:tracePt t="122615" x="5921375" y="4692650"/>
          <p14:tracePt t="122623" x="5883275" y="4692650"/>
          <p14:tracePt t="122632" x="5857875" y="4718050"/>
          <p14:tracePt t="122639" x="5845175" y="4718050"/>
          <p14:tracePt t="122663" x="5832475" y="4718050"/>
          <p14:tracePt t="122711" x="5832475" y="4692650"/>
          <p14:tracePt t="122719" x="5832475" y="4667250"/>
          <p14:tracePt t="122727" x="5832475" y="4643438"/>
          <p14:tracePt t="122735" x="5832475" y="4630738"/>
          <p14:tracePt t="122743" x="5832475" y="4605338"/>
          <p14:tracePt t="122751" x="5832475" y="4592638"/>
          <p14:tracePt t="122759" x="5832475" y="4567238"/>
          <p14:tracePt t="122775" x="5832475" y="4554538"/>
          <p14:tracePt t="122831" x="5832475" y="4530725"/>
          <p14:tracePt t="123407" x="5795963" y="4518025"/>
          <p14:tracePt t="123416" x="5757863" y="4518025"/>
          <p14:tracePt t="123423" x="5719763" y="4530725"/>
          <p14:tracePt t="123432" x="5670550" y="4530725"/>
          <p14:tracePt t="123439" x="5645150" y="4543425"/>
          <p14:tracePt t="123448" x="5570538" y="4567238"/>
          <p14:tracePt t="123455" x="5532438" y="4567238"/>
          <p14:tracePt t="123465" x="5495925" y="4579938"/>
          <p14:tracePt t="123471" x="5457825" y="4592638"/>
          <p14:tracePt t="123479" x="5432425" y="4592638"/>
          <p14:tracePt t="123487" x="5407025" y="4592638"/>
          <p14:tracePt t="123495" x="5383213" y="4618038"/>
          <p14:tracePt t="123503" x="5332413" y="4630738"/>
          <p14:tracePt t="123511" x="5294313" y="4643438"/>
          <p14:tracePt t="123519" x="5257800" y="4667250"/>
          <p14:tracePt t="123527" x="5207000" y="4667250"/>
          <p14:tracePt t="123535" x="5145088" y="4692650"/>
          <p14:tracePt t="123543" x="5094288" y="4705350"/>
          <p14:tracePt t="123551" x="5019675" y="4730750"/>
          <p14:tracePt t="123559" x="4919663" y="4743450"/>
          <p14:tracePt t="123567" x="4881563" y="4743450"/>
          <p14:tracePt t="123575" x="4832350" y="4756150"/>
          <p14:tracePt t="123583" x="4794250" y="4756150"/>
          <p14:tracePt t="123591" x="4743450" y="4768850"/>
          <p14:tracePt t="123600" x="4719638" y="4779963"/>
          <p14:tracePt t="123607" x="4681538" y="4792663"/>
          <p14:tracePt t="123616" x="4668838" y="4792663"/>
          <p14:tracePt t="123623" x="4630738" y="4792663"/>
          <p14:tracePt t="123633" x="4606925" y="4805363"/>
          <p14:tracePt t="123639" x="4594225" y="4818063"/>
          <p14:tracePt t="123649" x="4581525" y="4818063"/>
          <p14:tracePt t="123687" x="4581525" y="4830763"/>
          <p14:tracePt t="123767" x="4594225" y="4830763"/>
          <p14:tracePt t="123775" x="4619625" y="4830763"/>
          <p14:tracePt t="123783" x="4668838" y="4818063"/>
          <p14:tracePt t="123791" x="4694238" y="4792663"/>
          <p14:tracePt t="123800" x="4732338" y="4756150"/>
          <p14:tracePt t="123807" x="4743450" y="4756150"/>
          <p14:tracePt t="123816" x="4756150" y="4730750"/>
          <p14:tracePt t="123823" x="4768850" y="4730750"/>
          <p14:tracePt t="123832" x="4781550" y="4718050"/>
          <p14:tracePt t="123839" x="4806950" y="4705350"/>
          <p14:tracePt t="123863" x="4819650" y="4692650"/>
          <p14:tracePt t="123967" x="4843463" y="4667250"/>
          <p14:tracePt t="124039" x="4856163" y="4656138"/>
          <p14:tracePt t="124087" x="4868863" y="4656138"/>
          <p14:tracePt t="124103" x="4881563" y="4656138"/>
          <p14:tracePt t="124111" x="4881563" y="4643438"/>
          <p14:tracePt t="124143" x="4894263" y="4630738"/>
          <p14:tracePt t="124151" x="4906963" y="4630738"/>
          <p14:tracePt t="124407" x="4881563" y="4630738"/>
          <p14:tracePt t="124423" x="4868863" y="4630738"/>
          <p14:tracePt t="124432" x="4843463" y="4630738"/>
          <p14:tracePt t="124439" x="4832350" y="4630738"/>
          <p14:tracePt t="124448" x="4819650" y="4643438"/>
          <p14:tracePt t="124465" x="4806950" y="4656138"/>
          <p14:tracePt t="124511" x="4794250" y="4656138"/>
          <p14:tracePt t="124543" x="4781550" y="4656138"/>
          <p14:tracePt t="124551" x="4732338" y="4656138"/>
          <p14:tracePt t="124559" x="4706938" y="4656138"/>
          <p14:tracePt t="124567" x="4668838" y="4656138"/>
          <p14:tracePt t="124575" x="4619625" y="4656138"/>
          <p14:tracePt t="124583" x="4556125" y="4656138"/>
          <p14:tracePt t="124591" x="4506913" y="4656138"/>
          <p14:tracePt t="124599" x="4468813" y="4656138"/>
          <p14:tracePt t="124607" x="4418013" y="4643438"/>
          <p14:tracePt t="124615" x="4381500" y="4630738"/>
          <p14:tracePt t="124623" x="4318000" y="4618038"/>
          <p14:tracePt t="124632" x="4256088" y="4605338"/>
          <p14:tracePt t="124639" x="4230688" y="4592638"/>
          <p14:tracePt t="124648" x="4181475" y="4579938"/>
          <p14:tracePt t="124655" x="4105275" y="4543425"/>
          <p14:tracePt t="124664" x="4081463" y="4530725"/>
          <p14:tracePt t="124680" x="4056063" y="4530725"/>
          <p14:tracePt t="124687" x="4043363" y="4518025"/>
          <p14:tracePt t="124697" x="4030663" y="4505325"/>
          <p14:tracePt t="124711" x="4017963" y="4492625"/>
          <p14:tracePt t="124759" x="4005263" y="4479925"/>
          <p14:tracePt t="124775" x="3992563" y="4467225"/>
          <p14:tracePt t="124823" x="3992563" y="4454525"/>
          <p14:tracePt t="124887" x="3992563" y="4443413"/>
          <p14:tracePt t="124895" x="4005263" y="4430713"/>
          <p14:tracePt t="124903" x="4017963" y="4430713"/>
          <p14:tracePt t="124911" x="4043363" y="4430713"/>
          <p14:tracePt t="124919" x="4092575" y="4430713"/>
          <p14:tracePt t="124927" x="4143375" y="4418013"/>
          <p14:tracePt t="124935" x="4192588" y="4405313"/>
          <p14:tracePt t="124943" x="4205288" y="4379913"/>
          <p14:tracePt t="124951" x="4243388" y="4379913"/>
          <p14:tracePt t="124959" x="4330700" y="4392613"/>
          <p14:tracePt t="124967" x="4430713" y="4392613"/>
          <p14:tracePt t="124975" x="4494213" y="4379913"/>
          <p14:tracePt t="124991" x="4543425" y="4367213"/>
          <p14:tracePt t="124999" x="4581525" y="4367213"/>
          <p14:tracePt t="125007" x="4594225" y="4367213"/>
          <p14:tracePt t="125015" x="4606925" y="4367213"/>
          <p14:tracePt t="125055" x="4619625" y="4367213"/>
          <p14:tracePt t="125071" x="4643438" y="4367213"/>
          <p14:tracePt t="125087" x="4643438" y="4354513"/>
          <p14:tracePt t="125104" x="4668838" y="4354513"/>
          <p14:tracePt t="125113" x="4681538" y="4354513"/>
          <p14:tracePt t="125120" x="4706938" y="4341813"/>
          <p14:tracePt t="125129" x="4719638" y="4341813"/>
          <p14:tracePt t="125135" x="4743450" y="4341813"/>
          <p14:tracePt t="125143" x="4781550" y="4341813"/>
          <p14:tracePt t="125151" x="4794250" y="4341813"/>
          <p14:tracePt t="125159" x="4832350" y="4341813"/>
          <p14:tracePt t="125167" x="4843463" y="4341813"/>
          <p14:tracePt t="125175" x="4856163" y="4341813"/>
          <p14:tracePt t="125183" x="4868863" y="4341813"/>
          <p14:tracePt t="125191" x="4894263" y="4341813"/>
          <p14:tracePt t="125199" x="4919663" y="4341813"/>
          <p14:tracePt t="125207" x="4968875" y="4354513"/>
          <p14:tracePt t="125223" x="4994275" y="4367213"/>
          <p14:tracePt t="125231" x="5019675" y="4379913"/>
          <p14:tracePt t="125239" x="5045075" y="4392613"/>
          <p14:tracePt t="125248" x="5068888" y="4405313"/>
          <p14:tracePt t="125255" x="5081588" y="4418013"/>
          <p14:tracePt t="125265" x="5094288" y="4418013"/>
          <p14:tracePt t="125271" x="5106988" y="4418013"/>
          <p14:tracePt t="125279" x="5132388" y="4418013"/>
          <p14:tracePt t="125287" x="5145088" y="4430713"/>
          <p14:tracePt t="125296" x="5170488" y="4430713"/>
          <p14:tracePt t="125303" x="5181600" y="4443413"/>
          <p14:tracePt t="125313" x="5181600" y="4454525"/>
          <p14:tracePt t="125319" x="5194300" y="4454525"/>
          <p14:tracePt t="125359" x="5207000" y="4479925"/>
          <p14:tracePt t="125367" x="5219700" y="4492625"/>
          <p14:tracePt t="125383" x="5219700" y="4505325"/>
          <p14:tracePt t="125391" x="5245100" y="4505325"/>
          <p14:tracePt t="125399" x="5245100" y="4518025"/>
          <p14:tracePt t="125407" x="5270500" y="4530725"/>
          <p14:tracePt t="125423" x="5270500" y="4543425"/>
          <p14:tracePt t="125575" x="5281613" y="4543425"/>
          <p14:tracePt t="126663" x="5281613" y="4567238"/>
          <p14:tracePt t="126671" x="5281613" y="4579938"/>
          <p14:tracePt t="126687" x="5257800" y="4605338"/>
          <p14:tracePt t="126696" x="5245100" y="4618038"/>
          <p14:tracePt t="126703" x="5245100" y="4630738"/>
          <p14:tracePt t="126713" x="5232400" y="4630738"/>
          <p14:tracePt t="126719" x="5207000" y="4643438"/>
          <p14:tracePt t="126728" x="5194300" y="4656138"/>
          <p14:tracePt t="126735" x="5170488" y="4679950"/>
          <p14:tracePt t="126745" x="5157788" y="4692650"/>
          <p14:tracePt t="126759" x="5157788" y="4705350"/>
          <p14:tracePt t="126783" x="5157788" y="4730750"/>
          <p14:tracePt t="126799" x="5157788" y="4743450"/>
          <p14:tracePt t="126823" x="5157788" y="4768850"/>
          <p14:tracePt t="126839" x="5157788" y="4792663"/>
          <p14:tracePt t="126847" x="5170488" y="4792663"/>
          <p14:tracePt t="126864" x="5170488" y="4805363"/>
          <p14:tracePt t="127103" x="5181600" y="4805363"/>
          <p14:tracePt t="127112" x="5194300" y="4805363"/>
          <p14:tracePt t="127119" x="5207000" y="4805363"/>
          <p14:tracePt t="127128" x="5219700" y="4792663"/>
          <p14:tracePt t="127135" x="5219700" y="4779963"/>
          <p14:tracePt t="127144" x="5232400" y="4768850"/>
          <p14:tracePt t="127151" x="5257800" y="4730750"/>
          <p14:tracePt t="127175" x="5281613" y="4705350"/>
          <p14:tracePt t="127183" x="5281613" y="4692650"/>
          <p14:tracePt t="127191" x="5294313" y="4692650"/>
          <p14:tracePt t="127239" x="5294313" y="4679950"/>
          <p14:tracePt t="127567" x="5319713" y="4705350"/>
          <p14:tracePt t="127583" x="5319713" y="4718050"/>
          <p14:tracePt t="127591" x="5319713" y="4730750"/>
          <p14:tracePt t="128503" x="5345113" y="4730750"/>
          <p14:tracePt t="128511" x="5370513" y="4718050"/>
          <p14:tracePt t="128519" x="5370513" y="4679950"/>
          <p14:tracePt t="128528" x="5370513" y="4667250"/>
          <p14:tracePt t="128743" x="5383213" y="4679950"/>
          <p14:tracePt t="128751" x="5383213" y="4730750"/>
          <p14:tracePt t="128815" x="5407025" y="4730750"/>
          <p14:tracePt t="129447" x="5407025" y="4743450"/>
          <p14:tracePt t="129455" x="5432425" y="4756150"/>
          <p14:tracePt t="129463" x="5445125" y="4768850"/>
          <p14:tracePt t="129472" x="5483225" y="4768850"/>
          <p14:tracePt t="129480" x="5507038" y="4792663"/>
          <p14:tracePt t="129487" x="5557838" y="4818063"/>
          <p14:tracePt t="129495" x="5607050" y="4843463"/>
          <p14:tracePt t="129503" x="5683250" y="4856163"/>
          <p14:tracePt t="129511" x="5745163" y="4879975"/>
          <p14:tracePt t="129519" x="5795963" y="4892675"/>
          <p14:tracePt t="129528" x="5895975" y="4892675"/>
          <p14:tracePt t="129535" x="5945188" y="4892675"/>
          <p14:tracePt t="129543" x="5995988" y="4892675"/>
          <p14:tracePt t="129550" x="6045200" y="4892675"/>
          <p14:tracePt t="129560" x="6057900" y="4892675"/>
          <p14:tracePt t="129567" x="6096000" y="4892675"/>
          <p14:tracePt t="129576" x="6108700" y="4892675"/>
          <p14:tracePt t="129583" x="6121400" y="4892675"/>
          <p14:tracePt t="129591" x="6134100" y="4892675"/>
          <p14:tracePt t="129608" x="6146800" y="4892675"/>
          <p14:tracePt t="129671" x="6157913" y="4892675"/>
          <p14:tracePt t="129727" x="6170613" y="4892675"/>
          <p14:tracePt t="129735" x="6183313" y="4892675"/>
          <p14:tracePt t="129743" x="6196013" y="4892675"/>
          <p14:tracePt t="129751" x="6208713" y="4892675"/>
          <p14:tracePt t="129760" x="6246813" y="4892675"/>
          <p14:tracePt t="129767" x="6270625" y="4892675"/>
          <p14:tracePt t="129776" x="6308725" y="4892675"/>
          <p14:tracePt t="129783" x="6334125" y="4892675"/>
          <p14:tracePt t="129793" x="6346825" y="4892675"/>
          <p14:tracePt t="129799" x="6370638" y="4892675"/>
          <p14:tracePt t="129808" x="6383338" y="4892675"/>
          <p14:tracePt t="129815" x="6421438" y="4892675"/>
          <p14:tracePt t="129824" x="6434138" y="4892675"/>
          <p14:tracePt t="129831" x="6459538" y="4892675"/>
          <p14:tracePt t="129847" x="6483350" y="4892675"/>
          <p14:tracePt t="129855" x="6496050" y="4892675"/>
          <p14:tracePt t="129863" x="6508750" y="4892675"/>
          <p14:tracePt t="129871" x="6546850" y="4892675"/>
          <p14:tracePt t="129879" x="6559550" y="4892675"/>
          <p14:tracePt t="129887" x="6584950" y="4892675"/>
          <p14:tracePt t="129895" x="6596063" y="4892675"/>
          <p14:tracePt t="129903" x="6634163" y="4892675"/>
          <p14:tracePt t="129911" x="6672263" y="4892675"/>
          <p14:tracePt t="129919" x="6696075" y="4892675"/>
          <p14:tracePt t="129927" x="6708775" y="4892675"/>
          <p14:tracePt t="129935" x="6721475" y="4892675"/>
          <p14:tracePt t="129943" x="6734175" y="4892675"/>
          <p14:tracePt t="129951" x="6772275" y="4905375"/>
          <p14:tracePt t="129967" x="6784975" y="4905375"/>
          <p14:tracePt t="129976" x="6797675" y="4905375"/>
          <p14:tracePt t="129983" x="6808788" y="4905375"/>
          <p14:tracePt t="129992" x="6821488" y="4905375"/>
          <p14:tracePt t="130008" x="6834188" y="4905375"/>
          <p14:tracePt t="130039" x="6846888" y="4905375"/>
          <p14:tracePt t="130059" x="6884988" y="4905375"/>
          <p14:tracePt t="130063" x="6910388" y="4905375"/>
          <p14:tracePt t="130071" x="6921500" y="4905375"/>
          <p14:tracePt t="130079" x="6934200" y="4905375"/>
          <p14:tracePt t="130095" x="6959600" y="4892675"/>
          <p14:tracePt t="130103" x="6972300" y="4892675"/>
          <p14:tracePt t="130111" x="6985000" y="4892675"/>
          <p14:tracePt t="130119" x="6997700" y="4892675"/>
          <p14:tracePt t="130128" x="7021513" y="4892675"/>
          <p14:tracePt t="130136" x="7059613" y="4892675"/>
          <p14:tracePt t="130144" x="7072313" y="4892675"/>
          <p14:tracePt t="130151" x="7097713" y="4892675"/>
          <p14:tracePt t="130160" x="7110413" y="4892675"/>
          <p14:tracePt t="130176" x="7123113" y="4892675"/>
          <p14:tracePt t="130183" x="7146925" y="4892675"/>
          <p14:tracePt t="130215" x="7172325" y="4892675"/>
          <p14:tracePt t="130223" x="7197725" y="4892675"/>
          <p14:tracePt t="130231" x="7210425" y="4892675"/>
          <p14:tracePt t="130247" x="7223125" y="4892675"/>
          <p14:tracePt t="130271" x="7235825" y="4892675"/>
          <p14:tracePt t="130303" x="7246938" y="4892675"/>
          <p14:tracePt t="130311" x="7259638" y="4892675"/>
          <p14:tracePt t="130928" x="7272338" y="4892675"/>
          <p14:tracePt t="130935" x="7297738" y="4892675"/>
          <p14:tracePt t="130943" x="7335838" y="4892675"/>
          <p14:tracePt t="130959" x="7348538" y="4892675"/>
          <p14:tracePt t="130967" x="7385050" y="4892675"/>
          <p14:tracePt t="130976" x="7410450" y="4892675"/>
          <p14:tracePt t="130983" x="7423150" y="4892675"/>
          <p14:tracePt t="130992" x="7435850" y="4905375"/>
          <p14:tracePt t="130999" x="7459663" y="4905375"/>
          <p14:tracePt t="131008" x="7485063" y="4905375"/>
          <p14:tracePt t="131015" x="7510463" y="4918075"/>
          <p14:tracePt t="131025" x="7523163" y="4918075"/>
          <p14:tracePt t="131047" x="7535863" y="4918075"/>
          <p14:tracePt t="131063" x="7561263" y="4918075"/>
          <p14:tracePt t="131648" x="7572375" y="4918075"/>
          <p14:tracePt t="131768" x="7585075" y="4918075"/>
          <p14:tracePt t="133183" x="7597775" y="4918075"/>
          <p14:tracePt t="135247" x="7597775" y="4930775"/>
          <p14:tracePt t="135297" x="7585075" y="4930775"/>
          <p14:tracePt t="135304" x="7561263" y="4930775"/>
          <p14:tracePt t="135320" x="7535863" y="4943475"/>
          <p14:tracePt t="135327" x="7523163" y="4943475"/>
          <p14:tracePt t="135337" x="7510463" y="4943475"/>
          <p14:tracePt t="135343" x="7459663" y="4968875"/>
          <p14:tracePt t="135359" x="7423150" y="4981575"/>
          <p14:tracePt t="135375" x="7359650" y="4992688"/>
          <p14:tracePt t="135391" x="7323138" y="4992688"/>
          <p14:tracePt t="135407" x="7285038" y="5018088"/>
          <p14:tracePt t="135415" x="7259638" y="5030788"/>
          <p14:tracePt t="135423" x="7223125" y="5030788"/>
          <p14:tracePt t="135431" x="7146925" y="5030788"/>
          <p14:tracePt t="135439" x="7072313" y="5030788"/>
          <p14:tracePt t="135447" x="6959600" y="5081588"/>
          <p14:tracePt t="135455" x="6846888" y="5092700"/>
          <p14:tracePt t="135463" x="6746875" y="5092700"/>
          <p14:tracePt t="135471" x="6659563" y="5105400"/>
          <p14:tracePt t="135479" x="6546850" y="5105400"/>
          <p14:tracePt t="135488" x="6408738" y="5118100"/>
          <p14:tracePt t="135495" x="6370638" y="5118100"/>
          <p14:tracePt t="135504" x="6308725" y="5118100"/>
          <p14:tracePt t="135511" x="6259513" y="5118100"/>
          <p14:tracePt t="135520" x="6221413" y="5118100"/>
          <p14:tracePt t="135527" x="6208713" y="5118100"/>
          <p14:tracePt t="135538" x="6183313" y="5118100"/>
          <p14:tracePt t="135543" x="6170613" y="5118100"/>
          <p14:tracePt t="135567" x="6146800" y="5118100"/>
          <p14:tracePt t="135583" x="6121400" y="5118100"/>
          <p14:tracePt t="135599" x="6096000" y="5118100"/>
          <p14:tracePt t="135607" x="6070600" y="5118100"/>
          <p14:tracePt t="135615" x="6057900" y="5118100"/>
          <p14:tracePt t="135623" x="6034088" y="5118100"/>
          <p14:tracePt t="135631" x="6021388" y="5130800"/>
          <p14:tracePt t="135639" x="5995988" y="5156200"/>
          <p14:tracePt t="135655" x="5983288" y="5156200"/>
          <p14:tracePt t="135663" x="5957888" y="5156200"/>
          <p14:tracePt t="135743" x="5932488" y="5156200"/>
          <p14:tracePt t="135752" x="5870575" y="5156200"/>
          <p14:tracePt t="135759" x="5832475" y="5181600"/>
          <p14:tracePt t="135767" x="5783263" y="5181600"/>
          <p14:tracePt t="135775" x="5757863" y="5181600"/>
          <p14:tracePt t="135786" x="5695950" y="5181600"/>
          <p14:tracePt t="135791" x="5583238" y="5205413"/>
          <p14:tracePt t="135799" x="5457825" y="5205413"/>
          <p14:tracePt t="135807" x="5357813" y="5205413"/>
          <p14:tracePt t="135815" x="5281613" y="5205413"/>
          <p14:tracePt t="135823" x="5157788" y="5205413"/>
          <p14:tracePt t="135831" x="5045075" y="5205413"/>
          <p14:tracePt t="135839" x="4906963" y="5205413"/>
          <p14:tracePt t="135847" x="4832350" y="5205413"/>
          <p14:tracePt t="135855" x="4819650" y="5205413"/>
          <p14:tracePt t="135863" x="4756150" y="5205413"/>
          <p14:tracePt t="135871" x="4732338" y="5194300"/>
          <p14:tracePt t="135879" x="4732338" y="5156200"/>
          <p14:tracePt t="135888" x="4732338" y="5143500"/>
          <p14:tracePt t="135895" x="4694238" y="5105400"/>
          <p14:tracePt t="135904" x="4694238" y="5081588"/>
          <p14:tracePt t="135911" x="4681538" y="5056188"/>
          <p14:tracePt t="135920" x="4668838" y="5056188"/>
          <p14:tracePt t="135927" x="4643438" y="5030788"/>
          <p14:tracePt t="135937" x="4643438" y="5018088"/>
          <p14:tracePt t="135943" x="4630738" y="5005388"/>
          <p14:tracePt t="135953" x="4619625" y="4992688"/>
          <p14:tracePt t="135959" x="4606925" y="4981575"/>
          <p14:tracePt t="135975" x="4594225" y="4956175"/>
          <p14:tracePt t="135986" x="4594225" y="4943475"/>
          <p14:tracePt t="135991" x="4581525" y="4930775"/>
          <p14:tracePt t="136007" x="4581525" y="4892675"/>
          <p14:tracePt t="136023" x="4581525" y="4879975"/>
          <p14:tracePt t="136037" x="4568825" y="4856163"/>
          <p14:tracePt t="136039" x="4568825" y="4843463"/>
          <p14:tracePt t="136047" x="4568825" y="4830763"/>
          <p14:tracePt t="136063" x="4556125" y="4818063"/>
          <p14:tracePt t="136079" x="4556125" y="4805363"/>
          <p14:tracePt t="136088" x="4556125" y="4779963"/>
          <p14:tracePt t="136095" x="4543425" y="4768850"/>
          <p14:tracePt t="136104" x="4543425" y="4730750"/>
          <p14:tracePt t="136111" x="4543425" y="4718050"/>
          <p14:tracePt t="136120" x="4543425" y="4692650"/>
          <p14:tracePt t="136127" x="4543425" y="4667250"/>
          <p14:tracePt t="136136" x="4530725" y="4630738"/>
          <p14:tracePt t="136143" x="4530725" y="4605338"/>
          <p14:tracePt t="136152" x="4518025" y="4579938"/>
          <p14:tracePt t="136159" x="4518025" y="4554538"/>
          <p14:tracePt t="136168" x="4518025" y="4518025"/>
          <p14:tracePt t="136175" x="4506913" y="4479925"/>
          <p14:tracePt t="136183" x="4506913" y="4443413"/>
          <p14:tracePt t="136191" x="4506913" y="4405313"/>
          <p14:tracePt t="136199" x="4506913" y="4354513"/>
          <p14:tracePt t="136207" x="4506913" y="4305300"/>
          <p14:tracePt t="136215" x="4506913" y="4254500"/>
          <p14:tracePt t="136223" x="4506913" y="4217988"/>
          <p14:tracePt t="136231" x="4506913" y="4167188"/>
          <p14:tracePt t="136239" x="4506913" y="4141788"/>
          <p14:tracePt t="136247" x="4506913" y="4092575"/>
          <p14:tracePt t="136255" x="4506913" y="4067175"/>
          <p14:tracePt t="136263" x="4506913" y="4054475"/>
          <p14:tracePt t="136271" x="4506913" y="4017963"/>
          <p14:tracePt t="136279" x="4506913" y="4005263"/>
          <p14:tracePt t="136287" x="4506913" y="3992563"/>
          <p14:tracePt t="136295" x="4506913" y="3979863"/>
          <p14:tracePt t="136311" x="4506913" y="3954463"/>
          <p14:tracePt t="136320" x="4506913" y="3941763"/>
          <p14:tracePt t="136327" x="4506913" y="3929063"/>
          <p14:tracePt t="136337" x="4506913" y="3892550"/>
          <p14:tracePt t="136353" x="4506913" y="3867150"/>
          <p14:tracePt t="136359" x="4506913" y="3854450"/>
          <p14:tracePt t="136369" x="4506913" y="3829050"/>
          <p14:tracePt t="136375" x="4506913" y="3816350"/>
          <p14:tracePt t="136391" x="4518025" y="3792538"/>
          <p14:tracePt t="136399" x="4530725" y="3779838"/>
          <p14:tracePt t="136407" x="4556125" y="3767138"/>
          <p14:tracePt t="136415" x="4556125" y="3754438"/>
          <p14:tracePt t="136943" x="4556125" y="3741738"/>
          <p14:tracePt t="137127" x="4568825" y="3741738"/>
          <p14:tracePt t="137137" x="4606925" y="3692525"/>
          <p14:tracePt t="137144" x="4656138" y="3616325"/>
          <p14:tracePt t="137154" x="4706938" y="3567113"/>
          <p14:tracePt t="137160" x="4794250" y="3541713"/>
          <p14:tracePt t="137169" x="4843463" y="3503613"/>
          <p14:tracePt t="137175" x="4945063" y="3503613"/>
          <p14:tracePt t="137184" x="5006975" y="3490913"/>
          <p14:tracePt t="137191" x="5081588" y="3490913"/>
          <p14:tracePt t="137202" x="5145088" y="3490913"/>
          <p14:tracePt t="137207" x="5245100" y="3490913"/>
          <p14:tracePt t="137217" x="5345113" y="3490913"/>
          <p14:tracePt t="137223" x="5357813" y="3490913"/>
          <p14:tracePt t="137239" x="5383213" y="3490913"/>
          <p14:tracePt t="137247" x="5394325" y="3490913"/>
          <p14:tracePt t="137567" x="5383213" y="3490913"/>
          <p14:tracePt t="137575" x="5357813" y="3503613"/>
          <p14:tracePt t="137592" x="5345113" y="3516313"/>
          <p14:tracePt t="137608" x="5319713" y="3541713"/>
          <p14:tracePt t="137623" x="5307013" y="3554413"/>
          <p14:tracePt t="137631" x="5294313" y="3579813"/>
          <p14:tracePt t="137639" x="5294313" y="3590925"/>
          <p14:tracePt t="137647" x="5281613" y="3667125"/>
          <p14:tracePt t="137655" x="5194300" y="3741738"/>
          <p14:tracePt t="137663" x="5132388" y="3829050"/>
          <p14:tracePt t="137671" x="5019675" y="3941763"/>
          <p14:tracePt t="137679" x="5006975" y="3979863"/>
          <p14:tracePt t="137687" x="4956175" y="4054475"/>
          <p14:tracePt t="137695" x="4956175" y="4141788"/>
          <p14:tracePt t="137703" x="4932363" y="4241800"/>
          <p14:tracePt t="137711" x="4868863" y="4379913"/>
          <p14:tracePt t="137719" x="4856163" y="4518025"/>
          <p14:tracePt t="137727" x="4856163" y="4630738"/>
          <p14:tracePt t="137736" x="4856163" y="4756150"/>
          <p14:tracePt t="137743" x="4856163" y="4879975"/>
          <p14:tracePt t="137752" x="4856163" y="5005388"/>
          <p14:tracePt t="137759" x="4856163" y="5118100"/>
          <p14:tracePt t="137768" x="4894263" y="5205413"/>
          <p14:tracePt t="137775" x="4945063" y="5294313"/>
          <p14:tracePt t="137785" x="5019675" y="5407025"/>
          <p14:tracePt t="137791" x="5094288" y="5518150"/>
          <p14:tracePt t="137800" x="5157788" y="5594350"/>
          <p14:tracePt t="137807" x="5245100" y="5681663"/>
          <p14:tracePt t="137816" x="5332413" y="5732463"/>
          <p14:tracePt t="137823" x="5583238" y="5819775"/>
          <p14:tracePt t="137834" x="5921375" y="5919788"/>
          <p14:tracePt t="137839" x="6134100" y="5932488"/>
          <p14:tracePt t="137847" x="6534150" y="5994400"/>
          <p14:tracePt t="137855" x="6884988" y="6019800"/>
          <p14:tracePt t="137863" x="7059613" y="6032500"/>
          <p14:tracePt t="137871" x="7235825" y="6045200"/>
          <p14:tracePt t="137879" x="7397750" y="6045200"/>
          <p14:tracePt t="137887" x="7485063" y="6045200"/>
          <p14:tracePt t="137895" x="7585075" y="6045200"/>
          <p14:tracePt t="137903" x="7623175" y="6045200"/>
          <p14:tracePt t="138584" x="7623175" y="6019800"/>
          <p14:tracePt t="138592" x="7610475" y="5956300"/>
          <p14:tracePt t="138601" x="7597775" y="5907088"/>
          <p14:tracePt t="138608" x="7572375" y="5894388"/>
          <p14:tracePt t="138671" x="7523163" y="5894388"/>
          <p14:tracePt t="138679" x="7410450" y="5894388"/>
          <p14:tracePt t="138687" x="7297738" y="5894388"/>
          <p14:tracePt t="138695" x="7246938" y="5932488"/>
          <p14:tracePt t="138703" x="7210425" y="5969000"/>
          <p14:tracePt t="138711" x="7123113" y="6019800"/>
          <p14:tracePt t="138719" x="7085013" y="6056313"/>
          <p14:tracePt t="138727" x="6997700" y="6119813"/>
          <p14:tracePt t="138735" x="6972300" y="6132513"/>
          <p14:tracePt t="138743" x="6934200" y="6181725"/>
          <p14:tracePt t="138751" x="6910388" y="6207125"/>
          <p14:tracePt t="138759" x="6910388" y="6232525"/>
          <p14:tracePt t="138767" x="6884988" y="6257925"/>
          <p14:tracePt t="138775" x="6884988" y="6269038"/>
          <p14:tracePt t="138784" x="6872288" y="6281738"/>
          <p14:tracePt t="138800" x="6859588" y="6307138"/>
          <p14:tracePt t="138807" x="6846888" y="6319838"/>
          <p14:tracePt t="138817" x="6821488" y="6345238"/>
          <p14:tracePt t="138823" x="6797675" y="6345238"/>
          <p14:tracePt t="138833" x="6759575" y="6345238"/>
          <p14:tracePt t="138839" x="6696075" y="6381750"/>
          <p14:tracePt t="138847" x="6621463" y="6394450"/>
          <p14:tracePt t="138855" x="6559550" y="6407150"/>
          <p14:tracePt t="138863" x="6370638" y="6407150"/>
          <p14:tracePt t="138871" x="6221413" y="6407150"/>
          <p14:tracePt t="138879" x="6096000" y="6407150"/>
          <p14:tracePt t="138887" x="6021388" y="6407150"/>
          <p14:tracePt t="138895" x="5921375" y="6394450"/>
          <p14:tracePt t="138903" x="5908675" y="6381750"/>
          <p14:tracePt t="138911" x="5883275" y="6370638"/>
          <p14:tracePt t="138919" x="5857875" y="6370638"/>
          <p14:tracePt t="138927" x="5857875" y="6357938"/>
          <p14:tracePt t="138943" x="5857875" y="6345238"/>
          <p14:tracePt t="138951" x="5895975" y="6307138"/>
          <p14:tracePt t="138959" x="5932488" y="6269038"/>
          <p14:tracePt t="138967" x="5995988" y="6245225"/>
          <p14:tracePt t="138975" x="6070600" y="6194425"/>
          <p14:tracePt t="138984" x="6108700" y="6169025"/>
          <p14:tracePt t="138991" x="6134100" y="6145213"/>
          <p14:tracePt t="139001" x="6170613" y="6094413"/>
          <p14:tracePt t="139007" x="6183313" y="6069013"/>
          <p14:tracePt t="139017" x="6208713" y="6045200"/>
          <p14:tracePt t="139023" x="6221413" y="6019800"/>
          <p14:tracePt t="139032" x="6283325" y="5956300"/>
          <p14:tracePt t="139050" x="6334125" y="5881688"/>
          <p14:tracePt t="139055" x="6383338" y="5843588"/>
          <p14:tracePt t="139065" x="6421438" y="5794375"/>
          <p14:tracePt t="139071" x="6446838" y="5756275"/>
          <p14:tracePt t="139079" x="6472238" y="5732463"/>
          <p14:tracePt t="139087" x="6483350" y="5719763"/>
          <p14:tracePt t="139095" x="6508750" y="5707063"/>
          <p14:tracePt t="139119" x="6521450" y="5707063"/>
          <p14:tracePt t="139135" x="6534150" y="5707063"/>
          <p14:tracePt t="139151" x="6546850" y="5707063"/>
          <p14:tracePt t="139159" x="6559550" y="5707063"/>
          <p14:tracePt t="139175" x="6608763" y="5707063"/>
          <p14:tracePt t="139184" x="6708775" y="5681663"/>
          <p14:tracePt t="139191" x="6772275" y="5656263"/>
          <p14:tracePt t="139201" x="6859588" y="5619750"/>
          <p14:tracePt t="139207" x="6921500" y="5607050"/>
          <p14:tracePt t="139216" x="7010400" y="5594350"/>
          <p14:tracePt t="139223" x="7072313" y="5581650"/>
          <p14:tracePt t="139232" x="7123113" y="5556250"/>
          <p14:tracePt t="139239" x="7172325" y="5556250"/>
          <p14:tracePt t="139248" x="7235825" y="5543550"/>
          <p14:tracePt t="139255" x="7272338" y="5543550"/>
          <p14:tracePt t="139266" x="7310438" y="5543550"/>
          <p14:tracePt t="139271" x="7335838" y="5543550"/>
          <p14:tracePt t="139279" x="7372350" y="5543550"/>
          <p14:tracePt t="139287" x="7397750" y="5543550"/>
          <p14:tracePt t="139295" x="7410450" y="5543550"/>
          <p14:tracePt t="139303" x="7448550" y="5543550"/>
          <p14:tracePt t="139311" x="7472363" y="5556250"/>
          <p14:tracePt t="139319" x="7497763" y="5556250"/>
          <p14:tracePt t="139343" x="7510463" y="5556250"/>
          <p14:tracePt t="139367" x="7523163" y="5556250"/>
          <p14:tracePt t="139383" x="7535863" y="5556250"/>
          <p14:tracePt t="139400" x="7548563" y="5556250"/>
          <p14:tracePt t="139407" x="7572375" y="5556250"/>
          <p14:tracePt t="139416" x="7585075" y="5556250"/>
          <p14:tracePt t="139432" x="7610475" y="5556250"/>
          <p14:tracePt t="139439" x="7648575" y="5556250"/>
          <p14:tracePt t="139448" x="7785100" y="5456238"/>
          <p14:tracePt t="139455" x="7974013" y="5368925"/>
          <p14:tracePt t="139465" x="8123238" y="5294313"/>
          <p14:tracePt t="139471" x="8474075" y="5168900"/>
          <p14:tracePt t="139479" x="8924925" y="5030788"/>
          <p14:tracePt t="139487" x="9075738" y="4981575"/>
          <p14:tracePt t="139495" x="9163050" y="4956175"/>
          <p14:tracePt t="139503" x="9175750" y="4943475"/>
          <p14:tracePt t="139519" x="9199563" y="4930775"/>
          <p14:tracePt t="139535" x="9199563" y="4918075"/>
          <p14:tracePt t="139543" x="9188450" y="4892675"/>
          <p14:tracePt t="139551" x="9175750" y="4879975"/>
          <p14:tracePt t="139559" x="9163050" y="4843463"/>
          <p14:tracePt t="139567" x="9137650" y="4818063"/>
          <p14:tracePt t="139575" x="9137650" y="4792663"/>
          <p14:tracePt t="139583" x="9112250" y="4743450"/>
          <p14:tracePt t="139591" x="9112250" y="4692650"/>
          <p14:tracePt t="139600" x="9112250" y="4630738"/>
          <p14:tracePt t="139607" x="9088438" y="4592638"/>
          <p14:tracePt t="139616" x="9088438" y="4579938"/>
          <p14:tracePt t="139623" x="9088438" y="4530725"/>
          <p14:tracePt t="139633" x="9088438" y="4454525"/>
          <p14:tracePt t="139639" x="9075738" y="4405313"/>
          <p14:tracePt t="139650" x="9075738" y="4354513"/>
          <p14:tracePt t="139655" x="9063038" y="4292600"/>
          <p14:tracePt t="139666" x="9063038" y="4241800"/>
          <p14:tracePt t="139671" x="9063038" y="4205288"/>
          <p14:tracePt t="139681" x="9063038" y="4154488"/>
          <p14:tracePt t="139687" x="9037638" y="4092575"/>
          <p14:tracePt t="139695" x="9012238" y="4054475"/>
          <p14:tracePt t="139703" x="8986838" y="4029075"/>
          <p14:tracePt t="139711" x="8950325" y="3979863"/>
          <p14:tracePt t="139719" x="8924925" y="3929063"/>
          <p14:tracePt t="139727" x="8899525" y="3879850"/>
          <p14:tracePt t="139735" x="8899525" y="3854450"/>
          <p14:tracePt t="139848" x="8886825" y="3841750"/>
          <p14:tracePt t="139856" x="8863013" y="3841750"/>
          <p14:tracePt t="139865" x="8812213" y="3841750"/>
          <p14:tracePt t="139872" x="8774113" y="3854450"/>
          <p14:tracePt t="139880" x="8737600" y="3854450"/>
          <p14:tracePt t="139887" x="8724900" y="3854450"/>
          <p14:tracePt t="139895" x="8612188" y="3854450"/>
          <p14:tracePt t="139903" x="8324850" y="3754438"/>
          <p14:tracePt t="139911" x="7610475" y="3567113"/>
          <p14:tracePt t="139919" x="6659563" y="3216275"/>
          <p14:tracePt t="139927" x="5332413" y="2752725"/>
          <p14:tracePt t="139935" x="3856038" y="2327275"/>
          <p14:tracePt t="139943" x="2228850" y="1876425"/>
          <p14:tracePt t="139951" x="701675" y="1614488"/>
          <p14:tracePt t="140111" x="1201738" y="4092575"/>
          <p14:tracePt t="140119" x="2003425" y="4217988"/>
          <p14:tracePt t="140127" x="2565400" y="4341813"/>
          <p14:tracePt t="140135" x="2903538" y="4443413"/>
          <p14:tracePt t="140143" x="3016250" y="4505325"/>
          <p14:tracePt t="140151" x="3054350" y="4554538"/>
          <p14:tracePt t="140159" x="3103563" y="4618038"/>
          <p14:tracePt t="140167" x="3141663" y="4643438"/>
          <p14:tracePt t="140183" x="3154363" y="4643438"/>
          <p14:tracePt t="140191" x="3228975" y="4643438"/>
          <p14:tracePt t="140199" x="3417888" y="4643438"/>
          <p14:tracePt t="140207" x="3554413" y="4643438"/>
          <p14:tracePt t="140215" x="4068763" y="4618038"/>
          <p14:tracePt t="140223" x="4630738" y="4505325"/>
          <p14:tracePt t="140232" x="4994275" y="4467225"/>
          <p14:tracePt t="140239" x="5483225" y="4392613"/>
          <p14:tracePt t="140249" x="5808663" y="4354513"/>
          <p14:tracePt t="140255" x="5945188" y="4330700"/>
          <p14:tracePt t="140265" x="5995988" y="4330700"/>
          <p14:tracePt t="140271" x="6021388" y="4330700"/>
          <p14:tracePt t="140281" x="6034088" y="4330700"/>
          <p14:tracePt t="140287" x="6057900" y="4341813"/>
          <p14:tracePt t="140295" x="6096000" y="4379913"/>
          <p14:tracePt t="140303" x="6108700" y="4392613"/>
          <p14:tracePt t="140311" x="6121400" y="4392613"/>
          <p14:tracePt t="140695" x="6121400" y="4418013"/>
          <p14:tracePt t="140703" x="6096000" y="4467225"/>
          <p14:tracePt t="140711" x="6096000" y="4505325"/>
          <p14:tracePt t="140719" x="6057900" y="4543425"/>
          <p14:tracePt t="140727" x="6008688" y="4592638"/>
          <p14:tracePt t="140735" x="5983288" y="4618038"/>
          <p14:tracePt t="140743" x="5908675" y="4643438"/>
          <p14:tracePt t="140751" x="5821363" y="4679950"/>
          <p14:tracePt t="140759" x="5745163" y="4705350"/>
          <p14:tracePt t="140767" x="5670550" y="4718050"/>
          <p14:tracePt t="140775" x="5583238" y="4743450"/>
          <p14:tracePt t="140783" x="5545138" y="4743450"/>
          <p14:tracePt t="140791" x="5495925" y="4718050"/>
          <p14:tracePt t="140799" x="5483225" y="4630738"/>
          <p14:tracePt t="140807" x="5483225" y="4579938"/>
          <p14:tracePt t="141007" x="5432425" y="4567238"/>
          <p14:tracePt t="141016" x="5383213" y="4530725"/>
          <p14:tracePt t="141023" x="5319713" y="4430713"/>
          <p14:tracePt t="141032" x="5232400" y="4367213"/>
          <p14:tracePt t="141039" x="5157788" y="4318000"/>
          <p14:tracePt t="141048" x="5068888" y="4305300"/>
          <p14:tracePt t="141055" x="4945063" y="4292600"/>
          <p14:tracePt t="141064" x="4843463" y="4292600"/>
          <p14:tracePt t="141071" x="4518025" y="4305300"/>
          <p14:tracePt t="141080" x="4043363" y="4405313"/>
          <p14:tracePt t="141087" x="3454400" y="4505325"/>
          <p14:tracePt t="141096" x="2992438" y="4592638"/>
          <p14:tracePt t="141103" x="2741613" y="4756150"/>
          <p14:tracePt t="141114" x="2303463" y="4918075"/>
          <p14:tracePt t="141119" x="2027238" y="5092700"/>
          <p14:tracePt t="141127" x="1839913" y="5268913"/>
          <p14:tracePt t="141135" x="1790700" y="5343525"/>
          <p14:tracePt t="141143" x="1701800" y="5481638"/>
          <p14:tracePt t="141151" x="1677988" y="5568950"/>
          <p14:tracePt t="141159" x="1652588" y="5668963"/>
          <p14:tracePt t="141167" x="1652588" y="5781675"/>
          <p14:tracePt t="141175" x="1652588" y="5856288"/>
          <p14:tracePt t="141183" x="1652588" y="5919788"/>
          <p14:tracePt t="141191" x="1689100" y="5969000"/>
          <p14:tracePt t="141199" x="1727200" y="6019800"/>
          <p14:tracePt t="141207" x="1778000" y="6032500"/>
          <p14:tracePt t="141215" x="1839913" y="6056313"/>
          <p14:tracePt t="141223" x="1878013" y="6069013"/>
          <p14:tracePt t="141231" x="1927225" y="6081713"/>
          <p14:tracePt t="141239" x="2052638" y="6081713"/>
          <p14:tracePt t="141248" x="2190750" y="6081713"/>
          <p14:tracePt t="141255" x="2303463" y="6081713"/>
          <p14:tracePt t="141264" x="2452688" y="6081713"/>
          <p14:tracePt t="141271" x="2503488" y="6081713"/>
          <p14:tracePt t="141281" x="2590800" y="6081713"/>
          <p14:tracePt t="141287" x="2703513" y="6019800"/>
          <p14:tracePt t="141297" x="2767013" y="5919788"/>
          <p14:tracePt t="141303" x="2778125" y="5881688"/>
          <p14:tracePt t="141314" x="2778125" y="5843588"/>
          <p14:tracePt t="141319" x="2790825" y="5768975"/>
          <p14:tracePt t="141327" x="2828925" y="5681663"/>
          <p14:tracePt t="141335" x="2841625" y="5630863"/>
          <p14:tracePt t="141343" x="2854325" y="5507038"/>
          <p14:tracePt t="141351" x="2854325" y="5394325"/>
          <p14:tracePt t="141359" x="2854325" y="5256213"/>
          <p14:tracePt t="141367" x="2854325" y="5105400"/>
          <p14:tracePt t="141375" x="2854325" y="4992688"/>
          <p14:tracePt t="141383" x="2854325" y="4856163"/>
          <p14:tracePt t="141391" x="2803525" y="4705350"/>
          <p14:tracePt t="141399" x="2803525" y="4643438"/>
          <p14:tracePt t="141407" x="2803525" y="4492625"/>
          <p14:tracePt t="141415" x="2790825" y="4367213"/>
          <p14:tracePt t="141423" x="2778125" y="4279900"/>
          <p14:tracePt t="141431" x="2754313" y="4179888"/>
          <p14:tracePt t="141439" x="2754313" y="4117975"/>
          <p14:tracePt t="141448" x="2754313" y="4079875"/>
          <p14:tracePt t="141455" x="2754313" y="4029075"/>
          <p14:tracePt t="141465" x="2754313" y="3992563"/>
          <p14:tracePt t="141471" x="2754313" y="3954463"/>
          <p14:tracePt t="141480" x="2754313" y="3929063"/>
          <p14:tracePt t="141487" x="2754313" y="3905250"/>
          <p14:tracePt t="141503" x="2754313" y="3879850"/>
          <p14:tracePt t="141519" x="2767013" y="3867150"/>
          <p14:tracePt t="141560" x="2790825" y="3867150"/>
          <p14:tracePt t="141569" x="2828925" y="3867150"/>
          <p14:tracePt t="141575" x="2854325" y="3892550"/>
          <p14:tracePt t="141583" x="2879725" y="3929063"/>
          <p14:tracePt t="141591" x="2916238" y="3979863"/>
          <p14:tracePt t="141599" x="3003550" y="4041775"/>
          <p14:tracePt t="141607" x="3116263" y="4092575"/>
          <p14:tracePt t="141615" x="3228975" y="4105275"/>
          <p14:tracePt t="141623" x="3417888" y="4105275"/>
          <p14:tracePt t="141631" x="3530600" y="4105275"/>
          <p14:tracePt t="141639" x="3617913" y="4105275"/>
          <p14:tracePt t="141647" x="3767138" y="4067175"/>
          <p14:tracePt t="141655" x="3856038" y="4005263"/>
          <p14:tracePt t="141664" x="3930650" y="3954463"/>
          <p14:tracePt t="141671" x="4005263" y="3929063"/>
          <p14:tracePt t="141680" x="4043363" y="3905250"/>
          <p14:tracePt t="141687" x="4068763" y="3905250"/>
          <p14:tracePt t="141695" x="4130675" y="3879850"/>
          <p14:tracePt t="141713" x="4130675" y="3867150"/>
          <p14:tracePt t="141831" x="4156075" y="3879850"/>
          <p14:tracePt t="141839" x="4192588" y="3967163"/>
          <p14:tracePt t="141847" x="4243388" y="4041775"/>
          <p14:tracePt t="141855" x="4268788" y="4092575"/>
          <p14:tracePt t="141864" x="4294188" y="4141788"/>
          <p14:tracePt t="141871" x="4330700" y="4179888"/>
          <p14:tracePt t="141880" x="4368800" y="4241800"/>
          <p14:tracePt t="141887" x="4394200" y="4254500"/>
          <p14:tracePt t="141897" x="4418013" y="4267200"/>
          <p14:tracePt t="141903" x="4443413" y="4292600"/>
          <p14:tracePt t="141912" x="4456113" y="4292600"/>
          <p14:tracePt t="141929" x="4468813" y="4292600"/>
          <p14:tracePt t="141935" x="4481513" y="4292600"/>
          <p14:tracePt t="142047" x="4506913" y="4318000"/>
          <p14:tracePt t="142055" x="4506913" y="4379913"/>
          <p14:tracePt t="142064" x="4530725" y="4405313"/>
          <p14:tracePt t="142071" x="4556125" y="4443413"/>
          <p14:tracePt t="142080" x="4581525" y="4492625"/>
          <p14:tracePt t="142087" x="4606925" y="4543425"/>
          <p14:tracePt t="142096" x="4643438" y="4605338"/>
          <p14:tracePt t="142103" x="4668838" y="4643438"/>
          <p14:tracePt t="142112" x="4668838" y="4656138"/>
          <p14:tracePt t="142119" x="4694238" y="4679950"/>
          <p14:tracePt t="142129" x="4706938" y="4692650"/>
          <p14:tracePt t="142135" x="4719638" y="4705350"/>
          <p14:tracePt t="142151" x="4732338" y="4705350"/>
          <p14:tracePt t="142159" x="4732338" y="4718050"/>
          <p14:tracePt t="142215" x="4756150" y="4692650"/>
          <p14:tracePt t="142223" x="4756150" y="4656138"/>
          <p14:tracePt t="142231" x="4768850" y="4630738"/>
          <p14:tracePt t="142239" x="4768850" y="4605338"/>
          <p14:tracePt t="142248" x="4768850" y="4554538"/>
          <p14:tracePt t="142255" x="4781550" y="4530725"/>
          <p14:tracePt t="142264" x="4781550" y="4518025"/>
          <p14:tracePt t="142271" x="4781550" y="4505325"/>
          <p14:tracePt t="142287" x="4781550" y="4479925"/>
          <p14:tracePt t="142383" x="4781550" y="4492625"/>
          <p14:tracePt t="142391" x="4781550" y="4530725"/>
          <p14:tracePt t="142399" x="4781550" y="4543425"/>
          <p14:tracePt t="142407" x="4781550" y="4567238"/>
          <p14:tracePt t="142415" x="4781550" y="4605338"/>
          <p14:tracePt t="142423" x="4781550" y="4643438"/>
          <p14:tracePt t="142431" x="4781550" y="4656138"/>
          <p14:tracePt t="142439" x="4781550" y="4679950"/>
          <p14:tracePt t="142455" x="4781550" y="4692650"/>
          <p14:tracePt t="142527" x="4806950" y="4705350"/>
          <p14:tracePt t="142568" x="4843463" y="4618038"/>
          <p14:tracePt t="142576" x="4843463" y="4567238"/>
          <p14:tracePt t="142583" x="4868863" y="4518025"/>
          <p14:tracePt t="142592" x="4868863" y="4479925"/>
          <p14:tracePt t="142599" x="4894263" y="4443413"/>
          <p14:tracePt t="142607" x="4894263" y="4418013"/>
          <p14:tracePt t="142615" x="4894263" y="4379913"/>
          <p14:tracePt t="142623" x="4894263" y="4367213"/>
          <p14:tracePt t="142631" x="4894263" y="4341813"/>
          <p14:tracePt t="142639" x="4894263" y="4330700"/>
          <p14:tracePt t="142647" x="4894263" y="4318000"/>
          <p14:tracePt t="142679" x="4894263" y="4305300"/>
          <p14:tracePt t="142743" x="4881563" y="4305300"/>
          <p14:tracePt t="142752" x="4868863" y="4305300"/>
          <p14:tracePt t="142761" x="4843463" y="4305300"/>
          <p14:tracePt t="142768" x="4794250" y="4330700"/>
          <p14:tracePt t="142777" x="4781550" y="4354513"/>
          <p14:tracePt t="142783" x="4756150" y="4379913"/>
          <p14:tracePt t="142791" x="4743450" y="4379913"/>
          <p14:tracePt t="142799" x="4743450" y="4405313"/>
          <p14:tracePt t="142807" x="4732338" y="4405313"/>
          <p14:tracePt t="142815" x="4719638" y="4418013"/>
          <p14:tracePt t="142831" x="4706938" y="4418013"/>
          <p14:tracePt t="142839" x="4706938" y="4430713"/>
          <p14:tracePt t="142847" x="4706938" y="4443413"/>
          <p14:tracePt t="142863" x="4681538" y="4467225"/>
          <p14:tracePt t="142871" x="4656138" y="4492625"/>
          <p14:tracePt t="142912" x="4643438" y="4492625"/>
          <p14:tracePt t="142919" x="4630738" y="4518025"/>
          <p14:tracePt t="142935" x="4619625" y="4518025"/>
          <p14:tracePt t="142943" x="4606925" y="4543425"/>
          <p14:tracePt t="142951" x="4606925" y="4554538"/>
          <p14:tracePt t="142960" x="4581525" y="4567238"/>
          <p14:tracePt t="142967" x="4581525" y="4579938"/>
          <p14:tracePt t="142983" x="4568825" y="4592638"/>
          <p14:tracePt t="143007" x="4568825" y="4605338"/>
          <p14:tracePt t="143015" x="4568825" y="4618038"/>
          <p14:tracePt t="143023" x="4581525" y="4643438"/>
          <p14:tracePt t="143039" x="4594225" y="4656138"/>
          <p14:tracePt t="143047" x="4619625" y="4679950"/>
          <p14:tracePt t="143064" x="4630738" y="4692650"/>
          <p14:tracePt t="143071" x="4643438" y="4705350"/>
          <p14:tracePt t="143080" x="4656138" y="4718050"/>
          <p14:tracePt t="143087" x="4668838" y="4768850"/>
          <p14:tracePt t="143096" x="4681538" y="4792663"/>
          <p14:tracePt t="143103" x="4681538" y="4805363"/>
          <p14:tracePt t="143113" x="4681538" y="4843463"/>
          <p14:tracePt t="143119" x="4681538" y="4856163"/>
          <p14:tracePt t="143128" x="4681538" y="4892675"/>
          <p14:tracePt t="143135" x="4681538" y="4905375"/>
          <p14:tracePt t="143144" x="4719638" y="4943475"/>
          <p14:tracePt t="143151" x="4719638" y="4956175"/>
          <p14:tracePt t="143161" x="4719638" y="4981575"/>
          <p14:tracePt t="143175" x="4719638" y="5018088"/>
          <p14:tracePt t="143183" x="4719638" y="5030788"/>
          <p14:tracePt t="143191" x="4732338" y="5043488"/>
          <p14:tracePt t="143199" x="4732338" y="5056188"/>
          <p14:tracePt t="143207" x="4743450" y="5056188"/>
          <p14:tracePt t="143215" x="4756150" y="5081588"/>
          <p14:tracePt t="143239" x="4768850" y="5105400"/>
          <p14:tracePt t="143255" x="4806950" y="5105400"/>
          <p14:tracePt t="143263" x="4843463" y="5105400"/>
          <p14:tracePt t="143271" x="4881563" y="5105400"/>
          <p14:tracePt t="143279" x="4932363" y="5105400"/>
          <p14:tracePt t="143287" x="5019675" y="5105400"/>
          <p14:tracePt t="143296" x="5106988" y="5105400"/>
          <p14:tracePt t="143303" x="5181600" y="5105400"/>
          <p14:tracePt t="143312" x="5245100" y="5105400"/>
          <p14:tracePt t="143319" x="5294313" y="5105400"/>
          <p14:tracePt t="143329" x="5332413" y="5105400"/>
          <p14:tracePt t="143335" x="5383213" y="5105400"/>
          <p14:tracePt t="143345" x="5445125" y="5105400"/>
          <p14:tracePt t="143351" x="5470525" y="5105400"/>
          <p14:tracePt t="143362" x="5483225" y="5105400"/>
          <p14:tracePt t="143383" x="5495925" y="5105400"/>
          <p14:tracePt t="143431" x="5483225" y="5092700"/>
          <p14:tracePt t="143439" x="5432425" y="5056188"/>
          <p14:tracePt t="143447" x="5419725" y="5043488"/>
          <p14:tracePt t="143455" x="5394325" y="5030788"/>
          <p14:tracePt t="143463" x="5370513" y="5018088"/>
          <p14:tracePt t="143471" x="5370513" y="4981575"/>
          <p14:tracePt t="143479" x="5345113" y="4905375"/>
          <p14:tracePt t="143487" x="5332413" y="4892675"/>
          <p14:tracePt t="143496" x="5294313" y="4879975"/>
          <p14:tracePt t="143503" x="5219700" y="4856163"/>
          <p14:tracePt t="143512" x="5181600" y="4843463"/>
          <p14:tracePt t="143519" x="5119688" y="4830763"/>
          <p14:tracePt t="143528" x="5106988" y="4818063"/>
          <p14:tracePt t="143535" x="5094288" y="4805363"/>
          <p14:tracePt t="143551" x="5081588" y="4805363"/>
          <p14:tracePt t="143607" x="5068888" y="4805363"/>
          <p14:tracePt t="143615" x="5068888" y="4779963"/>
          <p14:tracePt t="143623" x="5068888" y="4730750"/>
          <p14:tracePt t="143631" x="5068888" y="4667250"/>
          <p14:tracePt t="143639" x="5068888" y="4618038"/>
          <p14:tracePt t="143647" x="5094288" y="4530725"/>
          <p14:tracePt t="143655" x="5132388" y="4454525"/>
          <p14:tracePt t="143663" x="5157788" y="4392613"/>
          <p14:tracePt t="143671" x="5157788" y="4354513"/>
          <p14:tracePt t="143679" x="5170488" y="4305300"/>
          <p14:tracePt t="143687" x="5207000" y="4279900"/>
          <p14:tracePt t="143695" x="5219700" y="4254500"/>
          <p14:tracePt t="143703" x="5270500" y="4205288"/>
          <p14:tracePt t="143712" x="5281613" y="4179888"/>
          <p14:tracePt t="143719" x="5307013" y="4154488"/>
          <p14:tracePt t="143729" x="5319713" y="4141788"/>
          <p14:tracePt t="143735" x="5345113" y="4117975"/>
          <p14:tracePt t="143744" x="5370513" y="4117975"/>
          <p14:tracePt t="143751" x="5394325" y="4117975"/>
          <p14:tracePt t="143767" x="5394325" y="4105275"/>
          <p14:tracePt t="143776" x="5419725" y="4079875"/>
          <p14:tracePt t="143783" x="5432425" y="4079875"/>
          <p14:tracePt t="143791" x="5445125" y="4079875"/>
          <p14:tracePt t="143799" x="5483225" y="4067175"/>
          <p14:tracePt t="143839" x="5532438" y="4054475"/>
          <p14:tracePt t="143847" x="5557838" y="4041775"/>
          <p14:tracePt t="143855" x="5570538" y="4029075"/>
          <p14:tracePt t="143863" x="5607050" y="4029075"/>
          <p14:tracePt t="143871" x="5645150" y="4029075"/>
          <p14:tracePt t="143880" x="5683250" y="4017963"/>
          <p14:tracePt t="143887" x="5708650" y="4017963"/>
          <p14:tracePt t="143895" x="5745163" y="4017963"/>
          <p14:tracePt t="143903" x="5757863" y="4017963"/>
          <p14:tracePt t="143912" x="5795963" y="4017963"/>
          <p14:tracePt t="143919" x="5808663" y="4017963"/>
          <p14:tracePt t="143928" x="5832475" y="4017963"/>
          <p14:tracePt t="143945" x="5845175" y="4017963"/>
          <p14:tracePt t="143951" x="5870575" y="4017963"/>
          <p14:tracePt t="143961" x="5883275" y="4017963"/>
          <p14:tracePt t="143967" x="5932488" y="4029075"/>
          <p14:tracePt t="143976" x="5957888" y="4029075"/>
          <p14:tracePt t="143983" x="5995988" y="4054475"/>
          <p14:tracePt t="143991" x="6021388" y="4054475"/>
          <p14:tracePt t="143999" x="6083300" y="4092575"/>
          <p14:tracePt t="144007" x="6096000" y="4105275"/>
          <p14:tracePt t="144015" x="6134100" y="4141788"/>
          <p14:tracePt t="144023" x="6208713" y="4192588"/>
          <p14:tracePt t="144031" x="6259513" y="4230688"/>
          <p14:tracePt t="144039" x="6308725" y="4279900"/>
          <p14:tracePt t="144047" x="6383338" y="4341813"/>
          <p14:tracePt t="144062" x="6446838" y="4392613"/>
          <p14:tracePt t="144063" x="6496050" y="4454525"/>
          <p14:tracePt t="144071" x="6521450" y="4505325"/>
          <p14:tracePt t="144079" x="6584950" y="4567238"/>
          <p14:tracePt t="144087" x="6596063" y="4592638"/>
          <p14:tracePt t="144095" x="6596063" y="4618038"/>
          <p14:tracePt t="144103" x="6596063" y="4667250"/>
          <p14:tracePt t="144112" x="6608763" y="4705350"/>
          <p14:tracePt t="144119" x="6646863" y="4756150"/>
          <p14:tracePt t="144128" x="6646863" y="4792663"/>
          <p14:tracePt t="144135" x="6646863" y="4856163"/>
          <p14:tracePt t="144145" x="6646863" y="4905375"/>
          <p14:tracePt t="144151" x="6646863" y="4956175"/>
          <p14:tracePt t="144160" x="6646863" y="5043488"/>
          <p14:tracePt t="144167" x="6646863" y="5092700"/>
          <p14:tracePt t="144178" x="6646863" y="5143500"/>
          <p14:tracePt t="144183" x="6646863" y="5194300"/>
          <p14:tracePt t="144194" x="6646863" y="5243513"/>
          <p14:tracePt t="144199" x="6634163" y="5268913"/>
          <p14:tracePt t="144207" x="6596063" y="5318125"/>
          <p14:tracePt t="144215" x="6572250" y="5343525"/>
          <p14:tracePt t="144223" x="6559550" y="5368925"/>
          <p14:tracePt t="144231" x="6534150" y="5381625"/>
          <p14:tracePt t="144239" x="6534150" y="5418138"/>
          <p14:tracePt t="144247" x="6472238" y="5443538"/>
          <p14:tracePt t="144255" x="6446838" y="5443538"/>
          <p14:tracePt t="144263" x="6359525" y="5456238"/>
          <p14:tracePt t="144271" x="6296025" y="5456238"/>
          <p14:tracePt t="144279" x="6221413" y="5456238"/>
          <p14:tracePt t="144287" x="6134100" y="5456238"/>
          <p14:tracePt t="144295" x="6096000" y="5456238"/>
          <p14:tracePt t="144303" x="6034088" y="5456238"/>
          <p14:tracePt t="144312" x="5970588" y="5456238"/>
          <p14:tracePt t="144319" x="5908675" y="5456238"/>
          <p14:tracePt t="144328" x="5857875" y="5456238"/>
          <p14:tracePt t="144335" x="5808663" y="5456238"/>
          <p14:tracePt t="144344" x="5757863" y="5456238"/>
          <p14:tracePt t="144351" x="5732463" y="5430838"/>
          <p14:tracePt t="144367" x="5732463" y="5418138"/>
          <p14:tracePt t="144375" x="5732463" y="5394325"/>
          <p14:tracePt t="144383" x="5732463" y="5381625"/>
          <p14:tracePt t="144394" x="5708650" y="5343525"/>
          <p14:tracePt t="144399" x="5708650" y="5318125"/>
          <p14:tracePt t="144407" x="5695950" y="5281613"/>
          <p14:tracePt t="144415" x="5683250" y="5230813"/>
          <p14:tracePt t="144423" x="5683250" y="5205413"/>
          <p14:tracePt t="144431" x="5645150" y="5168900"/>
          <p14:tracePt t="144439" x="5645150" y="5143500"/>
          <p14:tracePt t="144447" x="5645150" y="5118100"/>
          <p14:tracePt t="144455" x="5645150" y="5081588"/>
          <p14:tracePt t="144463" x="5632450" y="5043488"/>
          <p14:tracePt t="144471" x="5632450" y="4992688"/>
          <p14:tracePt t="144479" x="5632450" y="4943475"/>
          <p14:tracePt t="144487" x="5632450" y="4905375"/>
          <p14:tracePt t="144495" x="5632450" y="4856163"/>
          <p14:tracePt t="144503" x="5632450" y="4792663"/>
          <p14:tracePt t="144512" x="5632450" y="4743450"/>
          <p14:tracePt t="144519" x="5632450" y="4692650"/>
          <p14:tracePt t="144527" x="5632450" y="4630738"/>
          <p14:tracePt t="144535" x="5657850" y="4579938"/>
          <p14:tracePt t="144544" x="5708650" y="4518025"/>
          <p14:tracePt t="144551" x="5745163" y="4467225"/>
          <p14:tracePt t="144561" x="5783263" y="4430713"/>
          <p14:tracePt t="144567" x="5821363" y="4379913"/>
          <p14:tracePt t="144576" x="5857875" y="4354513"/>
          <p14:tracePt t="144583" x="5857875" y="4341813"/>
          <p14:tracePt t="144593" x="5895975" y="4318000"/>
          <p14:tracePt t="144599" x="5970588" y="4279900"/>
          <p14:tracePt t="144607" x="6045200" y="4230688"/>
          <p14:tracePt t="144615" x="6108700" y="4205288"/>
          <p14:tracePt t="144623" x="6146800" y="4154488"/>
          <p14:tracePt t="144631" x="6170613" y="4141788"/>
          <p14:tracePt t="144639" x="6246813" y="4129088"/>
          <p14:tracePt t="144647" x="6283325" y="4129088"/>
          <p14:tracePt t="144655" x="6334125" y="4092575"/>
          <p14:tracePt t="144663" x="6408738" y="4092575"/>
          <p14:tracePt t="144671" x="6472238" y="4092575"/>
          <p14:tracePt t="144679" x="6546850" y="4079875"/>
          <p14:tracePt t="144687" x="6608763" y="4079875"/>
          <p14:tracePt t="144695" x="6696075" y="4067175"/>
          <p14:tracePt t="144703" x="6784975" y="4067175"/>
          <p14:tracePt t="144712" x="6834188" y="4067175"/>
          <p14:tracePt t="144719" x="6884988" y="4067175"/>
          <p14:tracePt t="144727" x="6959600" y="4067175"/>
          <p14:tracePt t="144735" x="7021513" y="4067175"/>
          <p14:tracePt t="144744" x="7085013" y="4092575"/>
          <p14:tracePt t="144752" x="7134225" y="4105275"/>
          <p14:tracePt t="144761" x="7146925" y="4105275"/>
          <p14:tracePt t="144768" x="7197725" y="4117975"/>
          <p14:tracePt t="144779" x="7235825" y="4141788"/>
          <p14:tracePt t="144783" x="7285038" y="4167188"/>
          <p14:tracePt t="144793" x="7323138" y="4179888"/>
          <p14:tracePt t="144799" x="7348538" y="4205288"/>
          <p14:tracePt t="144810" x="7372350" y="4254500"/>
          <p14:tracePt t="144815" x="7385050" y="4267200"/>
          <p14:tracePt t="144823" x="7423150" y="4292600"/>
          <p14:tracePt t="144831" x="7459663" y="4330700"/>
          <p14:tracePt t="144839" x="7485063" y="4367213"/>
          <p14:tracePt t="144847" x="7510463" y="4392613"/>
          <p14:tracePt t="144855" x="7535863" y="4443413"/>
          <p14:tracePt t="144863" x="7548563" y="4492625"/>
          <p14:tracePt t="144871" x="7548563" y="4543425"/>
          <p14:tracePt t="144879" x="7548563" y="4592638"/>
          <p14:tracePt t="144894" x="7548563" y="4643438"/>
          <p14:tracePt t="144895" x="7548563" y="4718050"/>
          <p14:tracePt t="144903" x="7548563" y="4756150"/>
          <p14:tracePt t="144911" x="7548563" y="4818063"/>
          <p14:tracePt t="144919" x="7497763" y="4892675"/>
          <p14:tracePt t="144928" x="7472363" y="4930775"/>
          <p14:tracePt t="144935" x="7435850" y="4930775"/>
          <p14:tracePt t="145527" x="7372350" y="4930775"/>
          <p14:tracePt t="145535" x="7223125" y="4879975"/>
          <p14:tracePt t="145543" x="7223125" y="4868863"/>
          <p14:tracePt t="145743" x="7223125" y="4856163"/>
          <p14:tracePt t="145751" x="7223125" y="4843463"/>
          <p14:tracePt t="145759" x="7246938" y="4818063"/>
          <p14:tracePt t="145767" x="7285038" y="4818063"/>
          <p14:tracePt t="145777" x="7297738" y="4818063"/>
          <p14:tracePt t="146199" x="7348538" y="4818063"/>
          <p14:tracePt t="146209" x="7435850" y="4792663"/>
          <p14:tracePt t="146217" x="7548563" y="4692650"/>
          <p14:tracePt t="146224" x="7648575" y="4530725"/>
          <p14:tracePt t="146231" x="7685088" y="4405313"/>
          <p14:tracePt t="146375" x="7623175" y="4418013"/>
          <p14:tracePt t="146383" x="7610475" y="4430713"/>
          <p14:tracePt t="146392" x="7561263" y="4430713"/>
          <p14:tracePt t="146399" x="7535863" y="4418013"/>
          <p14:tracePt t="146410" x="7523163" y="4392613"/>
          <p14:tracePt t="146427" x="7523163" y="4367213"/>
          <p14:tracePt t="146456" x="7497763" y="4354513"/>
          <p14:tracePt t="146463" x="7459663" y="4354513"/>
          <p14:tracePt t="146471" x="7410450" y="4354513"/>
          <p14:tracePt t="146479" x="7310438" y="4354513"/>
          <p14:tracePt t="146487" x="7210425" y="4418013"/>
          <p14:tracePt t="146495" x="7085013" y="4530725"/>
          <p14:tracePt t="146503" x="7072313" y="4554538"/>
          <p14:tracePt t="146511" x="7046913" y="4667250"/>
          <p14:tracePt t="146519" x="7010400" y="4792663"/>
          <p14:tracePt t="146527" x="6985000" y="4892675"/>
          <p14:tracePt t="146535" x="6985000" y="4943475"/>
          <p14:tracePt t="146543" x="6985000" y="4992688"/>
          <p14:tracePt t="146551" x="6985000" y="5030788"/>
          <p14:tracePt t="146559" x="6985000" y="5068888"/>
          <p14:tracePt t="146567" x="6985000" y="5092700"/>
          <p14:tracePt t="146575" x="7010400" y="5105400"/>
          <p14:tracePt t="146583" x="7034213" y="5143500"/>
          <p14:tracePt t="146592" x="7110413" y="5168900"/>
          <p14:tracePt t="146599" x="7185025" y="5205413"/>
          <p14:tracePt t="146609" x="7246938" y="5243513"/>
          <p14:tracePt t="146615" x="7297738" y="5281613"/>
          <p14:tracePt t="146625" x="7385050" y="5281613"/>
          <p14:tracePt t="146631" x="7523163" y="5281613"/>
          <p14:tracePt t="146641" x="7610475" y="5256213"/>
          <p14:tracePt t="146647" x="7673975" y="5256213"/>
          <p14:tracePt t="146657" x="7773988" y="5230813"/>
          <p14:tracePt t="146663" x="7823200" y="5205413"/>
          <p14:tracePt t="146727" x="7823200" y="5194300"/>
          <p14:tracePt t="146735" x="7823200" y="5143500"/>
          <p14:tracePt t="146743" x="7810500" y="5118100"/>
          <p14:tracePt t="146751" x="7723188" y="5043488"/>
          <p14:tracePt t="146760" x="7673975" y="4981575"/>
          <p14:tracePt t="146767" x="7648575" y="4943475"/>
          <p14:tracePt t="146776" x="7635875" y="4879975"/>
          <p14:tracePt t="146783" x="7561263" y="4805363"/>
          <p14:tracePt t="146792" x="7485063" y="4743450"/>
          <p14:tracePt t="146799" x="7423150" y="4679950"/>
          <p14:tracePt t="146809" x="7359650" y="4643438"/>
          <p14:tracePt t="146824" x="7335838" y="4605338"/>
          <p14:tracePt t="146831" x="7323138" y="4592638"/>
          <p14:tracePt t="146840" x="7285038" y="4579938"/>
          <p14:tracePt t="146847" x="7272338" y="4579938"/>
          <p14:tracePt t="146858" x="7246938" y="4579938"/>
          <p14:tracePt t="146863" x="7235825" y="4579938"/>
          <p14:tracePt t="146871" x="7172325" y="4592638"/>
          <p14:tracePt t="146879" x="7085013" y="4656138"/>
          <p14:tracePt t="146887" x="7010400" y="4718050"/>
          <p14:tracePt t="146895" x="6972300" y="4768850"/>
          <p14:tracePt t="146903" x="6921500" y="4868863"/>
          <p14:tracePt t="146911" x="6897688" y="4918075"/>
          <p14:tracePt t="146919" x="6897688" y="4930775"/>
          <p14:tracePt t="147296" x="6897688" y="4943475"/>
          <p14:tracePt t="147495" x="6872288" y="4943475"/>
          <p14:tracePt t="147504" x="6859588" y="4943475"/>
          <p14:tracePt t="147527" x="6808788" y="4930775"/>
          <p14:tracePt t="147536" x="6759575" y="4905375"/>
          <p14:tracePt t="147543" x="6708775" y="4868863"/>
          <p14:tracePt t="147551" x="6646863" y="4818063"/>
          <p14:tracePt t="147559" x="6584950" y="4756150"/>
          <p14:tracePt t="147567" x="6483350" y="4756150"/>
          <p14:tracePt t="147575" x="6396038" y="4743450"/>
          <p14:tracePt t="147583" x="6334125" y="4743450"/>
          <p14:tracePt t="147591" x="6246813" y="4743450"/>
          <p14:tracePt t="147599" x="6183313" y="4743450"/>
          <p14:tracePt t="147607" x="6146800" y="4743450"/>
          <p14:tracePt t="147615" x="6121400" y="4743450"/>
          <p14:tracePt t="147624" x="6121400" y="4779963"/>
          <p14:tracePt t="147631" x="6108700" y="4879975"/>
          <p14:tracePt t="147641" x="6096000" y="5030788"/>
          <p14:tracePt t="147647" x="6083300" y="5194300"/>
          <p14:tracePt t="147657" x="6083300" y="5318125"/>
          <p14:tracePt t="147663" x="6134100" y="5456238"/>
          <p14:tracePt t="147674" x="6170613" y="5568950"/>
          <p14:tracePt t="147679" x="6308725" y="5794375"/>
          <p14:tracePt t="147687" x="6508750" y="5907088"/>
          <p14:tracePt t="147695" x="6797675" y="6119813"/>
          <p14:tracePt t="147703" x="7110413" y="6219825"/>
          <p14:tracePt t="147711" x="7623175" y="6407150"/>
          <p14:tracePt t="147719" x="8135938" y="6570663"/>
          <p14:tracePt t="147727" x="8561388" y="6657975"/>
          <p14:tracePt t="147735" x="9088438" y="6732588"/>
          <p14:tracePt t="147743" x="9501188" y="6732588"/>
          <p14:tracePt t="147751" x="9750425" y="6719888"/>
          <p14:tracePt t="147759" x="9813925" y="6696075"/>
          <p14:tracePt t="147855" x="9852025" y="5407025"/>
          <p14:tracePt t="147863" x="9775825" y="5305425"/>
          <p14:tracePt t="147872" x="9739313" y="5230813"/>
          <p14:tracePt t="147879" x="9688513" y="5168900"/>
          <p14:tracePt t="147887" x="9637713" y="5092700"/>
          <p14:tracePt t="147895" x="9537700" y="5043488"/>
          <p14:tracePt t="147903" x="9463088" y="5005388"/>
          <p14:tracePt t="147911" x="9413875" y="4968875"/>
          <p14:tracePt t="147919" x="9263063" y="4943475"/>
          <p14:tracePt t="147927" x="9124950" y="4943475"/>
          <p14:tracePt t="147935" x="9088438" y="4879975"/>
          <p14:tracePt t="147943" x="8937625" y="4879975"/>
          <p14:tracePt t="147951" x="8574088" y="4981575"/>
          <p14:tracePt t="147959" x="8274050" y="5118100"/>
          <p14:tracePt t="147967" x="7923213" y="5256213"/>
          <p14:tracePt t="147975" x="7835900" y="5305425"/>
          <p14:tracePt t="147983" x="7685088" y="5430838"/>
          <p14:tracePt t="147992" x="7661275" y="5481638"/>
          <p14:tracePt t="147999" x="7648575" y="5556250"/>
          <p14:tracePt t="148008" x="7635875" y="5607050"/>
          <p14:tracePt t="148015" x="7572375" y="5707063"/>
          <p14:tracePt t="148024" x="7572375" y="5743575"/>
          <p14:tracePt t="148031" x="7561263" y="5768975"/>
          <p14:tracePt t="148040" x="7535863" y="5781675"/>
          <p14:tracePt t="148047" x="7535863" y="5819775"/>
          <p14:tracePt t="148057" x="7535863" y="5843588"/>
          <p14:tracePt t="148063" x="7535863" y="5881688"/>
          <p14:tracePt t="148073" x="7523163" y="5907088"/>
          <p14:tracePt t="148143" x="7510463" y="5907088"/>
          <p14:tracePt t="148151" x="7448550" y="5907088"/>
          <p14:tracePt t="148159" x="7397750" y="5907088"/>
          <p14:tracePt t="148167" x="7348538" y="5907088"/>
          <p14:tracePt t="148175" x="7285038" y="5894388"/>
          <p14:tracePt t="148183" x="7210425" y="5868988"/>
          <p14:tracePt t="148191" x="7172325" y="5856288"/>
          <p14:tracePt t="148199" x="7134225" y="5807075"/>
          <p14:tracePt t="148207" x="7097713" y="5794375"/>
          <p14:tracePt t="148215" x="7097713" y="5756275"/>
          <p14:tracePt t="148224" x="7072313" y="5719763"/>
          <p14:tracePt t="148231" x="7072313" y="5707063"/>
          <p14:tracePt t="148240" x="7072313" y="5656263"/>
          <p14:tracePt t="148247" x="7072313" y="5643563"/>
          <p14:tracePt t="148288" x="7123113" y="5594350"/>
          <p14:tracePt t="148295" x="7348538" y="5494338"/>
          <p14:tracePt t="148303" x="7423150" y="5468938"/>
          <p14:tracePt t="148311" x="7523163" y="5394325"/>
          <p14:tracePt t="148319" x="7561263" y="5318125"/>
          <p14:tracePt t="148327" x="7572375" y="5230813"/>
          <p14:tracePt t="148335" x="7572375" y="5156200"/>
          <p14:tracePt t="148343" x="7572375" y="5030788"/>
          <p14:tracePt t="148351" x="7572375" y="4956175"/>
          <p14:tracePt t="148359" x="7535863" y="4843463"/>
          <p14:tracePt t="148367" x="7523163" y="4779963"/>
          <p14:tracePt t="148375" x="7523163" y="4692650"/>
          <p14:tracePt t="148383" x="7523163" y="4605338"/>
          <p14:tracePt t="148391" x="7523163" y="4518025"/>
          <p14:tracePt t="148399" x="7548563" y="4430713"/>
          <p14:tracePt t="148408" x="7635875" y="4318000"/>
          <p14:tracePt t="148415" x="7735888" y="4241800"/>
          <p14:tracePt t="148424" x="7823200" y="4179888"/>
          <p14:tracePt t="148431" x="7897813" y="4154488"/>
          <p14:tracePt t="148440" x="7948613" y="4154488"/>
          <p14:tracePt t="148447" x="7961313" y="4154488"/>
          <p14:tracePt t="148457" x="7986713" y="4154488"/>
          <p14:tracePt t="148463" x="7986713" y="4179888"/>
          <p14:tracePt t="148473" x="7961313" y="4192588"/>
          <p14:tracePt t="148479" x="7923213" y="4192588"/>
          <p14:tracePt t="148504" x="7910513" y="4192588"/>
          <p14:tracePt t="148511" x="7897813" y="4179888"/>
          <p14:tracePt t="148519" x="7886700" y="4179888"/>
          <p14:tracePt t="148527" x="7874000" y="4179888"/>
          <p14:tracePt t="148535" x="7835900" y="4192588"/>
          <p14:tracePt t="148543" x="7797800" y="4205288"/>
          <p14:tracePt t="148551" x="7748588" y="4254500"/>
          <p14:tracePt t="148559" x="7723188" y="4330700"/>
          <p14:tracePt t="148567" x="7661275" y="4379913"/>
          <p14:tracePt t="148575" x="7597775" y="4430713"/>
          <p14:tracePt t="148583" x="7372350" y="4592638"/>
          <p14:tracePt t="148591" x="7235825" y="4667250"/>
          <p14:tracePt t="148599" x="7172325" y="4743450"/>
          <p14:tracePt t="148607" x="7085013" y="4818063"/>
          <p14:tracePt t="148615" x="6997700" y="4856163"/>
          <p14:tracePt t="148624" x="6921500" y="4856163"/>
          <p14:tracePt t="148631" x="6897688" y="4868863"/>
          <p14:tracePt t="148647" x="6884988" y="4868863"/>
          <p14:tracePt t="148663" x="6872288" y="4868863"/>
          <p14:tracePt t="148672" x="6872288" y="4843463"/>
          <p14:tracePt t="148679" x="6872288" y="4792663"/>
          <p14:tracePt t="148690" x="6872288" y="4718050"/>
          <p14:tracePt t="148695" x="6872288" y="4667250"/>
          <p14:tracePt t="148706" x="6872288" y="4579938"/>
          <p14:tracePt t="148711" x="6846888" y="4543425"/>
          <p14:tracePt t="148719" x="6834188" y="4505325"/>
          <p14:tracePt t="148727" x="6834188" y="4392613"/>
          <p14:tracePt t="148735" x="6834188" y="4318000"/>
          <p14:tracePt t="148743" x="6834188" y="4267200"/>
          <p14:tracePt t="148751" x="6821488" y="4217988"/>
          <p14:tracePt t="148759" x="6821488" y="4141788"/>
          <p14:tracePt t="148767" x="6821488" y="4092575"/>
          <p14:tracePt t="148775" x="6846888" y="4017963"/>
          <p14:tracePt t="148783" x="6910388" y="3941763"/>
          <p14:tracePt t="148791" x="6985000" y="3854450"/>
          <p14:tracePt t="148799" x="6997700" y="3816350"/>
          <p14:tracePt t="148808" x="7072313" y="3792538"/>
          <p14:tracePt t="148815" x="7146925" y="3779838"/>
          <p14:tracePt t="148824" x="7223125" y="3741738"/>
          <p14:tracePt t="148831" x="7310438" y="3729038"/>
          <p14:tracePt t="148840" x="7385050" y="3716338"/>
          <p14:tracePt t="148847" x="7472363" y="3716338"/>
          <p14:tracePt t="148856" x="7510463" y="3716338"/>
          <p14:tracePt t="148863" x="7548563" y="3716338"/>
          <p14:tracePt t="148872" x="7585075" y="3729038"/>
          <p14:tracePt t="148879" x="7661275" y="3754438"/>
          <p14:tracePt t="148888" x="7685088" y="3816350"/>
          <p14:tracePt t="148895" x="7735888" y="3892550"/>
          <p14:tracePt t="148905" x="7797800" y="3979863"/>
          <p14:tracePt t="148911" x="7797800" y="4041775"/>
          <p14:tracePt t="148919" x="7848600" y="4079875"/>
          <p14:tracePt t="148927" x="7861300" y="4117975"/>
          <p14:tracePt t="148935" x="7886700" y="4167188"/>
          <p14:tracePt t="148943" x="7897813" y="4192588"/>
          <p14:tracePt t="148951" x="7897813" y="4217988"/>
          <p14:tracePt t="148959" x="7897813" y="4241800"/>
          <p14:tracePt t="148975" x="7897813" y="4267200"/>
          <p14:tracePt t="148983" x="7910513" y="4279900"/>
          <p14:tracePt t="148999" x="7910513" y="4305300"/>
          <p14:tracePt t="149007" x="7910513" y="4318000"/>
          <p14:tracePt t="149023" x="7910513" y="4341813"/>
          <p14:tracePt t="149031" x="7910513" y="4367213"/>
          <p14:tracePt t="149040" x="7897813" y="4405313"/>
          <p14:tracePt t="149057" x="7848600" y="4430713"/>
          <p14:tracePt t="149072" x="7835900" y="4454525"/>
          <p14:tracePt t="149079" x="7797800" y="4505325"/>
          <p14:tracePt t="149089" x="7761288" y="4518025"/>
          <p14:tracePt t="149095" x="7735888" y="4543425"/>
          <p14:tracePt t="149104" x="7710488" y="4567238"/>
          <p14:tracePt t="149111" x="7697788" y="4579938"/>
          <p14:tracePt t="149127" x="7697788" y="4592638"/>
          <p14:tracePt t="149199" x="7685088" y="4605338"/>
          <p14:tracePt t="149207" x="7635875" y="4618038"/>
          <p14:tracePt t="149215" x="7623175" y="4630738"/>
          <p14:tracePt t="149224" x="7610475" y="4643438"/>
          <p14:tracePt t="149232" x="7548563" y="4656138"/>
          <p14:tracePt t="149241" x="7535863" y="4667250"/>
          <p14:tracePt t="149248" x="7485063" y="4679950"/>
          <p14:tracePt t="149259" x="7397750" y="4692650"/>
          <p14:tracePt t="149263" x="7359650" y="4692650"/>
          <p14:tracePt t="149272" x="7285038" y="4730750"/>
          <p14:tracePt t="149279" x="7235825" y="4730750"/>
          <p14:tracePt t="149289" x="7172325" y="4730750"/>
          <p14:tracePt t="149295" x="7085013" y="4743450"/>
          <p14:tracePt t="149305" x="6997700" y="4743450"/>
          <p14:tracePt t="149311" x="6910388" y="4730750"/>
          <p14:tracePt t="149320" x="6797675" y="4730750"/>
          <p14:tracePt t="149327" x="6672263" y="4718050"/>
          <p14:tracePt t="149335" x="6559550" y="4705350"/>
          <p14:tracePt t="149343" x="6359525" y="4705350"/>
          <p14:tracePt t="149351" x="6259513" y="4667250"/>
          <p14:tracePt t="149359" x="6208713" y="4643438"/>
          <p14:tracePt t="149367" x="6096000" y="4605338"/>
          <p14:tracePt t="149375" x="5970588" y="4592638"/>
          <p14:tracePt t="149383" x="5870575" y="4579938"/>
          <p14:tracePt t="149391" x="5795963" y="4505325"/>
          <p14:tracePt t="149399" x="5757863" y="4505325"/>
          <p14:tracePt t="149407" x="5632450" y="4479925"/>
          <p14:tracePt t="149415" x="5532438" y="4467225"/>
          <p14:tracePt t="149423" x="5394325" y="4467225"/>
          <p14:tracePt t="149431" x="5245100" y="4467225"/>
          <p14:tracePt t="149440" x="5181600" y="4467225"/>
          <p14:tracePt t="149447" x="5106988" y="4418013"/>
          <p14:tracePt t="149455" x="5057775" y="4392613"/>
          <p14:tracePt t="149463" x="5032375" y="4354513"/>
          <p14:tracePt t="149472" x="5032375" y="4341813"/>
          <p14:tracePt t="149479" x="5032375" y="4305300"/>
          <p14:tracePt t="149490" x="5032375" y="4254500"/>
          <p14:tracePt t="149495" x="5032375" y="4167188"/>
          <p14:tracePt t="149504" x="5032375" y="4105275"/>
          <p14:tracePt t="149511" x="5045075" y="4017963"/>
          <p14:tracePt t="149521" x="5081588" y="3892550"/>
          <p14:tracePt t="149527" x="5094288" y="3841750"/>
          <p14:tracePt t="149535" x="5119688" y="3767138"/>
          <p14:tracePt t="149543" x="5170488" y="3692525"/>
          <p14:tracePt t="149551" x="5170488" y="3667125"/>
          <p14:tracePt t="149559" x="5194300" y="3616325"/>
          <p14:tracePt t="149567" x="5219700" y="3603625"/>
          <p14:tracePt t="149575" x="5245100" y="3579813"/>
          <p14:tracePt t="149583" x="5257800" y="3554413"/>
          <p14:tracePt t="149591" x="5294313" y="3554413"/>
          <p14:tracePt t="149599" x="5332413" y="3529013"/>
          <p14:tracePt t="149607" x="5383213" y="3503613"/>
          <p14:tracePt t="149615" x="5483225" y="3467100"/>
          <p14:tracePt t="149623" x="5595938" y="3429000"/>
          <p14:tracePt t="149631" x="5732463" y="3403600"/>
          <p14:tracePt t="149640" x="5808663" y="3390900"/>
          <p14:tracePt t="149648" x="5895975" y="3367088"/>
          <p14:tracePt t="149656" x="6008688" y="3341688"/>
          <p14:tracePt t="149663" x="6108700" y="3328988"/>
          <p14:tracePt t="149672" x="6183313" y="3328988"/>
          <p14:tracePt t="149679" x="6221413" y="3328988"/>
          <p14:tracePt t="149689" x="6270625" y="3328988"/>
          <p14:tracePt t="149695" x="6308725" y="3328988"/>
          <p14:tracePt t="149705" x="6334125" y="3328988"/>
          <p14:tracePt t="149711" x="6383338" y="3328988"/>
          <p14:tracePt t="149721" x="6459538" y="3341688"/>
          <p14:tracePt t="149727" x="6483350" y="3341688"/>
          <p14:tracePt t="149737" x="6546850" y="3378200"/>
          <p14:tracePt t="149743" x="6659563" y="3416300"/>
          <p14:tracePt t="149751" x="6746875" y="3441700"/>
          <p14:tracePt t="149759" x="6859588" y="3454400"/>
          <p14:tracePt t="149767" x="6921500" y="3516313"/>
          <p14:tracePt t="149775" x="6934200" y="3529013"/>
          <p14:tracePt t="149783" x="6959600" y="3567113"/>
          <p14:tracePt t="149791" x="7021513" y="3616325"/>
          <p14:tracePt t="149799" x="7046913" y="3654425"/>
          <p14:tracePt t="149807" x="7059613" y="3667125"/>
          <p14:tracePt t="149815" x="7097713" y="3692525"/>
          <p14:tracePt t="149823" x="7146925" y="3716338"/>
          <p14:tracePt t="149831" x="7172325" y="3729038"/>
          <p14:tracePt t="149839" x="7185025" y="3754438"/>
          <p14:tracePt t="149847" x="7223125" y="3803650"/>
          <p14:tracePt t="149855" x="7235825" y="3829050"/>
          <p14:tracePt t="149863" x="7246938" y="3867150"/>
          <p14:tracePt t="149871" x="7272338" y="3905250"/>
          <p14:tracePt t="149879" x="7272338" y="3941763"/>
          <p14:tracePt t="149889" x="7297738" y="3967163"/>
          <p14:tracePt t="149895" x="7310438" y="4005263"/>
          <p14:tracePt t="149905" x="7310438" y="4017963"/>
          <p14:tracePt t="149911" x="7323138" y="4054475"/>
          <p14:tracePt t="149927" x="7335838" y="4067175"/>
          <p14:tracePt t="149938" x="7335838" y="4079875"/>
          <p14:tracePt t="149943" x="7335838" y="4092575"/>
          <p14:tracePt t="149967" x="7335838" y="4105275"/>
          <p14:tracePt t="150007" x="7335838" y="4117975"/>
          <p14:tracePt t="150015" x="7335838" y="4129088"/>
          <p14:tracePt t="150039" x="7335838" y="4141788"/>
          <p14:tracePt t="150047" x="7335838" y="4154488"/>
          <p14:tracePt t="150063" x="7359650" y="4179888"/>
          <p14:tracePt t="150079" x="7359650" y="4192588"/>
          <p14:tracePt t="150095" x="7359650" y="4205288"/>
          <p14:tracePt t="150120" x="7359650" y="4230688"/>
          <p14:tracePt t="150127" x="7372350" y="4241800"/>
          <p14:tracePt t="150135" x="7372350" y="4254500"/>
          <p14:tracePt t="150143" x="7372350" y="4267200"/>
          <p14:tracePt t="150151" x="7397750" y="4279900"/>
          <p14:tracePt t="150167" x="7410450" y="4279900"/>
          <p14:tracePt t="150175" x="7423150" y="4292600"/>
          <p14:tracePt t="150183" x="7435850" y="4305300"/>
          <p14:tracePt t="150192" x="7435850" y="4318000"/>
          <p14:tracePt t="150200" x="7448550" y="4330700"/>
          <p14:tracePt t="150208" x="7448550" y="4341813"/>
          <p14:tracePt t="150215" x="7448550" y="4354513"/>
          <p14:tracePt t="150223" x="7448550" y="4367213"/>
          <p14:tracePt t="150231" x="7472363" y="4392613"/>
          <p14:tracePt t="150239" x="7472363" y="4418013"/>
          <p14:tracePt t="150247" x="7485063" y="4443413"/>
          <p14:tracePt t="150255" x="7523163" y="4467225"/>
          <p14:tracePt t="150263" x="7535863" y="4518025"/>
          <p14:tracePt t="150271" x="7548563" y="4543425"/>
          <p14:tracePt t="150279" x="7561263" y="4554538"/>
          <p14:tracePt t="150289" x="7572375" y="4579938"/>
          <p14:tracePt t="150295" x="7572375" y="4618038"/>
          <p14:tracePt t="150305" x="7572375" y="4643438"/>
          <p14:tracePt t="150311" x="7585075" y="4667250"/>
          <p14:tracePt t="150320" x="7585075" y="4679950"/>
          <p14:tracePt t="150335" x="7597775" y="4705350"/>
          <p14:tracePt t="150343" x="7597775" y="4718050"/>
          <p14:tracePt t="150367" x="7597775" y="4743450"/>
          <p14:tracePt t="150632" x="7610475" y="4743450"/>
          <p14:tracePt t="150663" x="7610475" y="4730750"/>
          <p14:tracePt t="150679" x="7623175" y="4718050"/>
          <p14:tracePt t="150687" x="7648575" y="4692650"/>
          <p14:tracePt t="150704" x="7673975" y="4692650"/>
          <p14:tracePt t="150711" x="7685088" y="4692650"/>
          <p14:tracePt t="150720" x="7697788" y="4679950"/>
          <p14:tracePt t="150727" x="7710488" y="4667250"/>
          <p14:tracePt t="150737" x="7761288" y="4656138"/>
          <p14:tracePt t="150743" x="7797800" y="4656138"/>
          <p14:tracePt t="150751" x="7823200" y="4656138"/>
          <p14:tracePt t="150767" x="7835900" y="4656138"/>
          <p14:tracePt t="150783" x="7874000" y="4656138"/>
          <p14:tracePt t="150799" x="7886700" y="4656138"/>
          <p14:tracePt t="150807" x="7910513" y="4656138"/>
          <p14:tracePt t="150823" x="7961313" y="4656138"/>
          <p14:tracePt t="150839" x="7974013" y="4656138"/>
          <p14:tracePt t="150847" x="7986713" y="4656138"/>
          <p14:tracePt t="150855" x="7999413" y="4630738"/>
          <p14:tracePt t="150863" x="8010525" y="4630738"/>
          <p14:tracePt t="150871" x="8035925" y="4618038"/>
          <p14:tracePt t="150888" x="8074025" y="4605338"/>
          <p14:tracePt t="150905" x="8086725" y="4605338"/>
          <p14:tracePt t="150911" x="8099425" y="4592638"/>
          <p14:tracePt t="150959" x="8110538" y="4579938"/>
          <p14:tracePt t="150983" x="8123238" y="4567238"/>
          <p14:tracePt t="151007" x="8174038" y="4554538"/>
          <p14:tracePt t="151015" x="8186738" y="4543425"/>
          <p14:tracePt t="151023" x="8199438" y="4543425"/>
          <p14:tracePt t="151039" x="8212138" y="4543425"/>
          <p14:tracePt t="151047" x="8223250" y="4530725"/>
          <p14:tracePt t="151055" x="8235950" y="4530725"/>
          <p14:tracePt t="151063" x="8248650" y="4530725"/>
          <p14:tracePt t="151071" x="8261350" y="4518025"/>
          <p14:tracePt t="151111" x="8261350" y="4505325"/>
          <p14:tracePt t="151175" x="8274050" y="4505325"/>
          <p14:tracePt t="151296" x="8274050" y="4492625"/>
          <p14:tracePt t="151312" x="8299450" y="4479925"/>
          <p14:tracePt t="151327" x="8299450" y="4467225"/>
          <p14:tracePt t="151336" x="8312150" y="4454525"/>
          <p14:tracePt t="151343" x="8324850" y="4454525"/>
          <p14:tracePt t="151352" x="8335963" y="4430713"/>
          <p14:tracePt t="151359" x="8348663" y="4430713"/>
          <p14:tracePt t="151369" x="8348663" y="4418013"/>
          <p14:tracePt t="151383" x="8374063" y="4405313"/>
          <p14:tracePt t="151391" x="8374063" y="4392613"/>
          <p14:tracePt t="151407" x="8386763" y="4392613"/>
          <p14:tracePt t="151423" x="8386763" y="4379913"/>
          <p14:tracePt t="151455" x="8386763" y="4367213"/>
          <p14:tracePt t="151463" x="8412163" y="4341813"/>
          <p14:tracePt t="151504" x="8424863" y="4341813"/>
          <p14:tracePt t="151511" x="8448675" y="4330700"/>
          <p14:tracePt t="151520" x="8486775" y="4318000"/>
          <p14:tracePt t="151543" x="8499475" y="4305300"/>
          <p14:tracePt t="151631" x="8512175" y="4292600"/>
          <p14:tracePt t="151671" x="8512175" y="4279900"/>
          <p14:tracePt t="151871" x="8524875" y="4267200"/>
          <p14:tracePt t="151903" x="8537575" y="4254500"/>
          <p14:tracePt t="151911" x="8548688" y="4254500"/>
          <p14:tracePt t="151943" x="8561388" y="4254500"/>
          <p14:tracePt t="152007" x="8574088" y="4241800"/>
          <p14:tracePt t="152048" x="8586788" y="4241800"/>
          <p14:tracePt t="152055" x="8599488" y="4230688"/>
          <p14:tracePt t="152071" x="8612188" y="4217988"/>
          <p14:tracePt t="152079" x="8624888" y="4217988"/>
          <p14:tracePt t="152087" x="8650288" y="4217988"/>
          <p14:tracePt t="152095" x="8661400" y="4192588"/>
          <p14:tracePt t="152119" x="8674100" y="4179888"/>
          <p14:tracePt t="152127" x="8686800" y="4179888"/>
          <p14:tracePt t="153735" x="8661400" y="4254500"/>
          <p14:tracePt t="153743" x="8612188" y="4318000"/>
          <p14:tracePt t="153752" x="8599488" y="4330700"/>
          <p14:tracePt t="153759" x="8574088" y="4367213"/>
          <p14:tracePt t="153768" x="8561388" y="4392613"/>
          <p14:tracePt t="153791" x="8537575" y="4392613"/>
          <p14:tracePt t="153801" x="8524875" y="4392613"/>
          <p14:tracePt t="154015" x="8524875" y="4418013"/>
          <p14:tracePt t="154023" x="8524875" y="4430713"/>
          <p14:tracePt t="154040" x="8537575" y="4443413"/>
          <p14:tracePt t="154047" x="8537575" y="4430713"/>
          <p14:tracePt t="154055" x="8537575" y="4405313"/>
          <p14:tracePt t="154063" x="8537575" y="4392613"/>
          <p14:tracePt t="154071" x="8537575" y="4379913"/>
          <p14:tracePt t="154079" x="8537575" y="4367213"/>
          <p14:tracePt t="154087" x="8561388" y="4367213"/>
          <p14:tracePt t="154095" x="8599488" y="4392613"/>
          <p14:tracePt t="154103" x="8624888" y="4430713"/>
          <p14:tracePt t="154111" x="8650288" y="4467225"/>
          <p14:tracePt t="154151" x="8661400" y="4479925"/>
          <p14:tracePt t="154159" x="8699500" y="4518025"/>
          <p14:tracePt t="154167" x="8724900" y="4543425"/>
          <p14:tracePt t="154175" x="8750300" y="4567238"/>
          <p14:tracePt t="154184" x="8799513" y="4605338"/>
          <p14:tracePt t="154191" x="8812213" y="4630738"/>
          <p14:tracePt t="154201" x="8837613" y="4656138"/>
          <p14:tracePt t="154207" x="8850313" y="4679950"/>
          <p14:tracePt t="154215" x="8850313" y="4692650"/>
          <p14:tracePt t="154223" x="8850313" y="4705350"/>
          <p14:tracePt t="154233" x="8850313" y="4718050"/>
          <p14:tracePt t="154263" x="8850313" y="4730750"/>
          <p14:tracePt t="154615" x="8863013" y="4730750"/>
          <p14:tracePt t="154623" x="8912225" y="4667250"/>
          <p14:tracePt t="154631" x="8999538" y="4605338"/>
          <p14:tracePt t="154639" x="9112250" y="4479925"/>
          <p14:tracePt t="154650" x="9224963" y="4379913"/>
          <p14:tracePt t="154655" x="9263063" y="4292600"/>
          <p14:tracePt t="154664" x="9350375" y="4230688"/>
          <p14:tracePt t="154671" x="9424988" y="4129088"/>
          <p14:tracePt t="154679" x="9501188" y="4054475"/>
          <p14:tracePt t="154687" x="9563100" y="3992563"/>
          <p14:tracePt t="154695" x="9637713" y="3929063"/>
          <p14:tracePt t="154703" x="9688513" y="3905250"/>
          <p14:tracePt t="154711" x="9701213" y="3867150"/>
          <p14:tracePt t="154719" x="9701213" y="3854450"/>
          <p14:tracePt t="154727" x="9701213" y="3829050"/>
          <p14:tracePt t="154735" x="9701213" y="3803650"/>
          <p14:tracePt t="154743" x="9713913" y="3779838"/>
          <p14:tracePt t="154751" x="9726613" y="3767138"/>
          <p14:tracePt t="154768" x="9739313" y="3754438"/>
          <p14:tracePt t="154863" x="9775825" y="3792538"/>
          <p14:tracePt t="154871" x="9939338" y="3916363"/>
          <p14:tracePt t="154879" x="9988550" y="3992563"/>
          <p14:tracePt t="154887" x="10088563" y="4067175"/>
          <p14:tracePt t="154895" x="10201275" y="4129088"/>
          <p14:tracePt t="154903" x="10352088" y="4205288"/>
          <p14:tracePt t="154911" x="10452100" y="4267200"/>
          <p14:tracePt t="154919" x="10526713" y="4305300"/>
          <p14:tracePt t="154927" x="10539413" y="4318000"/>
          <p14:tracePt t="154935" x="10552113" y="4318000"/>
          <p14:tracePt t="154959" x="10564813" y="4318000"/>
          <p14:tracePt t="155007" x="10564813" y="4341813"/>
          <p14:tracePt t="155016" x="10577513" y="4430713"/>
          <p14:tracePt t="155023" x="10602913" y="4467225"/>
          <p14:tracePt t="155032" x="10602913" y="4479925"/>
          <p14:tracePt t="155039" x="10614025" y="4479925"/>
          <p14:tracePt t="155791" x="10664825" y="4492625"/>
          <p14:tracePt t="155799" x="10764838" y="4543425"/>
          <p14:tracePt t="155807" x="10839450" y="4567238"/>
          <p14:tracePt t="155817" x="10890250" y="4579938"/>
          <p14:tracePt t="155823" x="10964863" y="4579938"/>
          <p14:tracePt t="155833" x="11002963" y="4579938"/>
          <p14:tracePt t="155839" x="11015663" y="4579938"/>
          <p14:tracePt t="155849" x="11064875" y="4579938"/>
          <p14:tracePt t="155855" x="11115675" y="4543425"/>
          <p14:tracePt t="155865" x="11115675" y="4530725"/>
          <p14:tracePt t="156183" x="10952163" y="4592638"/>
          <p14:tracePt t="156191" x="10864850" y="4592638"/>
          <p14:tracePt t="156208" x="10852150" y="4592638"/>
          <p14:tracePt t="156216" x="10839450" y="4579938"/>
          <p14:tracePt t="156224" x="10828338" y="4579938"/>
          <p14:tracePt t="156234" x="10802938" y="4579938"/>
          <p14:tracePt t="156239" x="10777538" y="4579938"/>
          <p14:tracePt t="156479" x="10764838" y="4554538"/>
          <p14:tracePt t="156815" x="10726738" y="4567238"/>
          <p14:tracePt t="156823" x="10664825" y="4667250"/>
          <p14:tracePt t="156831" x="10626725" y="4718050"/>
          <p14:tracePt t="156839" x="10602913" y="4792663"/>
          <p14:tracePt t="156848" x="10590213" y="4830763"/>
          <p14:tracePt t="156855" x="10564813" y="4879975"/>
          <p14:tracePt t="156864" x="10564813" y="4905375"/>
          <p14:tracePt t="156879" x="10564813" y="4918075"/>
          <p14:tracePt t="156912" x="10564813" y="4930775"/>
          <p14:tracePt t="157463" x="10552113" y="4943475"/>
          <p14:tracePt t="157480" x="10539413" y="4943475"/>
          <p14:tracePt t="157487" x="10526713" y="4943475"/>
          <p14:tracePt t="157496" x="10514013" y="4956175"/>
          <p14:tracePt t="157503" x="10477500" y="4968875"/>
          <p14:tracePt t="157511" x="10464800" y="4981575"/>
          <p14:tracePt t="157519" x="10452100" y="4992688"/>
          <p14:tracePt t="157529" x="10439400" y="4992688"/>
          <p14:tracePt t="157535" x="10439400" y="5005388"/>
          <p14:tracePt t="157879" x="10426700" y="5018088"/>
          <p14:tracePt t="157887" x="10390188" y="5005388"/>
          <p14:tracePt t="157896" x="10352088" y="5005388"/>
          <p14:tracePt t="157905" x="10288588" y="4992688"/>
          <p14:tracePt t="157914" x="10226675" y="4992688"/>
          <p14:tracePt t="157920" x="10126663" y="4992688"/>
          <p14:tracePt t="157933" x="10075863" y="4992688"/>
          <p14:tracePt t="157935" x="10026650" y="4992688"/>
          <p14:tracePt t="157944" x="9952038" y="4992688"/>
          <p14:tracePt t="157951" x="9926638" y="4992688"/>
          <p14:tracePt t="157959" x="9913938" y="4992688"/>
          <p14:tracePt t="157975" x="9901238" y="4992688"/>
          <p14:tracePt t="158023" x="9913938" y="5005388"/>
          <p14:tracePt t="158039" x="9926638" y="5005388"/>
          <p14:tracePt t="158055" x="9939338" y="5005388"/>
          <p14:tracePt t="158064" x="9952038" y="5005388"/>
          <p14:tracePt t="158080" x="9963150" y="5005388"/>
          <p14:tracePt t="158087" x="9988550" y="5005388"/>
          <p14:tracePt t="158096" x="10013950" y="4981575"/>
          <p14:tracePt t="158103" x="10013950" y="4968875"/>
          <p14:tracePt t="158112" x="10039350" y="4956175"/>
          <p14:tracePt t="158119" x="10052050" y="4930775"/>
          <p14:tracePt t="158127" x="10075863" y="4905375"/>
          <p14:tracePt t="158151" x="10088563" y="4879975"/>
          <p14:tracePt t="158231" x="10101263" y="4868863"/>
          <p14:tracePt t="158264" x="10113963" y="4868863"/>
          <p14:tracePt t="158367" x="10113963" y="4843463"/>
          <p14:tracePt t="158511" x="10126663" y="4843463"/>
          <p14:tracePt t="158631" x="10126663" y="4830763"/>
          <p14:tracePt t="158687" x="10139363" y="4830763"/>
          <p14:tracePt t="158727" x="10139363" y="4818063"/>
          <p14:tracePt t="159071" x="10152063" y="4818063"/>
          <p14:tracePt t="159079" x="10164763" y="4818063"/>
          <p14:tracePt t="159087" x="10177463" y="4818063"/>
          <p14:tracePt t="159231" x="10188575" y="4805363"/>
          <p14:tracePt t="159272" x="10188575" y="4792663"/>
          <p14:tracePt t="159287" x="10213975" y="4792663"/>
          <p14:tracePt t="159303" x="10226675" y="4768850"/>
          <p14:tracePt t="159343" x="10264775" y="4768850"/>
          <p14:tracePt t="159359" x="10277475" y="4756150"/>
          <p14:tracePt t="159391" x="10301288" y="4756150"/>
          <p14:tracePt t="159399" x="10326688" y="4743450"/>
          <p14:tracePt t="159407" x="10326688" y="4730750"/>
          <p14:tracePt t="159415" x="10326688" y="4718050"/>
          <p14:tracePt t="159423" x="10339388" y="4705350"/>
          <p14:tracePt t="159431" x="10352088" y="4692650"/>
          <p14:tracePt t="159439" x="10364788" y="4692650"/>
          <p14:tracePt t="159447" x="10364788" y="4679950"/>
          <p14:tracePt t="159455" x="10364788" y="4667250"/>
          <p14:tracePt t="159463" x="10390188" y="4656138"/>
          <p14:tracePt t="159480" x="10401300" y="4643438"/>
          <p14:tracePt t="159487" x="10401300" y="4630738"/>
          <p14:tracePt t="159551" x="10414000" y="4630738"/>
          <p14:tracePt t="159767" x="10390188" y="4656138"/>
          <p14:tracePt t="159776" x="10377488" y="4679950"/>
          <p14:tracePt t="159783" x="10326688" y="4705350"/>
          <p14:tracePt t="159799" x="10313988" y="4730750"/>
          <p14:tracePt t="159807" x="10288588" y="4743450"/>
          <p14:tracePt t="159815" x="10252075" y="4756150"/>
          <p14:tracePt t="159823" x="10239375" y="4768850"/>
          <p14:tracePt t="159831" x="10188575" y="4768850"/>
          <p14:tracePt t="159839" x="10152063" y="4768850"/>
          <p14:tracePt t="159847" x="10139363" y="4768850"/>
          <p14:tracePt t="159855" x="10126663" y="4768850"/>
          <p14:tracePt t="159863" x="10075863" y="4768850"/>
          <p14:tracePt t="159871" x="10013950" y="4768850"/>
          <p14:tracePt t="159879" x="9963150" y="4792663"/>
          <p14:tracePt t="159887" x="9926638" y="4805363"/>
          <p14:tracePt t="159895" x="9888538" y="4818063"/>
          <p14:tracePt t="159903" x="9863138" y="4818063"/>
          <p14:tracePt t="159912" x="9839325" y="4818063"/>
          <p14:tracePt t="159919" x="9826625" y="4843463"/>
          <p14:tracePt t="159928" x="9813925" y="4843463"/>
          <p14:tracePt t="159951" x="9801225" y="4856163"/>
          <p14:tracePt t="161367" x="9788525" y="4868863"/>
          <p14:tracePt t="161383" x="9775825" y="4879975"/>
          <p14:tracePt t="161535" x="9763125" y="4879975"/>
          <p14:tracePt t="161543" x="9750425" y="4879975"/>
          <p14:tracePt t="161559" x="9739313" y="4879975"/>
          <p14:tracePt t="161624" x="9726613" y="4879975"/>
          <p14:tracePt t="161671" x="9701213" y="4879975"/>
          <p14:tracePt t="161687" x="9688513" y="4868863"/>
          <p14:tracePt t="161703" x="9675813" y="4856163"/>
          <p14:tracePt t="161711" x="9663113" y="4843463"/>
          <p14:tracePt t="161727" x="9637713" y="4830763"/>
          <p14:tracePt t="161735" x="9613900" y="4830763"/>
          <p14:tracePt t="161743" x="9588500" y="4830763"/>
          <p14:tracePt t="161751" x="9575800" y="4830763"/>
          <p14:tracePt t="161759" x="9550400" y="4805363"/>
          <p14:tracePt t="161767" x="9525000" y="4768850"/>
          <p14:tracePt t="161776" x="9513888" y="4692650"/>
          <p14:tracePt t="161783" x="9501188" y="4656138"/>
          <p14:tracePt t="161793" x="9463088" y="4579938"/>
          <p14:tracePt t="161799" x="9463088" y="4518025"/>
          <p14:tracePt t="161808" x="9463088" y="4505325"/>
          <p14:tracePt t="161927" x="9463088" y="4543425"/>
          <p14:tracePt t="162392" x="9463088" y="4505325"/>
          <p14:tracePt t="162647" x="9401175" y="4505325"/>
          <p14:tracePt t="162655" x="9199563" y="4505325"/>
          <p14:tracePt t="162664" x="9088438" y="4443413"/>
          <p14:tracePt t="162672" x="8937625" y="4367213"/>
          <p14:tracePt t="162680" x="8812213" y="4292600"/>
          <p14:tracePt t="162689" x="8699500" y="4241800"/>
          <p14:tracePt t="162696" x="8661400" y="4230688"/>
          <p14:tracePt t="162703" x="8586788" y="4179888"/>
          <p14:tracePt t="162711" x="8461375" y="4179888"/>
          <p14:tracePt t="162726" x="8261350" y="4179888"/>
          <p14:tracePt t="162735" x="8148638" y="4179888"/>
          <p14:tracePt t="162743" x="8061325" y="4179888"/>
          <p14:tracePt t="162751" x="7999413" y="4254500"/>
          <p14:tracePt t="162759" x="7874000" y="4279900"/>
          <p14:tracePt t="162767" x="7785100" y="4330700"/>
          <p14:tracePt t="162776" x="7773988" y="4330700"/>
          <p14:tracePt t="162895" x="7761288" y="4354513"/>
          <p14:tracePt t="162919" x="7761288" y="4367213"/>
          <p14:tracePt t="162943" x="7797800" y="4367213"/>
          <p14:tracePt t="162951" x="7823200" y="4367213"/>
          <p14:tracePt t="162959" x="7874000" y="4367213"/>
          <p14:tracePt t="162968" x="7910513" y="4367213"/>
          <p14:tracePt t="162977" x="8010525" y="4367213"/>
          <p14:tracePt t="162984" x="8086725" y="4367213"/>
          <p14:tracePt t="162993" x="8174038" y="4279900"/>
          <p14:tracePt t="163000" x="8186738" y="4279900"/>
          <p14:tracePt t="163008" x="8223250" y="4254500"/>
          <p14:tracePt t="163015" x="8235950" y="4241800"/>
          <p14:tracePt t="163024" x="8248650" y="4217988"/>
          <p14:tracePt t="163031" x="8261350" y="4192588"/>
          <p14:tracePt t="163042" x="8312150" y="4141788"/>
          <p14:tracePt t="163047" x="8348663" y="4067175"/>
          <p14:tracePt t="163056" x="8348663" y="4041775"/>
          <p14:tracePt t="163063" x="8348663" y="4005263"/>
          <p14:tracePt t="163071" x="8361363" y="3954463"/>
          <p14:tracePt t="163079" x="8361363" y="3941763"/>
          <p14:tracePt t="163087" x="8361363" y="3929063"/>
          <p14:tracePt t="163095" x="8361363" y="3916363"/>
          <p14:tracePt t="163103" x="8386763" y="3892550"/>
          <p14:tracePt t="163119" x="8386763" y="3879850"/>
          <p14:tracePt t="163127" x="8386763" y="3867150"/>
          <p14:tracePt t="163175" x="8386763" y="3854450"/>
          <p14:tracePt t="163215" x="8386763" y="3841750"/>
          <p14:tracePt t="163231" x="8374063" y="3854450"/>
          <p14:tracePt t="163240" x="8335963" y="3879850"/>
          <p14:tracePt t="163247" x="8335963" y="3905250"/>
          <p14:tracePt t="163255" x="8324850" y="3929063"/>
          <p14:tracePt t="163263" x="8324850" y="3967163"/>
          <p14:tracePt t="163274" x="8299450" y="4017963"/>
          <p14:tracePt t="163279" x="8299450" y="4067175"/>
          <p14:tracePt t="163287" x="8299450" y="4129088"/>
          <p14:tracePt t="163295" x="8299450" y="4217988"/>
          <p14:tracePt t="163303" x="8299450" y="4292600"/>
          <p14:tracePt t="163311" x="8299450" y="4354513"/>
          <p14:tracePt t="163319" x="8299450" y="4418013"/>
          <p14:tracePt t="163327" x="8299450" y="4479925"/>
          <p14:tracePt t="163335" x="8299450" y="4543425"/>
          <p14:tracePt t="163343" x="8312150" y="4567238"/>
          <p14:tracePt t="163351" x="8324850" y="4605338"/>
          <p14:tracePt t="163359" x="8324850" y="4618038"/>
          <p14:tracePt t="163367" x="8324850" y="4630738"/>
          <p14:tracePt t="163487" x="8324850" y="4618038"/>
          <p14:tracePt t="163495" x="8324850" y="4605338"/>
          <p14:tracePt t="163503" x="8324850" y="4592638"/>
          <p14:tracePt t="163511" x="8324850" y="4579938"/>
          <p14:tracePt t="163519" x="8324850" y="4567238"/>
          <p14:tracePt t="163527" x="8324850" y="4543425"/>
          <p14:tracePt t="163535" x="8312150" y="4530725"/>
          <p14:tracePt t="163543" x="8312150" y="4505325"/>
          <p14:tracePt t="163551" x="8312150" y="4479925"/>
          <p14:tracePt t="163559" x="8286750" y="4454525"/>
          <p14:tracePt t="163567" x="8286750" y="4443413"/>
          <p14:tracePt t="163575" x="8274050" y="4418013"/>
          <p14:tracePt t="163583" x="8274050" y="4379913"/>
          <p14:tracePt t="163592" x="8274050" y="4341813"/>
          <p14:tracePt t="163599" x="8261350" y="4305300"/>
          <p14:tracePt t="163607" x="8261350" y="4279900"/>
          <p14:tracePt t="163615" x="8261350" y="4254500"/>
          <p14:tracePt t="163624" x="8248650" y="4230688"/>
          <p14:tracePt t="163631" x="8248650" y="4205288"/>
          <p14:tracePt t="163641" x="8248650" y="4192588"/>
          <p14:tracePt t="163647" x="8235950" y="4179888"/>
          <p14:tracePt t="163656" x="8212138" y="4167188"/>
          <p14:tracePt t="163703" x="8212138" y="4141788"/>
          <p14:tracePt t="163799" x="8212138" y="4167188"/>
          <p14:tracePt t="163807" x="8212138" y="4179888"/>
          <p14:tracePt t="163815" x="8212138" y="4217988"/>
          <p14:tracePt t="163824" x="8212138" y="4241800"/>
          <p14:tracePt t="163831" x="8212138" y="4279900"/>
          <p14:tracePt t="163841" x="8212138" y="4305300"/>
          <p14:tracePt t="163847" x="8212138" y="4341813"/>
          <p14:tracePt t="163856" x="8212138" y="4379913"/>
          <p14:tracePt t="163863" x="8223250" y="4430713"/>
          <p14:tracePt t="163872" x="8223250" y="4454525"/>
          <p14:tracePt t="163879" x="8248650" y="4492625"/>
          <p14:tracePt t="163887" x="8261350" y="4518025"/>
          <p14:tracePt t="163895" x="8274050" y="4543425"/>
          <p14:tracePt t="163903" x="8274050" y="4567238"/>
          <p14:tracePt t="163911" x="8274050" y="4579938"/>
          <p14:tracePt t="163919" x="8274050" y="4605338"/>
          <p14:tracePt t="163927" x="8274050" y="4630738"/>
          <p14:tracePt t="163943" x="8274050" y="4656138"/>
          <p14:tracePt t="163951" x="8274050" y="4667250"/>
          <p14:tracePt t="163959" x="8299450" y="4679950"/>
          <p14:tracePt t="163975" x="8299450" y="4692650"/>
          <p14:tracePt t="163992" x="8299450" y="4705350"/>
          <p14:tracePt t="164024" x="8299450" y="4718050"/>
          <p14:tracePt t="164167" x="8299450" y="4705350"/>
          <p14:tracePt t="164176" x="8299450" y="4667250"/>
          <p14:tracePt t="164184" x="8286750" y="4656138"/>
          <p14:tracePt t="164192" x="8286750" y="4618038"/>
          <p14:tracePt t="164199" x="8261350" y="4567238"/>
          <p14:tracePt t="164208" x="8261350" y="4492625"/>
          <p14:tracePt t="164215" x="8248650" y="4479925"/>
          <p14:tracePt t="164224" x="8235950" y="4405313"/>
          <p14:tracePt t="164231" x="8186738" y="4292600"/>
          <p14:tracePt t="164240" x="8174038" y="4205288"/>
          <p14:tracePt t="164247" x="8148638" y="4079875"/>
          <p14:tracePt t="164256" x="8135938" y="4005263"/>
          <p14:tracePt t="164263" x="8135938" y="3905250"/>
          <p14:tracePt t="164272" x="8110538" y="3841750"/>
          <p14:tracePt t="164279" x="8110538" y="3767138"/>
          <p14:tracePt t="164290" x="8110538" y="3679825"/>
          <p14:tracePt t="164295" x="8110538" y="3603625"/>
          <p14:tracePt t="164303" x="8099425" y="3590925"/>
          <p14:tracePt t="164311" x="8099425" y="3554413"/>
          <p14:tracePt t="164319" x="8099425" y="3529013"/>
          <p14:tracePt t="164383" x="8099425" y="3516313"/>
          <p14:tracePt t="164415" x="8086725" y="3541713"/>
          <p14:tracePt t="164423" x="8086725" y="3629025"/>
          <p14:tracePt t="164431" x="8086725" y="3692525"/>
          <p14:tracePt t="164440" x="8086725" y="3779838"/>
          <p14:tracePt t="164447" x="8074025" y="3829050"/>
          <p14:tracePt t="164457" x="8074025" y="3916363"/>
          <p14:tracePt t="164463" x="8061325" y="4029075"/>
          <p14:tracePt t="164473" x="8048625" y="4105275"/>
          <p14:tracePt t="164479" x="8048625" y="4154488"/>
          <p14:tracePt t="164490" x="8010525" y="4241800"/>
          <p14:tracePt t="164495" x="7999413" y="4305300"/>
          <p14:tracePt t="164505" x="7961313" y="4405313"/>
          <p14:tracePt t="164511" x="7961313" y="4418013"/>
          <p14:tracePt t="164519" x="7948613" y="4443413"/>
          <p14:tracePt t="164527" x="7910513" y="4543425"/>
          <p14:tracePt t="164535" x="7910513" y="4605338"/>
          <p14:tracePt t="164543" x="7886700" y="4692650"/>
          <p14:tracePt t="164551" x="7874000" y="4743450"/>
          <p14:tracePt t="164559" x="7874000" y="4818063"/>
          <p14:tracePt t="164567" x="7874000" y="4868863"/>
          <p14:tracePt t="164575" x="7848600" y="4918075"/>
          <p14:tracePt t="164583" x="7835900" y="4956175"/>
          <p14:tracePt t="164591" x="7835900" y="5018088"/>
          <p14:tracePt t="164599" x="7797800" y="5056188"/>
          <p14:tracePt t="164607" x="7797800" y="5081588"/>
          <p14:tracePt t="164615" x="7773988" y="5118100"/>
          <p14:tracePt t="164624" x="7735888" y="5181600"/>
          <p14:tracePt t="164631" x="7697788" y="5218113"/>
          <p14:tracePt t="164640" x="7623175" y="5294313"/>
          <p14:tracePt t="164647" x="7585075" y="5343525"/>
          <p14:tracePt t="164656" x="7548563" y="5394325"/>
          <p14:tracePt t="164663" x="7535863" y="5418138"/>
          <p14:tracePt t="164673" x="7497763" y="5456238"/>
          <p14:tracePt t="164679" x="7485063" y="5468938"/>
          <p14:tracePt t="164689" x="7472363" y="5507038"/>
          <p14:tracePt t="164705" x="7459663" y="5507038"/>
          <p14:tracePt t="164719" x="7448550" y="5518150"/>
          <p14:tracePt t="164735" x="7448550" y="5530850"/>
          <p14:tracePt t="164743" x="7448550" y="5543550"/>
          <p14:tracePt t="164751" x="7448550" y="5568950"/>
          <p14:tracePt t="164759" x="7448550" y="5594350"/>
          <p14:tracePt t="164767" x="7423150" y="5619750"/>
          <p14:tracePt t="164775" x="7423150" y="5656263"/>
          <p14:tracePt t="164783" x="7423150" y="5681663"/>
          <p14:tracePt t="164795" x="7423150" y="5707063"/>
          <p14:tracePt t="164799" x="7423150" y="5719763"/>
          <p14:tracePt t="164807" x="7397750" y="5743575"/>
          <p14:tracePt t="164815" x="7385050" y="5768975"/>
          <p14:tracePt t="164824" x="7348538" y="5781675"/>
          <p14:tracePt t="164831" x="7297738" y="5794375"/>
          <p14:tracePt t="164840" x="7235825" y="5794375"/>
          <p14:tracePt t="164847" x="7210425" y="5807075"/>
          <p14:tracePt t="164856" x="7185025" y="5807075"/>
          <p14:tracePt t="164863" x="7146925" y="5819775"/>
          <p14:tracePt t="164873" x="7134225" y="5819775"/>
          <p14:tracePt t="164879" x="7085013" y="5856288"/>
          <p14:tracePt t="164895" x="7059613" y="5919788"/>
          <p14:tracePt t="164905" x="7046913" y="5919788"/>
          <p14:tracePt t="164911" x="6985000" y="5956300"/>
          <p14:tracePt t="164921" x="6934200" y="5969000"/>
          <p14:tracePt t="164927" x="6872288" y="5969000"/>
          <p14:tracePt t="164935" x="6797675" y="5969000"/>
          <p14:tracePt t="164943" x="6746875" y="5969000"/>
          <p14:tracePt t="164951" x="6684963" y="5969000"/>
          <p14:tracePt t="164959" x="6584950" y="5969000"/>
          <p14:tracePt t="164967" x="6546850" y="5969000"/>
          <p14:tracePt t="164976" x="6459538" y="5969000"/>
          <p14:tracePt t="164983" x="6346825" y="5981700"/>
          <p14:tracePt t="164992" x="6259513" y="5994400"/>
          <p14:tracePt t="165000" x="6234113" y="5994400"/>
          <p14:tracePt t="165008" x="6157913" y="6019800"/>
          <p14:tracePt t="165015" x="6045200" y="6032500"/>
          <p14:tracePt t="165023" x="5983288" y="6032500"/>
          <p14:tracePt t="165031" x="5932488" y="6045200"/>
          <p14:tracePt t="165055" x="5895975" y="6069013"/>
          <p14:tracePt t="165056" x="5870575" y="6069013"/>
          <p14:tracePt t="165135" x="5870575" y="6081713"/>
          <p14:tracePt t="165183" x="5845175" y="6081713"/>
          <p14:tracePt t="165191" x="5832475" y="6081713"/>
          <p14:tracePt t="165199" x="5808663" y="6081713"/>
          <p14:tracePt t="165255" x="5808663" y="6045200"/>
          <p14:tracePt t="165263" x="5870575" y="6019800"/>
          <p14:tracePt t="165274" x="5970588" y="6007100"/>
          <p14:tracePt t="165280" x="6034088" y="5994400"/>
          <p14:tracePt t="165290" x="6157913" y="5969000"/>
          <p14:tracePt t="165296" x="6308725" y="5969000"/>
          <p14:tracePt t="165308" x="6359525" y="5969000"/>
          <p14:tracePt t="165311" x="6421438" y="5969000"/>
          <p14:tracePt t="165320" x="6534150" y="5969000"/>
          <p14:tracePt t="165327" x="6608763" y="5981700"/>
          <p14:tracePt t="165335" x="6721475" y="5994400"/>
          <p14:tracePt t="165343" x="6797675" y="6032500"/>
          <p14:tracePt t="165351" x="6859588" y="6045200"/>
          <p14:tracePt t="165359" x="6910388" y="6056313"/>
          <p14:tracePt t="165367" x="6972300" y="6069013"/>
          <p14:tracePt t="165375" x="7010400" y="6081713"/>
          <p14:tracePt t="165383" x="7046913" y="6081713"/>
          <p14:tracePt t="165391" x="7085013" y="6081713"/>
          <p14:tracePt t="165399" x="7123113" y="6081713"/>
          <p14:tracePt t="165407" x="7134225" y="6081713"/>
          <p14:tracePt t="165415" x="7159625" y="6081713"/>
          <p14:tracePt t="165431" x="7185025" y="6081713"/>
          <p14:tracePt t="165439" x="7223125" y="6081713"/>
          <p14:tracePt t="165447" x="7246938" y="6069013"/>
          <p14:tracePt t="165455" x="7272338" y="6056313"/>
          <p14:tracePt t="165463" x="7285038" y="6045200"/>
          <p14:tracePt t="165479" x="7297738" y="6032500"/>
          <p14:tracePt t="165519" x="7297738" y="6019800"/>
          <p14:tracePt t="165527" x="7297738" y="6007100"/>
          <p14:tracePt t="165535" x="7297738" y="5994400"/>
          <p14:tracePt t="165551" x="7323138" y="5969000"/>
          <p14:tracePt t="165559" x="7359650" y="5932488"/>
          <p14:tracePt t="165567" x="7372350" y="5894388"/>
          <p14:tracePt t="165575" x="7435850" y="5807075"/>
          <p14:tracePt t="165583" x="7459663" y="5719763"/>
          <p14:tracePt t="165591" x="7497763" y="5643563"/>
          <p14:tracePt t="165599" x="7523163" y="5507038"/>
          <p14:tracePt t="165607" x="7535863" y="5394325"/>
          <p14:tracePt t="165615" x="7535863" y="5268913"/>
          <p14:tracePt t="165623" x="7535863" y="5156200"/>
          <p14:tracePt t="165631" x="7510463" y="5043488"/>
          <p14:tracePt t="165640" x="7485063" y="4943475"/>
          <p14:tracePt t="165647" x="7435850" y="4856163"/>
          <p14:tracePt t="165655" x="7397750" y="4756150"/>
          <p14:tracePt t="165663" x="7397750" y="4705350"/>
          <p14:tracePt t="165672" x="7397750" y="4618038"/>
          <p14:tracePt t="165679" x="7397750" y="4518025"/>
          <p14:tracePt t="165689" x="7397750" y="4467225"/>
          <p14:tracePt t="165695" x="7397750" y="4418013"/>
          <p14:tracePt t="165704" x="7397750" y="4354513"/>
          <p14:tracePt t="165711" x="7397750" y="4305300"/>
          <p14:tracePt t="165720" x="7410450" y="4279900"/>
          <p14:tracePt t="165727" x="7435850" y="4241800"/>
          <p14:tracePt t="165737" x="7459663" y="4205288"/>
          <p14:tracePt t="165743" x="7472363" y="4179888"/>
          <p14:tracePt t="165751" x="7485063" y="4167188"/>
          <p14:tracePt t="165759" x="7497763" y="4141788"/>
          <p14:tracePt t="165791" x="7510463" y="4141788"/>
          <p14:tracePt t="165799" x="7523163" y="4141788"/>
          <p14:tracePt t="165831" x="7548563" y="4141788"/>
          <p14:tracePt t="165839" x="7597775" y="4141788"/>
          <p14:tracePt t="165847" x="7635875" y="4167188"/>
          <p14:tracePt t="165855" x="7673975" y="4179888"/>
          <p14:tracePt t="165863" x="7697788" y="4192588"/>
          <p14:tracePt t="165872" x="7748588" y="4205288"/>
          <p14:tracePt t="165879" x="7785100" y="4205288"/>
          <p14:tracePt t="165888" x="7810500" y="4205288"/>
          <p14:tracePt t="165895" x="7848600" y="4205288"/>
          <p14:tracePt t="165905" x="7861300" y="4205288"/>
          <p14:tracePt t="165911" x="7886700" y="4205288"/>
          <p14:tracePt t="165927" x="7948613" y="4117975"/>
          <p14:tracePt t="165935" x="7961313" y="4092575"/>
          <p14:tracePt t="165943" x="7961313" y="4041775"/>
          <p14:tracePt t="165951" x="7974013" y="3979863"/>
          <p14:tracePt t="165959" x="8010525" y="3916363"/>
          <p14:tracePt t="165967" x="8010525" y="3879850"/>
          <p14:tracePt t="165975" x="8010525" y="3867150"/>
          <p14:tracePt t="165983" x="8010525" y="3854450"/>
          <p14:tracePt t="165991" x="8010525" y="3841750"/>
          <p14:tracePt t="165999" x="8010525" y="3829050"/>
          <p14:tracePt t="166015" x="8010525" y="3816350"/>
          <p14:tracePt t="166047" x="8010525" y="3803650"/>
          <p14:tracePt t="166169" x="8023225" y="3816350"/>
          <p14:tracePt t="166175" x="8023225" y="3854450"/>
          <p14:tracePt t="166183" x="8048625" y="3916363"/>
          <p14:tracePt t="166192" x="8074025" y="3967163"/>
          <p14:tracePt t="166199" x="8110538" y="4041775"/>
          <p14:tracePt t="166208" x="8110538" y="4079875"/>
          <p14:tracePt t="166215" x="8123238" y="4117975"/>
          <p14:tracePt t="166223" x="8123238" y="4167188"/>
          <p14:tracePt t="166231" x="8123238" y="4205288"/>
          <p14:tracePt t="166239" x="8123238" y="4230688"/>
          <p14:tracePt t="166247" x="8123238" y="4267200"/>
          <p14:tracePt t="166255" x="8123238" y="4279900"/>
          <p14:tracePt t="166263" x="8123238" y="4292600"/>
          <p14:tracePt t="166271" x="8123238" y="4318000"/>
          <p14:tracePt t="166288" x="8099425" y="4341813"/>
          <p14:tracePt t="166304" x="8074025" y="4367213"/>
          <p14:tracePt t="166311" x="8023225" y="4367213"/>
          <p14:tracePt t="166320" x="7948613" y="4392613"/>
          <p14:tracePt t="166327" x="7923213" y="4405313"/>
          <p14:tracePt t="166337" x="7897813" y="4418013"/>
          <p14:tracePt t="166343" x="7861300" y="4418013"/>
          <p14:tracePt t="166354" x="7835900" y="4418013"/>
          <p14:tracePt t="166359" x="7823200" y="4418013"/>
          <p14:tracePt t="166367" x="7810500" y="4418013"/>
          <p14:tracePt t="166375" x="7797800" y="4405313"/>
          <p14:tracePt t="166383" x="7773988" y="4392613"/>
          <p14:tracePt t="166391" x="7761288" y="4354513"/>
          <p14:tracePt t="166399" x="7735888" y="4330700"/>
          <p14:tracePt t="166407" x="7735888" y="4305300"/>
          <p14:tracePt t="166415" x="7723188" y="4279900"/>
          <p14:tracePt t="166423" x="7723188" y="4267200"/>
          <p14:tracePt t="166431" x="7723188" y="4230688"/>
          <p14:tracePt t="166439" x="7723188" y="4217988"/>
          <p14:tracePt t="166463" x="7710488" y="4154488"/>
          <p14:tracePt t="166472" x="7710488" y="4105275"/>
          <p14:tracePt t="166479" x="7710488" y="4067175"/>
          <p14:tracePt t="166488" x="7710488" y="4017963"/>
          <p14:tracePt t="166495" x="7685088" y="3967163"/>
          <p14:tracePt t="166504" x="7685088" y="3929063"/>
          <p14:tracePt t="166511" x="7685088" y="3892550"/>
          <p14:tracePt t="166520" x="7685088" y="3879850"/>
          <p14:tracePt t="166527" x="7685088" y="3841750"/>
          <p14:tracePt t="166537" x="7685088" y="3829050"/>
          <p14:tracePt t="166543" x="7685088" y="3803650"/>
          <p14:tracePt t="166552" x="7685088" y="3792538"/>
          <p14:tracePt t="166559" x="7685088" y="3779838"/>
          <p14:tracePt t="166567" x="7685088" y="3767138"/>
          <p14:tracePt t="166575" x="7685088" y="3754438"/>
          <p14:tracePt t="166583" x="7685088" y="3741738"/>
          <p14:tracePt t="166591" x="7710488" y="3703638"/>
          <p14:tracePt t="166599" x="7735888" y="3692525"/>
          <p14:tracePt t="166607" x="7761288" y="3667125"/>
          <p14:tracePt t="166615" x="7761288" y="3654425"/>
          <p14:tracePt t="166623" x="7761288" y="3629025"/>
          <p14:tracePt t="166631" x="7810500" y="3567113"/>
          <p14:tracePt t="166639" x="7886700" y="3529013"/>
          <p14:tracePt t="166647" x="7935913" y="3503613"/>
          <p14:tracePt t="166655" x="7999413" y="3490913"/>
          <p14:tracePt t="166663" x="8010525" y="3467100"/>
          <p14:tracePt t="166671" x="8035925" y="3454400"/>
          <p14:tracePt t="166679" x="8061325" y="3441700"/>
          <p14:tracePt t="166688" x="8086725" y="3429000"/>
          <p14:tracePt t="166695" x="8110538" y="3416300"/>
          <p14:tracePt t="166704" x="8123238" y="3416300"/>
          <p14:tracePt t="166721" x="8135938" y="3416300"/>
          <p14:tracePt t="166767" x="8161338" y="3416300"/>
          <p14:tracePt t="166775" x="8186738" y="3416300"/>
          <p14:tracePt t="166783" x="8199438" y="3416300"/>
          <p14:tracePt t="166791" x="8212138" y="3429000"/>
          <p14:tracePt t="166799" x="8235950" y="3441700"/>
          <p14:tracePt t="166807" x="8261350" y="3479800"/>
          <p14:tracePt t="166815" x="8274050" y="3490913"/>
          <p14:tracePt t="166823" x="8299450" y="3503613"/>
          <p14:tracePt t="166831" x="8312150" y="3516313"/>
          <p14:tracePt t="166839" x="8335963" y="3541713"/>
          <p14:tracePt t="166895" x="8335963" y="3567113"/>
          <p14:tracePt t="166904" x="8348663" y="3590925"/>
          <p14:tracePt t="166911" x="8348663" y="3616325"/>
          <p14:tracePt t="166920" x="8348663" y="3629025"/>
          <p14:tracePt t="166927" x="8348663" y="3667125"/>
          <p14:tracePt t="166936" x="8348663" y="3703638"/>
          <p14:tracePt t="166943" x="8348663" y="3716338"/>
          <p14:tracePt t="166951" x="8348663" y="3754438"/>
          <p14:tracePt t="166959" x="8348663" y="3767138"/>
          <p14:tracePt t="167543" x="8361363" y="3767138"/>
          <p14:tracePt t="167552" x="8461375" y="3654425"/>
          <p14:tracePt t="167759" x="8412163" y="3692525"/>
          <p14:tracePt t="167767" x="8335963" y="3754438"/>
          <p14:tracePt t="167775" x="8286750" y="3767138"/>
          <p14:tracePt t="167784" x="8248650" y="3767138"/>
          <p14:tracePt t="167791" x="8235950" y="3767138"/>
          <p14:tracePt t="167799" x="8212138" y="3754438"/>
          <p14:tracePt t="167807" x="8199438" y="3754438"/>
          <p14:tracePt t="167823" x="8199438" y="3729038"/>
          <p14:tracePt t="167839" x="8161338" y="3716338"/>
          <p14:tracePt t="167847" x="8123238" y="3716338"/>
          <p14:tracePt t="167855" x="8061325" y="3729038"/>
          <p14:tracePt t="167863" x="7986713" y="3741738"/>
          <p14:tracePt t="167871" x="7910513" y="3792538"/>
          <p14:tracePt t="167879" x="7823200" y="3841750"/>
          <p14:tracePt t="167887" x="7797800" y="3867150"/>
          <p14:tracePt t="167895" x="7761288" y="3905250"/>
          <p14:tracePt t="167904" x="7685088" y="3954463"/>
          <p14:tracePt t="167911" x="7610475" y="4029075"/>
          <p14:tracePt t="167920" x="7561263" y="4092575"/>
          <p14:tracePt t="167927" x="7510463" y="4141788"/>
          <p14:tracePt t="167936" x="7497763" y="4192588"/>
          <p14:tracePt t="167943" x="7459663" y="4230688"/>
          <p14:tracePt t="167952" x="7459663" y="4241800"/>
          <p14:tracePt t="167959" x="7448550" y="4279900"/>
          <p14:tracePt t="167969" x="7448550" y="4292600"/>
          <p14:tracePt t="167975" x="7448550" y="4305300"/>
          <p14:tracePt t="168055" x="7448550" y="4318000"/>
          <p14:tracePt t="168167" x="7448550" y="4267200"/>
          <p14:tracePt t="168175" x="7410450" y="4205288"/>
          <p14:tracePt t="168183" x="7397750" y="4129088"/>
          <p14:tracePt t="168191" x="7397750" y="4092575"/>
          <p14:tracePt t="168202" x="7397750" y="4017963"/>
          <p14:tracePt t="168207" x="7397750" y="3967163"/>
          <p14:tracePt t="168215" x="7397750" y="3916363"/>
          <p14:tracePt t="168223" x="7397750" y="3867150"/>
          <p14:tracePt t="168231" x="7410450" y="3792538"/>
          <p14:tracePt t="168239" x="7448550" y="3754438"/>
          <p14:tracePt t="168247" x="7497763" y="3741738"/>
          <p14:tracePt t="168255" x="7535863" y="3703638"/>
          <p14:tracePt t="168263" x="7610475" y="3654425"/>
          <p14:tracePt t="168271" x="7661275" y="3616325"/>
          <p14:tracePt t="168279" x="7697788" y="3603625"/>
          <p14:tracePt t="168287" x="7748588" y="3590925"/>
          <p14:tracePt t="168295" x="7773988" y="3567113"/>
          <p14:tracePt t="168303" x="7810500" y="3567113"/>
          <p14:tracePt t="168311" x="7861300" y="3567113"/>
          <p14:tracePt t="168319" x="7886700" y="3567113"/>
          <p14:tracePt t="168336" x="7910513" y="3567113"/>
          <p14:tracePt t="168352" x="7923213" y="3567113"/>
          <p14:tracePt t="168359" x="7935913" y="3567113"/>
          <p14:tracePt t="168369" x="7948613" y="3579813"/>
          <p14:tracePt t="168375" x="7961313" y="3603625"/>
          <p14:tracePt t="168384" x="7974013" y="3654425"/>
          <p14:tracePt t="168391" x="7986713" y="3692525"/>
          <p14:tracePt t="168400" x="7999413" y="3741738"/>
          <p14:tracePt t="168407" x="7999413" y="3816350"/>
          <p14:tracePt t="168415" x="7999413" y="3879850"/>
          <p14:tracePt t="168423" x="8010525" y="3954463"/>
          <p14:tracePt t="168431" x="8023225" y="4005263"/>
          <p14:tracePt t="168439" x="8023225" y="4105275"/>
          <p14:tracePt t="168447" x="8023225" y="4154488"/>
          <p14:tracePt t="168455" x="7999413" y="4205288"/>
          <p14:tracePt t="168463" x="7948613" y="4267200"/>
          <p14:tracePt t="168471" x="7935913" y="4279900"/>
          <p14:tracePt t="168479" x="7897813" y="4318000"/>
          <p14:tracePt t="168487" x="7897813" y="4330700"/>
          <p14:tracePt t="168495" x="7835900" y="4379913"/>
          <p14:tracePt t="168503" x="7823200" y="4392613"/>
          <p14:tracePt t="168511" x="7797800" y="4405313"/>
          <p14:tracePt t="168519" x="7748588" y="4418013"/>
          <p14:tracePt t="168536" x="7723188" y="4430713"/>
          <p14:tracePt t="168543" x="7710488" y="4430713"/>
          <p14:tracePt t="168759" x="7697788" y="4443413"/>
          <p14:tracePt t="168768" x="7697788" y="4454525"/>
          <p14:tracePt t="168775" x="7697788" y="4467225"/>
          <p14:tracePt t="168784" x="7697788" y="4492625"/>
          <p14:tracePt t="168791" x="7697788" y="4505325"/>
          <p14:tracePt t="168799" x="7697788" y="4530725"/>
          <p14:tracePt t="168807" x="7710488" y="4567238"/>
          <p14:tracePt t="168818" x="7735888" y="4592638"/>
          <p14:tracePt t="168823" x="7748588" y="4592638"/>
          <p14:tracePt t="168831" x="7761288" y="4618038"/>
          <p14:tracePt t="168839" x="7761288" y="4630738"/>
          <p14:tracePt t="168847" x="7761288" y="4643438"/>
          <p14:tracePt t="168871" x="7773988" y="4656138"/>
          <p14:tracePt t="168879" x="7773988" y="4667250"/>
          <p14:tracePt t="168887" x="7773988" y="4679950"/>
          <p14:tracePt t="168903" x="7773988" y="4705350"/>
          <p14:tracePt t="168911" x="7773988" y="4718050"/>
          <p14:tracePt t="168927" x="7773988" y="4730750"/>
          <p14:tracePt t="168936" x="7773988" y="4743450"/>
          <p14:tracePt t="169087" x="7773988" y="4718050"/>
          <p14:tracePt t="169095" x="7773988" y="4692650"/>
          <p14:tracePt t="169103" x="7761288" y="4643438"/>
          <p14:tracePt t="169111" x="7761288" y="4630738"/>
          <p14:tracePt t="169119" x="7761288" y="4618038"/>
          <p14:tracePt t="169127" x="7761288" y="4592638"/>
          <p14:tracePt t="169135" x="7761288" y="4579938"/>
          <p14:tracePt t="169143" x="7761288" y="4554538"/>
          <p14:tracePt t="169152" x="7797800" y="4530725"/>
          <p14:tracePt t="169159" x="7810500" y="4518025"/>
          <p14:tracePt t="169168" x="7835900" y="4518025"/>
          <p14:tracePt t="169175" x="7848600" y="4518025"/>
          <p14:tracePt t="169185" x="7897813" y="4518025"/>
          <p14:tracePt t="169191" x="7948613" y="4518025"/>
          <p14:tracePt t="169207" x="7961313" y="4518025"/>
          <p14:tracePt t="169223" x="7974013" y="4518025"/>
          <p14:tracePt t="169351" x="7986713" y="4492625"/>
          <p14:tracePt t="169359" x="7986713" y="4430713"/>
          <p14:tracePt t="169368" x="7986713" y="4367213"/>
          <p14:tracePt t="169375" x="7986713" y="4305300"/>
          <p14:tracePt t="169385" x="7986713" y="4254500"/>
          <p14:tracePt t="169391" x="7986713" y="4154488"/>
          <p14:tracePt t="169401" x="7974013" y="4079875"/>
          <p14:tracePt t="169407" x="7935913" y="3992563"/>
          <p14:tracePt t="169417" x="7910513" y="3905250"/>
          <p14:tracePt t="169423" x="7861300" y="3816350"/>
          <p14:tracePt t="169433" x="7848600" y="3729038"/>
          <p14:tracePt t="169439" x="7835900" y="3667125"/>
          <p14:tracePt t="169447" x="7810500" y="3641725"/>
          <p14:tracePt t="169455" x="7797800" y="3603625"/>
          <p14:tracePt t="169463" x="7797800" y="3579813"/>
          <p14:tracePt t="169471" x="7785100" y="3567113"/>
          <p14:tracePt t="169575" x="7773988" y="3629025"/>
          <p14:tracePt t="169584" x="7773988" y="3654425"/>
          <p14:tracePt t="169591" x="7773988" y="3703638"/>
          <p14:tracePt t="169600" x="7773988" y="3754438"/>
          <p14:tracePt t="169607" x="7773988" y="3803650"/>
          <p14:tracePt t="169616" x="7773988" y="3854450"/>
          <p14:tracePt t="169623" x="7773988" y="3892550"/>
          <p14:tracePt t="169634" x="7773988" y="3916363"/>
          <p14:tracePt t="169639" x="7773988" y="3929063"/>
          <p14:tracePt t="169695" x="7761288" y="3941763"/>
          <p14:tracePt t="169743" x="7761288" y="3916363"/>
          <p14:tracePt t="169752" x="7761288" y="3905250"/>
          <p14:tracePt t="169759" x="7761288" y="3879850"/>
          <p14:tracePt t="169768" x="7748588" y="3841750"/>
          <p14:tracePt t="169775" x="7748588" y="3829050"/>
          <p14:tracePt t="169785" x="7723188" y="3816350"/>
          <p14:tracePt t="169791" x="7723188" y="3792538"/>
          <p14:tracePt t="169895" x="7723188" y="3816350"/>
          <p14:tracePt t="169903" x="7723188" y="3916363"/>
          <p14:tracePt t="169911" x="7748588" y="3967163"/>
          <p14:tracePt t="169919" x="7748588" y="4041775"/>
          <p14:tracePt t="169927" x="7748588" y="4092575"/>
          <p14:tracePt t="169935" x="7748588" y="4117975"/>
          <p14:tracePt t="169943" x="7748588" y="4154488"/>
          <p14:tracePt t="169959" x="7748588" y="4192588"/>
          <p14:tracePt t="169975" x="7748588" y="4205288"/>
          <p14:tracePt t="169991" x="7735888" y="4230688"/>
          <p14:tracePt t="170023" x="7710488" y="4241800"/>
          <p14:tracePt t="170031" x="7685088" y="4241800"/>
          <p14:tracePt t="170051" x="7635875" y="4241800"/>
          <p14:tracePt t="170055" x="7585075" y="4241800"/>
          <p14:tracePt t="170063" x="7561263" y="4241800"/>
          <p14:tracePt t="170071" x="7535863" y="4241800"/>
          <p14:tracePt t="170079" x="7510463" y="4241800"/>
          <p14:tracePt t="170087" x="7472363" y="4230688"/>
          <p14:tracePt t="170095" x="7435850" y="4217988"/>
          <p14:tracePt t="170103" x="7435850" y="4205288"/>
          <p14:tracePt t="170111" x="7410450" y="4167188"/>
          <p14:tracePt t="170119" x="7397750" y="4167188"/>
          <p14:tracePt t="170127" x="7385050" y="4141788"/>
          <p14:tracePt t="170143" x="7372350" y="4105275"/>
          <p14:tracePt t="170152" x="7359650" y="4105275"/>
          <p14:tracePt t="170159" x="7359650" y="4079875"/>
          <p14:tracePt t="170168" x="7359650" y="4054475"/>
          <p14:tracePt t="170175" x="7359650" y="4017963"/>
          <p14:tracePt t="170184" x="7359650" y="3992563"/>
          <p14:tracePt t="170191" x="7359650" y="3941763"/>
          <p14:tracePt t="170201" x="7359650" y="3916363"/>
          <p14:tracePt t="170207" x="7359650" y="3879850"/>
          <p14:tracePt t="170216" x="7359650" y="3841750"/>
          <p14:tracePt t="170223" x="7359650" y="3792538"/>
          <p14:tracePt t="170233" x="7359650" y="3779838"/>
          <p14:tracePt t="170239" x="7359650" y="3754438"/>
          <p14:tracePt t="170247" x="7359650" y="3729038"/>
          <p14:tracePt t="170255" x="7359650" y="3703638"/>
          <p14:tracePt t="170263" x="7372350" y="3692525"/>
          <p14:tracePt t="170344" x="7397750" y="3679825"/>
          <p14:tracePt t="170359" x="7423150" y="3667125"/>
          <p14:tracePt t="170367" x="7435850" y="3654425"/>
          <p14:tracePt t="170375" x="7448550" y="3654425"/>
          <p14:tracePt t="170384" x="7497763" y="3629025"/>
          <p14:tracePt t="170391" x="7510463" y="3629025"/>
          <p14:tracePt t="170400" x="7535863" y="3590925"/>
          <p14:tracePt t="170407" x="7561263" y="3590925"/>
          <p14:tracePt t="170416" x="7597775" y="3567113"/>
          <p14:tracePt t="170433" x="7635875" y="3567113"/>
          <p14:tracePt t="170439" x="7661275" y="3567113"/>
          <p14:tracePt t="170447" x="7685088" y="3554413"/>
          <p14:tracePt t="170455" x="7710488" y="3554413"/>
          <p14:tracePt t="170464" x="7735888" y="3554413"/>
          <p14:tracePt t="170471" x="7748588" y="3554413"/>
          <p14:tracePt t="170479" x="7761288" y="3554413"/>
          <p14:tracePt t="170495" x="7785100" y="3554413"/>
          <p14:tracePt t="170511" x="7797800" y="3554413"/>
          <p14:tracePt t="170544" x="7810500" y="3554413"/>
          <p14:tracePt t="170552" x="7835900" y="3554413"/>
          <p14:tracePt t="170560" x="7848600" y="3554413"/>
          <p14:tracePt t="170575" x="7874000" y="3554413"/>
          <p14:tracePt t="170591" x="7886700" y="3554413"/>
          <p14:tracePt t="170607" x="7897813" y="3554413"/>
          <p14:tracePt t="170623" x="7910513" y="3554413"/>
          <p14:tracePt t="170671" x="7923213" y="3554413"/>
          <p14:tracePt t="170711" x="7923213" y="3567113"/>
          <p14:tracePt t="170719" x="7935913" y="3579813"/>
          <p14:tracePt t="170727" x="7948613" y="3590925"/>
          <p14:tracePt t="170743" x="7961313" y="3616325"/>
          <p14:tracePt t="170751" x="7961313" y="3641725"/>
          <p14:tracePt t="170759" x="7974013" y="3679825"/>
          <p14:tracePt t="170768" x="7999413" y="3692525"/>
          <p14:tracePt t="170775" x="7999413" y="3716338"/>
          <p14:tracePt t="170784" x="7999413" y="3767138"/>
          <p14:tracePt t="170791" x="7999413" y="3779838"/>
          <p14:tracePt t="170807" x="8010525" y="3803650"/>
          <p14:tracePt t="170823" x="8010525" y="3816350"/>
          <p14:tracePt t="170919" x="8010525" y="3841750"/>
          <p14:tracePt t="170967" x="8010525" y="3854450"/>
          <p14:tracePt t="171919" x="7999413" y="3892550"/>
          <p14:tracePt t="171927" x="7986713" y="3929063"/>
          <p14:tracePt t="171935" x="7974013" y="3954463"/>
          <p14:tracePt t="171943" x="7935913" y="3992563"/>
          <p14:tracePt t="171951" x="7910513" y="4029075"/>
          <p14:tracePt t="171959" x="7910513" y="4079875"/>
          <p14:tracePt t="171967" x="7874000" y="4129088"/>
          <p14:tracePt t="171975" x="7835900" y="4179888"/>
          <p14:tracePt t="171983" x="7835900" y="4192588"/>
          <p14:tracePt t="171991" x="7797800" y="4241800"/>
          <p14:tracePt t="171999" x="7785100" y="4267200"/>
          <p14:tracePt t="172007" x="7785100" y="4279900"/>
          <p14:tracePt t="172016" x="7785100" y="4305300"/>
          <p14:tracePt t="172023" x="7761288" y="4354513"/>
          <p14:tracePt t="172032" x="7748588" y="4405313"/>
          <p14:tracePt t="172039" x="7748588" y="4430713"/>
          <p14:tracePt t="172049" x="7735888" y="4492625"/>
          <p14:tracePt t="172055" x="7735888" y="4554538"/>
          <p14:tracePt t="172064" x="7723188" y="4630738"/>
          <p14:tracePt t="172071" x="7723188" y="4667250"/>
          <p14:tracePt t="172080" x="7697788" y="4730750"/>
          <p14:tracePt t="172087" x="7697788" y="4779963"/>
          <p14:tracePt t="172097" x="7697788" y="4868863"/>
          <p14:tracePt t="172103" x="7697788" y="4905375"/>
          <p14:tracePt t="172111" x="7697788" y="4943475"/>
          <p14:tracePt t="172119" x="7697788" y="4968875"/>
          <p14:tracePt t="172127" x="7697788" y="4981575"/>
          <p14:tracePt t="172135" x="7697788" y="5005388"/>
          <p14:tracePt t="172369" x="7710488" y="5005388"/>
          <p14:tracePt t="172391" x="7723188" y="4992688"/>
          <p14:tracePt t="172399" x="7723188" y="4981575"/>
          <p14:tracePt t="172415" x="7735888" y="4981575"/>
          <p14:tracePt t="172471" x="7735888" y="4968875"/>
          <p14:tracePt t="172480" x="7735888" y="4956175"/>
          <p14:tracePt t="172487" x="7748588" y="4956175"/>
          <p14:tracePt t="172495" x="7748588" y="4943475"/>
          <p14:tracePt t="172503" x="7748588" y="4930775"/>
          <p14:tracePt t="172512" x="7761288" y="4918075"/>
          <p14:tracePt t="172527" x="7761288" y="4905375"/>
          <p14:tracePt t="172535" x="7761288" y="4892675"/>
          <p14:tracePt t="172543" x="7773988" y="4879975"/>
          <p14:tracePt t="172551" x="7773988" y="4868863"/>
          <p14:tracePt t="172567" x="7773988" y="4856163"/>
          <p14:tracePt t="172583" x="7773988" y="4843463"/>
          <p14:tracePt t="172607" x="7785100" y="4830763"/>
          <p14:tracePt t="172679" x="7785100" y="4818063"/>
          <p14:tracePt t="172687" x="7785100" y="4805363"/>
          <p14:tracePt t="172703" x="7785100" y="4792663"/>
          <p14:tracePt t="172712" x="7785100" y="4779963"/>
          <p14:tracePt t="172719" x="7785100" y="4768850"/>
          <p14:tracePt t="172727" x="7785100" y="4756150"/>
          <p14:tracePt t="172735" x="7785100" y="4718050"/>
          <p14:tracePt t="172743" x="7785100" y="4705350"/>
          <p14:tracePt t="172751" x="7785100" y="4679950"/>
          <p14:tracePt t="172759" x="7785100" y="4667250"/>
          <p14:tracePt t="172767" x="7810500" y="4618038"/>
          <p14:tracePt t="172775" x="7823200" y="4592638"/>
          <p14:tracePt t="172783" x="7823200" y="4579938"/>
          <p14:tracePt t="172791" x="7823200" y="4567238"/>
          <p14:tracePt t="172799" x="7823200" y="4543425"/>
          <p14:tracePt t="172807" x="7823200" y="4492625"/>
          <p14:tracePt t="172815" x="7861300" y="4454525"/>
          <p14:tracePt t="172823" x="7874000" y="4430713"/>
          <p14:tracePt t="172831" x="7874000" y="4405313"/>
          <p14:tracePt t="172839" x="7886700" y="4379913"/>
          <p14:tracePt t="172848" x="7897813" y="4354513"/>
          <p14:tracePt t="172855" x="7910513" y="4354513"/>
          <p14:tracePt t="172865" x="7910513" y="4341813"/>
          <p14:tracePt t="172871" x="7910513" y="4330700"/>
          <p14:tracePt t="172880" x="7910513" y="4318000"/>
          <p14:tracePt t="172897" x="7910513" y="4292600"/>
          <p14:tracePt t="172903" x="7910513" y="4279900"/>
          <p14:tracePt t="172913" x="7910513" y="4267200"/>
          <p14:tracePt t="172919" x="7910513" y="4254500"/>
          <p14:tracePt t="172927" x="7923213" y="4241800"/>
          <p14:tracePt t="172935" x="7948613" y="4217988"/>
          <p14:tracePt t="172951" x="7948613" y="4205288"/>
          <p14:tracePt t="172959" x="7948613" y="4192588"/>
          <p14:tracePt t="172967" x="7961313" y="4179888"/>
          <p14:tracePt t="173007" x="7974013" y="4179888"/>
          <p14:tracePt t="173015" x="7974013" y="4167188"/>
          <p14:tracePt t="173023" x="7974013" y="4154488"/>
          <p14:tracePt t="173031" x="7986713" y="4154488"/>
          <p14:tracePt t="173065" x="7999413" y="4141788"/>
          <p14:tracePt t="173071" x="8010525" y="4129088"/>
          <p14:tracePt t="173111" x="8010525" y="4117975"/>
          <p14:tracePt t="173207" x="8023225" y="4117975"/>
          <p14:tracePt t="173215" x="8035925" y="4105275"/>
          <p14:tracePt t="173231" x="8048625" y="4105275"/>
          <p14:tracePt t="173863" x="8048625" y="4117975"/>
          <p14:tracePt t="173880" x="8035925" y="4141788"/>
          <p14:tracePt t="173897" x="8035925" y="4154488"/>
          <p14:tracePt t="173903" x="8010525" y="4167188"/>
          <p14:tracePt t="173912" x="7999413" y="4192588"/>
          <p14:tracePt t="173919" x="7986713" y="4192588"/>
          <p14:tracePt t="173928" x="7974013" y="4192588"/>
          <p14:tracePt t="173935" x="7974013" y="4205288"/>
          <p14:tracePt t="173944" x="7961313" y="4217988"/>
          <p14:tracePt t="173975" x="7935913" y="4217988"/>
          <p14:tracePt t="174015" x="7923213" y="4217988"/>
          <p14:tracePt t="174023" x="7910513" y="4217988"/>
          <p14:tracePt t="174039" x="7897813" y="4217988"/>
          <p14:tracePt t="174055" x="7874000" y="4217988"/>
          <p14:tracePt t="174071" x="7861300" y="4217988"/>
          <p14:tracePt t="174080" x="7848600" y="4217988"/>
          <p14:tracePt t="174096" x="7835900" y="4205288"/>
          <p14:tracePt t="174128" x="7823200" y="4205288"/>
          <p14:tracePt t="174135" x="7823200" y="4192588"/>
          <p14:tracePt t="174144" x="7810500" y="4192588"/>
          <p14:tracePt t="174151" x="7810500" y="4179888"/>
          <p14:tracePt t="174159" x="7797800" y="4179888"/>
          <p14:tracePt t="174167" x="7785100" y="4167188"/>
          <p14:tracePt t="174175" x="7785100" y="4154488"/>
          <p14:tracePt t="174183" x="7785100" y="4141788"/>
          <p14:tracePt t="174199" x="7785100" y="4129088"/>
          <p14:tracePt t="174207" x="7785100" y="4117975"/>
          <p14:tracePt t="174215" x="7797800" y="4105275"/>
          <p14:tracePt t="174223" x="7797800" y="4092575"/>
          <p14:tracePt t="174231" x="7797800" y="4067175"/>
          <p14:tracePt t="174303" x="7810500" y="4054475"/>
          <p14:tracePt t="174615" x="7823200" y="4054475"/>
          <p14:tracePt t="174727" x="7835900" y="4054475"/>
          <p14:tracePt t="175391" x="7835900" y="4067175"/>
          <p14:tracePt t="175425" x="7835900" y="4079875"/>
          <p14:tracePt t="175433" x="7835900" y="4092575"/>
          <p14:tracePt t="175447" x="7835900" y="4105275"/>
          <p14:tracePt t="175455" x="7823200" y="4117975"/>
          <p14:tracePt t="175464" x="7823200" y="4129088"/>
          <p14:tracePt t="175471" x="7810500" y="4129088"/>
          <p14:tracePt t="175479" x="7785100" y="4154488"/>
          <p14:tracePt t="175495" x="7773988" y="4167188"/>
          <p14:tracePt t="175503" x="7748588" y="4192588"/>
          <p14:tracePt t="175512" x="7723188" y="4241800"/>
          <p14:tracePt t="175519" x="7710488" y="4254500"/>
          <p14:tracePt t="175528" x="7710488" y="4279900"/>
          <p14:tracePt t="175535" x="7710488" y="4292600"/>
          <p14:tracePt t="175544" x="7697788" y="4292600"/>
          <p14:tracePt t="175551" x="7685088" y="4305300"/>
          <p14:tracePt t="175680" x="7697788" y="4305300"/>
          <p14:tracePt t="175697" x="7723188" y="4305300"/>
          <p14:tracePt t="175703" x="7735888" y="4305300"/>
          <p14:tracePt t="175751" x="7748588" y="4305300"/>
          <p14:tracePt t="175760" x="7748588" y="4292600"/>
          <p14:tracePt t="175767" x="7773988" y="4292600"/>
          <p14:tracePt t="175807" x="7785100" y="4267200"/>
          <p14:tracePt t="175839" x="7797800" y="4254500"/>
          <p14:tracePt t="175847" x="7797800" y="4241800"/>
          <p14:tracePt t="176231" x="7797800" y="4230688"/>
          <p14:tracePt t="176343" x="7810500" y="4230688"/>
          <p14:tracePt t="176391" x="7810500" y="4205288"/>
          <p14:tracePt t="176399" x="7810500" y="4192588"/>
          <p14:tracePt t="176415" x="7823200" y="4179888"/>
          <p14:tracePt t="176431" x="7823200" y="4167188"/>
          <p14:tracePt t="176439" x="7835900" y="4167188"/>
          <p14:tracePt t="176447" x="7848600" y="4141788"/>
          <p14:tracePt t="176799" x="7874000" y="4117975"/>
          <p14:tracePt t="176807" x="7886700" y="4092575"/>
          <p14:tracePt t="176815" x="7897813" y="4092575"/>
          <p14:tracePt t="176823" x="7910513" y="4092575"/>
          <p14:tracePt t="176831" x="7935913" y="4079875"/>
          <p14:tracePt t="176839" x="7948613" y="4067175"/>
          <p14:tracePt t="176847" x="7961313" y="4067175"/>
          <p14:tracePt t="176855" x="7974013" y="4054475"/>
          <p14:tracePt t="176863" x="7986713" y="4054475"/>
          <p14:tracePt t="176871" x="7999413" y="4041775"/>
          <p14:tracePt t="176879" x="8023225" y="4029075"/>
          <p14:tracePt t="176919" x="8035925" y="4029075"/>
          <p14:tracePt t="176927" x="8048625" y="4029075"/>
          <p14:tracePt t="176943" x="8061325" y="4017963"/>
          <p14:tracePt t="177409" x="8074025" y="4005263"/>
          <p14:tracePt t="177568" x="8086725" y="4005263"/>
          <p14:tracePt t="177584" x="8086725" y="4029075"/>
          <p14:tracePt t="177599" x="8086725" y="4041775"/>
          <p14:tracePt t="177608" x="8086725" y="4067175"/>
          <p14:tracePt t="177615" x="8086725" y="4079875"/>
          <p14:tracePt t="177631" x="8074025" y="4092575"/>
          <p14:tracePt t="177647" x="8074025" y="4105275"/>
          <p14:tracePt t="177655" x="8074025" y="4117975"/>
          <p14:tracePt t="177663" x="8061325" y="4117975"/>
          <p14:tracePt t="177679" x="8061325" y="4129088"/>
          <p14:tracePt t="178041" x="8061325" y="4141788"/>
          <p14:tracePt t="178047" x="8048625" y="4167188"/>
          <p14:tracePt t="178055" x="8035925" y="4205288"/>
          <p14:tracePt t="178063" x="7986713" y="4241800"/>
          <p14:tracePt t="178071" x="7948613" y="4292600"/>
          <p14:tracePt t="178079" x="7897813" y="4330700"/>
          <p14:tracePt t="178087" x="7861300" y="4379913"/>
          <p14:tracePt t="178095" x="7810500" y="4430713"/>
          <p14:tracePt t="178103" x="7785100" y="4454525"/>
          <p14:tracePt t="178111" x="7748588" y="4479925"/>
          <p14:tracePt t="178119" x="7723188" y="4518025"/>
          <p14:tracePt t="178127" x="7710488" y="4518025"/>
          <p14:tracePt t="178135" x="7673975" y="4543425"/>
          <p14:tracePt t="178143" x="7673975" y="4554538"/>
          <p14:tracePt t="178151" x="7648575" y="4567238"/>
          <p14:tracePt t="178159" x="7648575" y="4579938"/>
          <p14:tracePt t="178167" x="7648575" y="4592638"/>
          <p14:tracePt t="178183" x="7648575" y="4605338"/>
          <p14:tracePt t="178239" x="7661275" y="4618038"/>
          <p14:tracePt t="178279" x="7661275" y="4630738"/>
          <p14:tracePt t="178471" x="7673975" y="4630738"/>
          <p14:tracePt t="178632" x="7685088" y="4618038"/>
          <p14:tracePt t="178648" x="7697788" y="4605338"/>
          <p14:tracePt t="178663" x="7723188" y="4592638"/>
          <p14:tracePt t="178711" x="7723188" y="4567238"/>
          <p14:tracePt t="178727" x="7735888" y="4567238"/>
          <p14:tracePt t="178743" x="7748588" y="4554538"/>
          <p14:tracePt t="178775" x="7761288" y="4543425"/>
          <p14:tracePt t="178831" x="7761288" y="4530725"/>
          <p14:tracePt t="178840" x="7773988" y="4518025"/>
          <p14:tracePt t="178863" x="7785100" y="4492625"/>
          <p14:tracePt t="178871" x="7797800" y="4479925"/>
          <p14:tracePt t="178887" x="7797800" y="4467225"/>
          <p14:tracePt t="178919" x="7797800" y="4430713"/>
          <p14:tracePt t="178935" x="7761288" y="4418013"/>
          <p14:tracePt t="178951" x="7710488" y="4392613"/>
          <p14:tracePt t="178959" x="7685088" y="4392613"/>
          <p14:tracePt t="178967" x="7648575" y="4392613"/>
          <p14:tracePt t="178975" x="7610475" y="4379913"/>
          <p14:tracePt t="178983" x="7585075" y="4367213"/>
          <p14:tracePt t="178999" x="7561263" y="4367213"/>
          <p14:tracePt t="179015" x="7548563" y="4367213"/>
          <p14:tracePt t="179025" x="7510463" y="4367213"/>
          <p14:tracePt t="179042" x="7335838" y="4367213"/>
          <p14:tracePt t="179047" x="7272338" y="4367213"/>
          <p14:tracePt t="179058" x="7185025" y="4367213"/>
          <p14:tracePt t="179063" x="7097713" y="4367213"/>
          <p14:tracePt t="179074" x="7046913" y="4367213"/>
          <p14:tracePt t="179079" x="7021513" y="4367213"/>
          <p14:tracePt t="179087" x="6997700" y="4367213"/>
          <p14:tracePt t="179095" x="6985000" y="4367213"/>
          <p14:tracePt t="179103" x="6959600" y="4367213"/>
          <p14:tracePt t="179135" x="6946900" y="4367213"/>
          <p14:tracePt t="179159" x="6934200" y="4367213"/>
          <p14:tracePt t="179167" x="6934200" y="4379913"/>
          <p14:tracePt t="179175" x="6934200" y="4392613"/>
          <p14:tracePt t="179183" x="6921500" y="4418013"/>
          <p14:tracePt t="179192" x="6921500" y="4467225"/>
          <p14:tracePt t="179199" x="6921500" y="4505325"/>
          <p14:tracePt t="179208" x="6921500" y="4530725"/>
          <p14:tracePt t="179215" x="6921500" y="4567238"/>
          <p14:tracePt t="179225" x="6921500" y="4605338"/>
          <p14:tracePt t="179231" x="6921500" y="4656138"/>
          <p14:tracePt t="179240" x="6972300" y="4679950"/>
          <p14:tracePt t="179247" x="7010400" y="4730750"/>
          <p14:tracePt t="179256" x="7034213" y="4743450"/>
          <p14:tracePt t="179263" x="7072313" y="4805363"/>
          <p14:tracePt t="179273" x="7185025" y="4856163"/>
          <p14:tracePt t="179279" x="7197725" y="4879975"/>
          <p14:tracePt t="179287" x="7272338" y="4905375"/>
          <p14:tracePt t="179295" x="7310438" y="4930775"/>
          <p14:tracePt t="179303" x="7323138" y="4943475"/>
          <p14:tracePt t="179311" x="7348538" y="4956175"/>
          <p14:tracePt t="179319" x="7385050" y="4968875"/>
          <p14:tracePt t="179327" x="7410450" y="4968875"/>
          <p14:tracePt t="179335" x="7435850" y="4968875"/>
          <p14:tracePt t="179343" x="7448550" y="4968875"/>
          <p14:tracePt t="179359" x="7459663" y="4968875"/>
          <p14:tracePt t="179367" x="7472363" y="4968875"/>
          <p14:tracePt t="179375" x="7485063" y="4968875"/>
          <p14:tracePt t="179391" x="7497763" y="4968875"/>
          <p14:tracePt t="179399" x="7510463" y="4968875"/>
          <p14:tracePt t="179408" x="7510463" y="4956175"/>
          <p14:tracePt t="179425" x="7535863" y="4930775"/>
          <p14:tracePt t="179447" x="7535863" y="4918075"/>
          <p14:tracePt t="179456" x="7535863" y="4892675"/>
          <p14:tracePt t="179473" x="7535863" y="4868863"/>
          <p14:tracePt t="179487" x="7535863" y="4856163"/>
          <p14:tracePt t="179495" x="7535863" y="4843463"/>
          <p14:tracePt t="179503" x="7535863" y="4830763"/>
          <p14:tracePt t="179543" x="7535863" y="4818063"/>
          <p14:tracePt t="179559" x="7523163" y="4818063"/>
          <p14:tracePt t="179584" x="7510463" y="4818063"/>
          <p14:tracePt t="179599" x="7510463" y="4856163"/>
          <p14:tracePt t="179608" x="7510463" y="4879975"/>
          <p14:tracePt t="179615" x="7510463" y="4918075"/>
          <p14:tracePt t="179625" x="7510463" y="4956175"/>
          <p14:tracePt t="179631" x="7523163" y="4992688"/>
          <p14:tracePt t="179641" x="7548563" y="5018088"/>
          <p14:tracePt t="179647" x="7610475" y="5043488"/>
          <p14:tracePt t="179656" x="7685088" y="5068888"/>
          <p14:tracePt t="179663" x="7773988" y="5081588"/>
          <p14:tracePt t="179673" x="7810500" y="5092700"/>
          <p14:tracePt t="179679" x="7823200" y="5118100"/>
          <p14:tracePt t="179689" x="7910513" y="5118100"/>
          <p14:tracePt t="179695" x="7935913" y="5118100"/>
          <p14:tracePt t="179703" x="7986713" y="5130800"/>
          <p14:tracePt t="179711" x="8010525" y="5130800"/>
          <p14:tracePt t="179719" x="8061325" y="5130800"/>
          <p14:tracePt t="179727" x="8099425" y="5130800"/>
          <p14:tracePt t="179735" x="8123238" y="5118100"/>
          <p14:tracePt t="179743" x="8161338" y="5105400"/>
          <p14:tracePt t="179751" x="8199438" y="5081588"/>
          <p14:tracePt t="179759" x="8199438" y="5068888"/>
          <p14:tracePt t="179767" x="8212138" y="5068888"/>
          <p14:tracePt t="179775" x="8223250" y="5043488"/>
          <p14:tracePt t="179791" x="8223250" y="5030788"/>
          <p14:tracePt t="179799" x="8223250" y="5005388"/>
          <p14:tracePt t="179815" x="8223250" y="4992688"/>
          <p14:tracePt t="179847" x="8212138" y="4992688"/>
          <p14:tracePt t="179887" x="8199438" y="4981575"/>
          <p14:tracePt t="180071" x="8186738" y="4968875"/>
          <p14:tracePt t="180079" x="8161338" y="4968875"/>
          <p14:tracePt t="180087" x="8110538" y="4968875"/>
          <p14:tracePt t="180095" x="8099425" y="4956175"/>
          <p14:tracePt t="180105" x="8061325" y="4956175"/>
          <p14:tracePt t="180111" x="8010525" y="4943475"/>
          <p14:tracePt t="180119" x="7974013" y="4918075"/>
          <p14:tracePt t="180127" x="7948613" y="4918075"/>
          <p14:tracePt t="180135" x="7923213" y="4905375"/>
          <p14:tracePt t="180143" x="7886700" y="4905375"/>
          <p14:tracePt t="180151" x="7861300" y="4892675"/>
          <p14:tracePt t="180159" x="7848600" y="4892675"/>
          <p14:tracePt t="180167" x="7835900" y="4892675"/>
          <p14:tracePt t="180175" x="7810500" y="4868863"/>
          <p14:tracePt t="180191" x="7797800" y="4868863"/>
          <p14:tracePt t="180231" x="7785100" y="4868863"/>
          <p14:tracePt t="180240" x="7773988" y="4879975"/>
          <p14:tracePt t="180247" x="7761288" y="4892675"/>
          <p14:tracePt t="180256" x="7761288" y="4905375"/>
          <p14:tracePt t="180272" x="7761288" y="4930775"/>
          <p14:tracePt t="180279" x="7761288" y="4943475"/>
          <p14:tracePt t="180295" x="7761288" y="4956175"/>
          <p14:tracePt t="180311" x="7773988" y="4956175"/>
          <p14:tracePt t="180327" x="7785100" y="4956175"/>
          <p14:tracePt t="180335" x="7810500" y="4956175"/>
          <p14:tracePt t="180343" x="7835900" y="4956175"/>
          <p14:tracePt t="180359" x="7861300" y="4956175"/>
          <p14:tracePt t="180367" x="7874000" y="4956175"/>
          <p14:tracePt t="180375" x="7935913" y="4918075"/>
          <p14:tracePt t="180383" x="7935913" y="4892675"/>
          <p14:tracePt t="180391" x="7974013" y="4868863"/>
          <p14:tracePt t="180399" x="7999413" y="4830763"/>
          <p14:tracePt t="180407" x="8023225" y="4818063"/>
          <p14:tracePt t="180415" x="8035925" y="4805363"/>
          <p14:tracePt t="180424" x="8048625" y="4792663"/>
          <p14:tracePt t="180431" x="8048625" y="4779963"/>
          <p14:tracePt t="180440" x="8061325" y="4779963"/>
          <p14:tracePt t="180457" x="8074025" y="4768850"/>
          <p14:tracePt t="180527" x="8086725" y="4768850"/>
          <p14:tracePt t="180543" x="8099425" y="4768850"/>
          <p14:tracePt t="180551" x="8110538" y="4768850"/>
          <p14:tracePt t="180567" x="8123238" y="4768850"/>
          <p14:tracePt t="180591" x="8123238" y="4779963"/>
          <p14:tracePt t="180911" x="8123238" y="4792663"/>
          <p14:tracePt t="181719" x="8123238" y="4818063"/>
          <p14:tracePt t="181767" x="8123238" y="4830763"/>
          <p14:tracePt t="181775" x="8110538" y="4830763"/>
          <p14:tracePt t="181783" x="8099425" y="4830763"/>
          <p14:tracePt t="181791" x="8061325" y="4830763"/>
          <p14:tracePt t="181799" x="8035925" y="4830763"/>
          <p14:tracePt t="181807" x="7986713" y="4830763"/>
          <p14:tracePt t="181815" x="7935913" y="4830763"/>
          <p14:tracePt t="181823" x="7910513" y="4830763"/>
          <p14:tracePt t="181831" x="7886700" y="4830763"/>
          <p14:tracePt t="181839" x="7874000" y="4830763"/>
          <p14:tracePt t="181847" x="7848600" y="4830763"/>
          <p14:tracePt t="181863" x="7835900" y="4830763"/>
          <p14:tracePt t="181919" x="7810500" y="4830763"/>
          <p14:tracePt t="181943" x="7797800" y="4830763"/>
          <p14:tracePt t="181983" x="7797800" y="4805363"/>
          <p14:tracePt t="182191" x="7797800" y="4792663"/>
          <p14:tracePt t="182199" x="7810500" y="4792663"/>
          <p14:tracePt t="182215" x="7835900" y="4792663"/>
          <p14:tracePt t="182231" x="7848600" y="4792663"/>
          <p14:tracePt t="182247" x="7848600" y="4779963"/>
          <p14:tracePt t="182255" x="7861300" y="4779963"/>
          <p14:tracePt t="182288" x="7886700" y="4779963"/>
          <p14:tracePt t="182306" x="7897813" y="4779963"/>
          <p14:tracePt t="182312" x="7923213" y="4779963"/>
          <p14:tracePt t="182328" x="7961313" y="4779963"/>
          <p14:tracePt t="182343" x="7974013" y="4779963"/>
          <p14:tracePt t="182352" x="7999413" y="4779963"/>
          <p14:tracePt t="182359" x="8048625" y="4779963"/>
          <p14:tracePt t="182367" x="8061325" y="4768850"/>
          <p14:tracePt t="182375" x="8099425" y="4768850"/>
          <p14:tracePt t="182391" x="8110538" y="4768850"/>
          <p14:tracePt t="182399" x="8135938" y="4768850"/>
          <p14:tracePt t="182407" x="8161338" y="4756150"/>
          <p14:tracePt t="182415" x="8174038" y="4756150"/>
          <p14:tracePt t="182423" x="8186738" y="4743450"/>
          <p14:tracePt t="182487" x="8212138" y="4743450"/>
          <p14:tracePt t="182935" x="8212138" y="4730750"/>
          <p14:tracePt t="182991" x="8212138" y="4718050"/>
          <p14:tracePt t="183008" x="8212138" y="4705350"/>
          <p14:tracePt t="183080" x="8212138" y="4692650"/>
          <p14:tracePt t="183159" x="8199438" y="4692650"/>
          <p14:tracePt t="183191" x="8186738" y="4692650"/>
          <p14:tracePt t="183207" x="8174038" y="4692650"/>
          <p14:tracePt t="183983" x="8186738" y="4692650"/>
          <p14:tracePt t="184047" x="8186738" y="4667250"/>
          <p14:tracePt t="184063" x="8174038" y="4667250"/>
          <p14:tracePt t="184071" x="8161338" y="4643438"/>
          <p14:tracePt t="184079" x="8148638" y="4643438"/>
          <p14:tracePt t="184159" x="8135938" y="4643438"/>
          <p14:tracePt t="184208" x="8135938" y="4630738"/>
          <p14:tracePt t="184216" x="8148638" y="4605338"/>
          <p14:tracePt t="184223" x="8148638" y="4567238"/>
          <p14:tracePt t="184231" x="8186738" y="4518025"/>
          <p14:tracePt t="184239" x="8212138" y="4492625"/>
          <p14:tracePt t="184247" x="8261350" y="4430713"/>
          <p14:tracePt t="184255" x="8324850" y="4367213"/>
          <p14:tracePt t="184263" x="8386763" y="4305300"/>
          <p14:tracePt t="184271" x="8448675" y="4241800"/>
          <p14:tracePt t="184279" x="8461375" y="4230688"/>
          <p14:tracePt t="184287" x="8486775" y="4192588"/>
          <p14:tracePt t="184295" x="8524875" y="4154488"/>
          <p14:tracePt t="184303" x="8561388" y="4105275"/>
          <p14:tracePt t="184311" x="8586788" y="4092575"/>
          <p14:tracePt t="184320" x="8624888" y="4054475"/>
          <p14:tracePt t="184327" x="8674100" y="4005263"/>
          <p14:tracePt t="184335" x="8686800" y="3992563"/>
          <p14:tracePt t="184343" x="8699500" y="3979863"/>
          <p14:tracePt t="184352" x="8712200" y="3967163"/>
          <p14:tracePt t="184359" x="8712200" y="3954463"/>
          <p14:tracePt t="184368" x="8724900" y="3954463"/>
          <p14:tracePt t="184375" x="8737600" y="3941763"/>
          <p14:tracePt t="184391" x="8737600" y="3929063"/>
          <p14:tracePt t="184511" x="8737600" y="3941763"/>
          <p14:tracePt t="184519" x="8699500" y="4017963"/>
          <p14:tracePt t="184527" x="8586788" y="4105275"/>
          <p14:tracePt t="184536" x="8486775" y="4192588"/>
          <p14:tracePt t="184543" x="8461375" y="4217988"/>
          <p14:tracePt t="184552" x="8448675" y="4230688"/>
          <p14:tracePt t="184559" x="8386763" y="4330700"/>
          <p14:tracePt t="184568" x="8312150" y="4418013"/>
          <p14:tracePt t="184575" x="8261350" y="4467225"/>
          <p14:tracePt t="184584" x="8212138" y="4530725"/>
          <p14:tracePt t="184591" x="8212138" y="4567238"/>
          <p14:tracePt t="184601" x="8212138" y="4605338"/>
          <p14:tracePt t="184607" x="8212138" y="4656138"/>
          <p14:tracePt t="184615" x="8212138" y="4718050"/>
          <p14:tracePt t="184623" x="8212138" y="4756150"/>
          <p14:tracePt t="184631" x="8199438" y="4805363"/>
          <p14:tracePt t="184639" x="8174038" y="4868863"/>
          <p14:tracePt t="184647" x="8174038" y="4892675"/>
          <p14:tracePt t="184655" x="8161338" y="4943475"/>
          <p14:tracePt t="184663" x="8161338" y="4981575"/>
          <p14:tracePt t="184671" x="8123238" y="5030788"/>
          <p14:tracePt t="184679" x="8123238" y="5068888"/>
          <p14:tracePt t="184687" x="8123238" y="5118100"/>
          <p14:tracePt t="184695" x="8099425" y="5168900"/>
          <p14:tracePt t="184703" x="8074025" y="5194300"/>
          <p14:tracePt t="184711" x="8074025" y="5205413"/>
          <p14:tracePt t="184719" x="8048625" y="5218113"/>
          <p14:tracePt t="184727" x="8023225" y="5243513"/>
          <p14:tracePt t="184736" x="8010525" y="5281613"/>
          <p14:tracePt t="184743" x="7999413" y="5281613"/>
          <p14:tracePt t="184752" x="7948613" y="5294313"/>
          <p14:tracePt t="184759" x="7910513" y="5330825"/>
          <p14:tracePt t="184769" x="7886700" y="5343525"/>
          <p14:tracePt t="184775" x="7823200" y="5343525"/>
          <p14:tracePt t="184784" x="7761288" y="5368925"/>
          <p14:tracePt t="184791" x="7673975" y="5394325"/>
          <p14:tracePt t="184800" x="7610475" y="5430838"/>
          <p14:tracePt t="184807" x="7561263" y="5443538"/>
          <p14:tracePt t="184817" x="7548563" y="5443538"/>
          <p14:tracePt t="184823" x="7535863" y="5443538"/>
          <p14:tracePt t="184831" x="7510463" y="5443538"/>
          <p14:tracePt t="184839" x="7397750" y="5507038"/>
          <p14:tracePt t="184847" x="7310438" y="5530850"/>
          <p14:tracePt t="184855" x="7210425" y="5568950"/>
          <p14:tracePt t="184863" x="7123113" y="5581650"/>
          <p14:tracePt t="184871" x="6959600" y="5607050"/>
          <p14:tracePt t="184879" x="6846888" y="5643563"/>
          <p14:tracePt t="184887" x="6672263" y="5656263"/>
          <p14:tracePt t="184895" x="6472238" y="5719763"/>
          <p14:tracePt t="184903" x="6359525" y="5719763"/>
          <p14:tracePt t="184911" x="6234113" y="5756275"/>
          <p14:tracePt t="184920" x="6183313" y="5756275"/>
          <p14:tracePt t="184927" x="6157913" y="5768975"/>
          <p14:tracePt t="184936" x="6146800" y="5768975"/>
          <p14:tracePt t="184991" x="6121400" y="5781675"/>
          <p14:tracePt t="184999" x="6096000" y="5781675"/>
          <p14:tracePt t="185023" x="6083300" y="5781675"/>
          <p14:tracePt t="185039" x="6070600" y="5781675"/>
          <p14:tracePt t="185047" x="6070600" y="5794375"/>
          <p14:tracePt t="185071" x="6083300" y="5819775"/>
          <p14:tracePt t="185079" x="6096000" y="5819775"/>
          <p14:tracePt t="185087" x="6134100" y="5819775"/>
          <p14:tracePt t="185095" x="6170613" y="5819775"/>
          <p14:tracePt t="185103" x="6196013" y="5843588"/>
          <p14:tracePt t="185111" x="6234113" y="5856288"/>
          <p14:tracePt t="185119" x="6270625" y="5856288"/>
          <p14:tracePt t="185127" x="6296025" y="5856288"/>
          <p14:tracePt t="185136" x="6370638" y="5868988"/>
          <p14:tracePt t="185143" x="6446838" y="5894388"/>
          <p14:tracePt t="185152" x="6508750" y="5894388"/>
          <p14:tracePt t="185159" x="6584950" y="5894388"/>
          <p14:tracePt t="185169" x="6634163" y="5894388"/>
          <p14:tracePt t="185175" x="6672263" y="5907088"/>
          <p14:tracePt t="185289" x="6659563" y="5907088"/>
          <p14:tracePt t="185296" x="6546850" y="5907088"/>
          <p14:tracePt t="185303" x="6496050" y="5907088"/>
          <p14:tracePt t="185311" x="6459538" y="5907088"/>
          <p14:tracePt t="185319" x="6421438" y="5907088"/>
          <p14:tracePt t="185327" x="6396038" y="5907088"/>
          <p14:tracePt t="185399" x="6483350" y="5907088"/>
          <p14:tracePt t="185407" x="6608763" y="5907088"/>
          <p14:tracePt t="185415" x="6734175" y="5907088"/>
          <p14:tracePt t="185423" x="6834188" y="5907088"/>
          <p14:tracePt t="185433" x="6972300" y="5907088"/>
          <p14:tracePt t="185439" x="7123113" y="5907088"/>
          <p14:tracePt t="185447" x="7272338" y="5907088"/>
          <p14:tracePt t="185455" x="7372350" y="5881688"/>
          <p14:tracePt t="185463" x="7423150" y="5868988"/>
          <p14:tracePt t="185471" x="7497763" y="5832475"/>
          <p14:tracePt t="185479" x="7510463" y="5832475"/>
          <p14:tracePt t="185487" x="7523163" y="5819775"/>
          <p14:tracePt t="185495" x="7535863" y="5807075"/>
          <p14:tracePt t="185599" x="7423150" y="5807075"/>
          <p14:tracePt t="185607" x="7348538" y="5807075"/>
          <p14:tracePt t="185616" x="7297738" y="5807075"/>
          <p14:tracePt t="185623" x="7259638" y="5807075"/>
          <p14:tracePt t="185632" x="7223125" y="5807075"/>
          <p14:tracePt t="185648" x="7210425" y="5807075"/>
          <p14:tracePt t="185711" x="7235825" y="5781675"/>
          <p14:tracePt t="185719" x="7235825" y="5756275"/>
          <p14:tracePt t="185727" x="7272338" y="5707063"/>
          <p14:tracePt t="185735" x="7272338" y="5656263"/>
          <p14:tracePt t="185743" x="7272338" y="5594350"/>
          <p14:tracePt t="185751" x="7297738" y="5468938"/>
          <p14:tracePt t="185759" x="7297738" y="5394325"/>
          <p14:tracePt t="185768" x="7335838" y="5256213"/>
          <p14:tracePt t="185775" x="7385050" y="5118100"/>
          <p14:tracePt t="185784" x="7459663" y="4918075"/>
          <p14:tracePt t="185791" x="7585075" y="4743450"/>
          <p14:tracePt t="185800" x="7673975" y="4592638"/>
          <p14:tracePt t="185807" x="7748588" y="4492625"/>
          <p14:tracePt t="185817" x="7861300" y="4367213"/>
          <p14:tracePt t="185823" x="7923213" y="4292600"/>
          <p14:tracePt t="185833" x="7961313" y="4241800"/>
          <p14:tracePt t="185839" x="7986713" y="4192588"/>
          <p14:tracePt t="185847" x="8010525" y="4105275"/>
          <p14:tracePt t="185855" x="8010525" y="4041775"/>
          <p14:tracePt t="185863" x="8010525" y="3967163"/>
          <p14:tracePt t="185871" x="8010525" y="3879850"/>
          <p14:tracePt t="185879" x="8010525" y="3854450"/>
          <p14:tracePt t="185887" x="8010525" y="3803650"/>
          <p14:tracePt t="185895" x="8010525" y="3779838"/>
          <p14:tracePt t="185903" x="8010525" y="3754438"/>
          <p14:tracePt t="185911" x="8010525" y="3729038"/>
          <p14:tracePt t="186007" x="8010525" y="3779838"/>
          <p14:tracePt t="186016" x="8010525" y="3816350"/>
          <p14:tracePt t="186023" x="8010525" y="3879850"/>
          <p14:tracePt t="186031" x="8010525" y="3929063"/>
          <p14:tracePt t="186039" x="8010525" y="4005263"/>
          <p14:tracePt t="186052" x="8010525" y="4079875"/>
          <p14:tracePt t="186055" x="8010525" y="4105275"/>
          <p14:tracePt t="186063" x="8010525" y="4141788"/>
          <p14:tracePt t="186071" x="8010525" y="4154488"/>
          <p14:tracePt t="186079" x="8010525" y="4179888"/>
          <p14:tracePt t="186087" x="8010525" y="4217988"/>
          <p14:tracePt t="186095" x="8010525" y="4230688"/>
          <p14:tracePt t="186111" x="8010525" y="4241800"/>
          <p14:tracePt t="186945" x="8023225" y="4241800"/>
          <p14:tracePt t="187039" x="8035925" y="4267200"/>
          <p14:tracePt t="187049" x="8086725" y="4279900"/>
          <p14:tracePt t="187064" x="8110538" y="4279900"/>
          <p14:tracePt t="187071" x="8148638" y="4279900"/>
          <p14:tracePt t="187079" x="8161338" y="4279900"/>
          <p14:tracePt t="187087" x="8174038" y="4279900"/>
          <p14:tracePt t="187095" x="8212138" y="4279900"/>
          <p14:tracePt t="187103" x="8235950" y="4279900"/>
          <p14:tracePt t="187111" x="8248650" y="4279900"/>
          <p14:tracePt t="187119" x="8248650" y="4267200"/>
          <p14:tracePt t="187135" x="8261350" y="4254500"/>
          <p14:tracePt t="187143" x="8274050" y="4230688"/>
          <p14:tracePt t="187151" x="8286750" y="4230688"/>
          <p14:tracePt t="187183" x="8286750" y="4205288"/>
          <p14:tracePt t="187191" x="8324850" y="4179888"/>
          <p14:tracePt t="187199" x="8335963" y="4167188"/>
          <p14:tracePt t="187207" x="8348663" y="4154488"/>
          <p14:tracePt t="187223" x="8386763" y="4129088"/>
          <p14:tracePt t="187239" x="8399463" y="4129088"/>
          <p14:tracePt t="187248" x="8412163" y="4129088"/>
          <p14:tracePt t="187255" x="8435975" y="4129088"/>
          <p14:tracePt t="187265" x="8448675" y="4105275"/>
          <p14:tracePt t="187287" x="8474075" y="4105275"/>
          <p14:tracePt t="187295" x="8499475" y="4105275"/>
          <p14:tracePt t="187311" x="8537575" y="4105275"/>
          <p14:tracePt t="187319" x="8548688" y="4105275"/>
          <p14:tracePt t="187327" x="8574088" y="4105275"/>
          <p14:tracePt t="187335" x="8586788" y="4105275"/>
          <p14:tracePt t="187343" x="8624888" y="4105275"/>
          <p14:tracePt t="187359" x="8637588" y="4092575"/>
          <p14:tracePt t="187375" x="8661400" y="4092575"/>
          <p14:tracePt t="187399" x="8674100" y="4092575"/>
          <p14:tracePt t="187423" x="8699500" y="4092575"/>
          <p14:tracePt t="187439" x="8712200" y="4092575"/>
          <p14:tracePt t="187488" x="8737600" y="4092575"/>
          <p14:tracePt t="187498" x="8774113" y="4092575"/>
          <p14:tracePt t="187503" x="8786813" y="4092575"/>
          <p14:tracePt t="187511" x="8824913" y="4092575"/>
          <p14:tracePt t="187527" x="8837613" y="4092575"/>
          <p14:tracePt t="187535" x="8874125" y="4092575"/>
          <p14:tracePt t="187567" x="8874125" y="4117975"/>
          <p14:tracePt t="187575" x="8937625" y="4129088"/>
          <p14:tracePt t="187583" x="8963025" y="4129088"/>
          <p14:tracePt t="187591" x="9024938" y="4129088"/>
          <p14:tracePt t="187599" x="9063038" y="4129088"/>
          <p14:tracePt t="187607" x="9112250" y="4129088"/>
          <p14:tracePt t="187615" x="9137650" y="4129088"/>
          <p14:tracePt t="187623" x="9175750" y="4129088"/>
          <p14:tracePt t="187632" x="9199563" y="4129088"/>
          <p14:tracePt t="187640" x="9212263" y="4129088"/>
          <p14:tracePt t="187648" x="9250363" y="4129088"/>
          <p14:tracePt t="187680" x="9263063" y="4129088"/>
          <p14:tracePt t="187719" x="9275763" y="4129088"/>
          <p14:tracePt t="187727" x="9288463" y="4129088"/>
          <p14:tracePt t="187943" x="9301163" y="4141788"/>
          <p14:tracePt t="187959" x="9312275" y="4154488"/>
          <p14:tracePt t="187999" x="9312275" y="4167188"/>
          <p14:tracePt t="188007" x="9301163" y="4179888"/>
          <p14:tracePt t="188015" x="9224963" y="4179888"/>
          <p14:tracePt t="188023" x="9175750" y="4179888"/>
          <p14:tracePt t="188033" x="9037638" y="4167188"/>
          <p14:tracePt t="188050" x="8661400" y="3967163"/>
          <p14:tracePt t="188055" x="8574088" y="3916363"/>
          <p14:tracePt t="188303" x="8599488" y="4005263"/>
          <p14:tracePt t="188536" x="8612188" y="4005263"/>
          <p14:tracePt t="188552" x="8624888" y="4005263"/>
          <p14:tracePt t="188591" x="8637588" y="4005263"/>
          <p14:tracePt t="188599" x="8674100" y="4005263"/>
          <p14:tracePt t="188607" x="8686800" y="4005263"/>
          <p14:tracePt t="188615" x="8712200" y="4005263"/>
          <p14:tracePt t="188623" x="8750300" y="4005263"/>
          <p14:tracePt t="188632" x="8763000" y="4005263"/>
          <p14:tracePt t="188639" x="8799513" y="4005263"/>
          <p14:tracePt t="188649" x="8812213" y="4005263"/>
          <p14:tracePt t="188655" x="8863013" y="4005263"/>
          <p14:tracePt t="188664" x="8899525" y="4005263"/>
          <p14:tracePt t="188671" x="8937625" y="4005263"/>
          <p14:tracePt t="188681" x="8963025" y="4005263"/>
          <p14:tracePt t="188687" x="8999538" y="4005263"/>
          <p14:tracePt t="188696" x="9024938" y="4005263"/>
          <p14:tracePt t="188703" x="9050338" y="4005263"/>
          <p14:tracePt t="188713" x="9063038" y="4005263"/>
          <p14:tracePt t="188719" x="9075738" y="4005263"/>
          <p14:tracePt t="188727" x="9099550" y="4005263"/>
          <p14:tracePt t="188743" x="9112250" y="4005263"/>
          <p14:tracePt t="188759" x="9137650" y="4005263"/>
          <p14:tracePt t="188775" x="9163050" y="3992563"/>
          <p14:tracePt t="188791" x="9175750" y="3992563"/>
          <p14:tracePt t="188799" x="9188450" y="3992563"/>
          <p14:tracePt t="188879" x="9199563" y="3992563"/>
          <p14:tracePt t="188895" x="9224963" y="3992563"/>
          <p14:tracePt t="188903" x="9237663" y="3992563"/>
          <p14:tracePt t="188919" x="9263063" y="3992563"/>
          <p14:tracePt t="188927" x="9275763" y="3992563"/>
          <p14:tracePt t="188935" x="9301163" y="3992563"/>
          <p14:tracePt t="188943" x="9312275" y="3992563"/>
          <p14:tracePt t="188959" x="9324975" y="3992563"/>
          <p14:tracePt t="188967" x="9337675" y="3992563"/>
          <p14:tracePt t="188983" x="9350375" y="3992563"/>
          <p14:tracePt t="188991" x="9363075" y="3992563"/>
          <p14:tracePt t="188999" x="9375775" y="3992563"/>
          <p14:tracePt t="189023" x="9388475" y="3992563"/>
          <p14:tracePt t="189048" x="9401175" y="3992563"/>
          <p14:tracePt t="189167" x="9413875" y="3992563"/>
          <p14:tracePt t="189215" x="9437688" y="3992563"/>
          <p14:tracePt t="189233" x="9450388" y="3992563"/>
          <p14:tracePt t="189240" x="9475788" y="3992563"/>
          <p14:tracePt t="189250" x="9488488" y="3992563"/>
          <p14:tracePt t="189264" x="9513888" y="3992563"/>
          <p14:tracePt t="189271" x="9537700" y="3992563"/>
          <p14:tracePt t="189281" x="9550400" y="3992563"/>
          <p14:tracePt t="189287" x="9588500" y="3992563"/>
          <p14:tracePt t="189296" x="9626600" y="3992563"/>
          <p14:tracePt t="189303" x="9675813" y="3992563"/>
          <p14:tracePt t="189312" x="9726613" y="3992563"/>
          <p14:tracePt t="189319" x="9763125" y="3992563"/>
          <p14:tracePt t="189328" x="9788525" y="3992563"/>
          <p14:tracePt t="189335" x="9826625" y="3992563"/>
          <p14:tracePt t="189343" x="9863138" y="3992563"/>
          <p14:tracePt t="189351" x="9901238" y="3992563"/>
          <p14:tracePt t="189359" x="9926638" y="3992563"/>
          <p14:tracePt t="189367" x="9963150" y="3992563"/>
          <p14:tracePt t="189383" x="9975850" y="3992563"/>
          <p14:tracePt t="189391" x="10001250" y="3992563"/>
          <p14:tracePt t="189407" x="10013950" y="3992563"/>
          <p14:tracePt t="189415" x="10026650" y="3992563"/>
          <p14:tracePt t="189447" x="10052050" y="3992563"/>
          <p14:tracePt t="189455" x="10075863" y="3992563"/>
          <p14:tracePt t="189471" x="10088563" y="3992563"/>
          <p14:tracePt t="189481" x="10113963" y="3992563"/>
          <p14:tracePt t="189487" x="10152063" y="3992563"/>
          <p14:tracePt t="189497" x="10188575" y="3992563"/>
          <p14:tracePt t="189503" x="10201275" y="4005263"/>
          <p14:tracePt t="189512" x="10213975" y="4005263"/>
          <p14:tracePt t="189529" x="10239375" y="4005263"/>
          <p14:tracePt t="189543" x="10252075" y="4005263"/>
          <p14:tracePt t="189551" x="10252075" y="4017963"/>
          <p14:tracePt t="189583" x="10277475" y="4017963"/>
          <p14:tracePt t="189591" x="10277475" y="4029075"/>
          <p14:tracePt t="189599" x="10288588" y="4041775"/>
          <p14:tracePt t="189615" x="10301288" y="4054475"/>
          <p14:tracePt t="189623" x="10313988" y="4054475"/>
          <p14:tracePt t="189639" x="10326688" y="4067175"/>
          <p14:tracePt t="189663" x="10326688" y="4079875"/>
          <p14:tracePt t="189680" x="10326688" y="4105275"/>
          <p14:tracePt t="189687" x="10326688" y="4117975"/>
          <p14:tracePt t="189697" x="10326688" y="4141788"/>
          <p14:tracePt t="189712" x="10326688" y="4154488"/>
          <p14:tracePt t="189759" x="10326688" y="4167188"/>
          <p14:tracePt t="189767" x="10326688" y="4179888"/>
          <p14:tracePt t="189775" x="10326688" y="4192588"/>
          <p14:tracePt t="189791" x="10313988" y="4217988"/>
          <p14:tracePt t="189799" x="10277475" y="4230688"/>
          <p14:tracePt t="189807" x="10201275" y="4241800"/>
          <p14:tracePt t="189815" x="10113963" y="4241800"/>
          <p14:tracePt t="189823" x="10088563" y="4241800"/>
          <p14:tracePt t="189831" x="10064750" y="4241800"/>
          <p14:tracePt t="189847" x="10013950" y="4241800"/>
          <p14:tracePt t="189855" x="9988550" y="4230688"/>
          <p14:tracePt t="189864" x="9975850" y="4230688"/>
          <p14:tracePt t="189871" x="9975850" y="4217988"/>
          <p14:tracePt t="189881" x="9963150" y="4217988"/>
          <p14:tracePt t="189896" x="9952038" y="4192588"/>
          <p14:tracePt t="189912" x="9952038" y="4179888"/>
          <p14:tracePt t="189919" x="9952038" y="4167188"/>
          <p14:tracePt t="189928" x="9952038" y="4154488"/>
          <p14:tracePt t="189935" x="9952038" y="4129088"/>
          <p14:tracePt t="189947" x="9952038" y="4105275"/>
          <p14:tracePt t="189951" x="9952038" y="4067175"/>
          <p14:tracePt t="189959" x="9952038" y="4017963"/>
          <p14:tracePt t="189967" x="9952038" y="3954463"/>
          <p14:tracePt t="189975" x="9952038" y="3905250"/>
          <p14:tracePt t="189983" x="9963150" y="3854450"/>
          <p14:tracePt t="189991" x="9975850" y="3803650"/>
          <p14:tracePt t="189999" x="9988550" y="3767138"/>
          <p14:tracePt t="190007" x="10001250" y="3741738"/>
          <p14:tracePt t="190015" x="10001250" y="3729038"/>
          <p14:tracePt t="190023" x="10013950" y="3703638"/>
          <p14:tracePt t="190031" x="10026650" y="3703638"/>
          <p14:tracePt t="190039" x="10026650" y="3692525"/>
          <p14:tracePt t="190048" x="10039350" y="3679825"/>
          <p14:tracePt t="190080" x="10052050" y="3679825"/>
          <p14:tracePt t="190087" x="10064750" y="3667125"/>
          <p14:tracePt t="190119" x="10088563" y="3667125"/>
          <p14:tracePt t="190127" x="10101263" y="3654425"/>
          <p14:tracePt t="190143" x="10126663" y="3654425"/>
          <p14:tracePt t="190151" x="10139363" y="3654425"/>
          <p14:tracePt t="190175" x="10152063" y="3654425"/>
          <p14:tracePt t="190183" x="10177463" y="3654425"/>
          <p14:tracePt t="190191" x="10177463" y="3667125"/>
          <p14:tracePt t="190487" x="10177463" y="3692525"/>
          <p14:tracePt t="190497" x="10064750" y="3692525"/>
          <p14:tracePt t="190503" x="9863138" y="3754438"/>
          <p14:tracePt t="190512" x="9713913" y="3803650"/>
          <p14:tracePt t="190519" x="9525000" y="3841750"/>
          <p14:tracePt t="190528" x="9263063" y="3892550"/>
          <p14:tracePt t="190535" x="9037638" y="3929063"/>
          <p14:tracePt t="190545" x="8763000" y="4005263"/>
          <p14:tracePt t="190551" x="8661400" y="4054475"/>
          <p14:tracePt t="190561" x="8612188" y="4079875"/>
          <p14:tracePt t="190567" x="8524875" y="4117975"/>
          <p14:tracePt t="190575" x="8486775" y="4129088"/>
          <p14:tracePt t="190583" x="8474075" y="4141788"/>
          <p14:tracePt t="190591" x="8461375" y="4154488"/>
          <p14:tracePt t="190599" x="8461375" y="4167188"/>
          <p14:tracePt t="190607" x="8448675" y="4179888"/>
          <p14:tracePt t="190615" x="8448675" y="4192588"/>
          <p14:tracePt t="190663" x="8448675" y="4205288"/>
          <p14:tracePt t="190703" x="8448675" y="4217988"/>
          <p14:tracePt t="190712" x="8448675" y="4230688"/>
          <p14:tracePt t="190728" x="8448675" y="4241800"/>
          <p14:tracePt t="190735" x="8461375" y="4267200"/>
          <p14:tracePt t="190743" x="8474075" y="4279900"/>
          <p14:tracePt t="190751" x="8486775" y="4292600"/>
          <p14:tracePt t="190760" x="8486775" y="4318000"/>
          <p14:tracePt t="190767" x="8524875" y="4330700"/>
          <p14:tracePt t="190775" x="8548688" y="4354513"/>
          <p14:tracePt t="190783" x="8586788" y="4367213"/>
          <p14:tracePt t="190791" x="8674100" y="4367213"/>
          <p14:tracePt t="190799" x="8724900" y="4379913"/>
          <p14:tracePt t="190807" x="8812213" y="4379913"/>
          <p14:tracePt t="190815" x="8837613" y="4379913"/>
          <p14:tracePt t="190823" x="8912225" y="4379913"/>
          <p14:tracePt t="190831" x="9024938" y="4379913"/>
          <p14:tracePt t="190839" x="9088438" y="4341813"/>
          <p14:tracePt t="190847" x="9224963" y="4279900"/>
          <p14:tracePt t="190855" x="9301163" y="4241800"/>
          <p14:tracePt t="190863" x="9363075" y="4192588"/>
          <p14:tracePt t="190871" x="9463088" y="4154488"/>
          <p14:tracePt t="190879" x="9575800" y="4129088"/>
          <p14:tracePt t="190887" x="9626600" y="4092575"/>
          <p14:tracePt t="190896" x="9663113" y="4067175"/>
          <p14:tracePt t="190903" x="9675813" y="4041775"/>
          <p14:tracePt t="190912" x="9701213" y="4017963"/>
          <p14:tracePt t="190919" x="9726613" y="4005263"/>
          <p14:tracePt t="190929" x="9726613" y="3967163"/>
          <p14:tracePt t="190935" x="9726613" y="3941763"/>
          <p14:tracePt t="190945" x="9739313" y="3905250"/>
          <p14:tracePt t="190951" x="9739313" y="3879850"/>
          <p14:tracePt t="190961" x="9739313" y="3867150"/>
          <p14:tracePt t="190967" x="9739313" y="3854450"/>
          <p14:tracePt t="190983" x="9739313" y="3841750"/>
          <p14:tracePt t="191047" x="9739313" y="3829050"/>
          <p14:tracePt t="191159" x="9739313" y="3816350"/>
          <p14:tracePt t="191327" x="9750425" y="3816350"/>
          <p14:tracePt t="191375" x="9763125" y="3816350"/>
          <p14:tracePt t="192080" x="9788525" y="3816350"/>
          <p14:tracePt t="192096" x="9788525" y="3829050"/>
          <p14:tracePt t="192103" x="9801225" y="3841750"/>
          <p14:tracePt t="192111" x="9826625" y="3867150"/>
          <p14:tracePt t="192119" x="9839325" y="3867150"/>
          <p14:tracePt t="192127" x="9839325" y="3879850"/>
          <p14:tracePt t="192135" x="9852025" y="3892550"/>
          <p14:tracePt t="192200" x="9852025" y="3905250"/>
          <p14:tracePt t="192503" x="9863138" y="3905250"/>
          <p14:tracePt t="193175" x="9875838" y="3916363"/>
          <p14:tracePt t="193183" x="9888538" y="3941763"/>
          <p14:tracePt t="193199" x="9901238" y="3967163"/>
          <p14:tracePt t="193207" x="9926638" y="3992563"/>
          <p14:tracePt t="193215" x="9952038" y="4005263"/>
          <p14:tracePt t="193225" x="9952038" y="4017963"/>
          <p14:tracePt t="193239" x="9963150" y="4041775"/>
          <p14:tracePt t="193391" x="9975850" y="4054475"/>
          <p14:tracePt t="193407" x="9975850" y="4067175"/>
          <p14:tracePt t="193415" x="9988550" y="4067175"/>
          <p14:tracePt t="193439" x="10013950" y="4079875"/>
          <p14:tracePt t="193455" x="10026650" y="4079875"/>
          <p14:tracePt t="193471" x="10039350" y="4079875"/>
          <p14:tracePt t="193479" x="10052050" y="4079875"/>
          <p14:tracePt t="193487" x="10075863" y="4092575"/>
          <p14:tracePt t="193495" x="10088563" y="4105275"/>
          <p14:tracePt t="193503" x="10101263" y="4105275"/>
          <p14:tracePt t="193511" x="10101263" y="4117975"/>
          <p14:tracePt t="193519" x="10113963" y="4129088"/>
          <p14:tracePt t="193527" x="10113963" y="4141788"/>
          <p14:tracePt t="193535" x="10126663" y="4141788"/>
          <p14:tracePt t="193543" x="10139363" y="4154488"/>
          <p14:tracePt t="193551" x="10152063" y="4167188"/>
          <p14:tracePt t="193560" x="10152063" y="4179888"/>
          <p14:tracePt t="193576" x="10164763" y="4179888"/>
          <p14:tracePt t="193640" x="10164763" y="4192588"/>
          <p14:tracePt t="193695" x="10177463" y="4192588"/>
          <p14:tracePt t="193703" x="10177463" y="4205288"/>
          <p14:tracePt t="193775" x="10188575" y="4217988"/>
          <p14:tracePt t="194567" x="10177463" y="4230688"/>
          <p14:tracePt t="194575" x="10075863" y="4267200"/>
          <p14:tracePt t="194583" x="10026650" y="4279900"/>
          <p14:tracePt t="194592" x="9952038" y="4318000"/>
          <p14:tracePt t="194599" x="9926638" y="4330700"/>
          <p14:tracePt t="194608" x="9901238" y="4330700"/>
          <p14:tracePt t="194615" x="9875838" y="4341813"/>
          <p14:tracePt t="194625" x="9863138" y="4354513"/>
          <p14:tracePt t="194631" x="9852025" y="4354513"/>
          <p14:tracePt t="194736" x="9852025" y="4367213"/>
          <p14:tracePt t="194743" x="9852025" y="4405313"/>
          <p14:tracePt t="194751" x="9852025" y="4430713"/>
          <p14:tracePt t="194762" x="9826625" y="4454525"/>
          <p14:tracePt t="194768" x="9813925" y="4467225"/>
          <p14:tracePt t="194775" x="9813925" y="4492625"/>
          <p14:tracePt t="194783" x="9763125" y="4530725"/>
          <p14:tracePt t="194792" x="9763125" y="4554538"/>
          <p14:tracePt t="194799" x="9726613" y="4592638"/>
          <p14:tracePt t="194808" x="9726613" y="4605338"/>
          <p14:tracePt t="194815" x="9726613" y="4630738"/>
          <p14:tracePt t="194831" x="9713913" y="4656138"/>
          <p14:tracePt t="194903" x="9713913" y="4667250"/>
          <p14:tracePt t="194927" x="9726613" y="4679950"/>
          <p14:tracePt t="194943" x="9750425" y="4692650"/>
          <p14:tracePt t="194959" x="9763125" y="4692650"/>
          <p14:tracePt t="194967" x="9801225" y="4692650"/>
          <p14:tracePt t="194975" x="9839325" y="4692650"/>
          <p14:tracePt t="194983" x="9863138" y="4692650"/>
          <p14:tracePt t="194992" x="9901238" y="4692650"/>
          <p14:tracePt t="194999" x="9939338" y="4692650"/>
          <p14:tracePt t="195008" x="9975850" y="4692650"/>
          <p14:tracePt t="195015" x="9988550" y="4692650"/>
          <p14:tracePt t="195025" x="10001250" y="4679950"/>
          <p14:tracePt t="195031" x="10026650" y="4656138"/>
          <p14:tracePt t="195057" x="10064750" y="4605338"/>
          <p14:tracePt t="195063" x="10064750" y="4592638"/>
          <p14:tracePt t="195073" x="10064750" y="4567238"/>
          <p14:tracePt t="195079" x="10064750" y="4543425"/>
          <p14:tracePt t="195095" x="10064750" y="4518025"/>
          <p14:tracePt t="195103" x="10064750" y="4505325"/>
          <p14:tracePt t="195111" x="10064750" y="4492625"/>
          <p14:tracePt t="195119" x="10064750" y="4479925"/>
          <p14:tracePt t="195127" x="10064750" y="4467225"/>
          <p14:tracePt t="195135" x="10064750" y="4454525"/>
          <p14:tracePt t="195151" x="10064750" y="4443413"/>
          <p14:tracePt t="195167" x="10064750" y="4430713"/>
          <p14:tracePt t="195231" x="10064750" y="4418013"/>
          <p14:tracePt t="195271" x="10052050" y="4405313"/>
          <p14:tracePt t="195335" x="10052050" y="4392613"/>
          <p14:tracePt t="195399" x="10039350" y="4379913"/>
          <p14:tracePt t="195415" x="10039350" y="4367213"/>
          <p14:tracePt t="195439" x="10039350" y="4354513"/>
          <p14:tracePt t="195447" x="10064750" y="4330700"/>
          <p14:tracePt t="195457" x="10075863" y="4318000"/>
          <p14:tracePt t="195463" x="10088563" y="4305300"/>
          <p14:tracePt t="195472" x="10088563" y="4279900"/>
          <p14:tracePt t="195479" x="10113963" y="4267200"/>
          <p14:tracePt t="195488" x="10126663" y="4254500"/>
          <p14:tracePt t="195495" x="10139363" y="4241800"/>
          <p14:tracePt t="195503" x="10139363" y="4230688"/>
          <p14:tracePt t="195511" x="10139363" y="4217988"/>
          <p14:tracePt t="195544" x="10152063" y="4217988"/>
          <p14:tracePt t="195663" x="10177463" y="4217988"/>
          <p14:tracePt t="195679" x="10188575" y="4217988"/>
          <p14:tracePt t="195767" x="10201275" y="4217988"/>
          <p14:tracePt t="195815" x="10213975" y="4217988"/>
          <p14:tracePt t="195848" x="10226675" y="4217988"/>
          <p14:tracePt t="195895" x="10252075" y="4217988"/>
          <p14:tracePt t="195903" x="10264775" y="4217988"/>
          <p14:tracePt t="195959" x="10288588" y="4217988"/>
          <p14:tracePt t="195967" x="10301288" y="4217988"/>
          <p14:tracePt t="196023" x="10313988" y="4230688"/>
          <p14:tracePt t="196087" x="10326688" y="4230688"/>
          <p14:tracePt t="196104" x="10326688" y="4254500"/>
          <p14:tracePt t="196119" x="10352088" y="4267200"/>
          <p14:tracePt t="196135" x="10352088" y="4279900"/>
          <p14:tracePt t="196175" x="10364788" y="4279900"/>
          <p14:tracePt t="196199" x="10377488" y="4279900"/>
          <p14:tracePt t="196208" x="10390188" y="4305300"/>
          <p14:tracePt t="196215" x="10414000" y="4305300"/>
          <p14:tracePt t="196223" x="10439400" y="4305300"/>
          <p14:tracePt t="196256" x="10514013" y="4305300"/>
          <p14:tracePt t="196263" x="10602913" y="4305300"/>
          <p14:tracePt t="196272" x="10652125" y="4305300"/>
          <p14:tracePt t="196287" x="10677525" y="4305300"/>
          <p14:tracePt t="196367" x="10690225" y="4305300"/>
          <p14:tracePt t="196375" x="10702925" y="4305300"/>
          <p14:tracePt t="196383" x="10715625" y="4305300"/>
          <p14:tracePt t="196439" x="10726738" y="4305300"/>
          <p14:tracePt t="196887" x="10739438" y="4305300"/>
          <p14:tracePt t="196895" x="10739438" y="4330700"/>
          <p14:tracePt t="196906" x="10739438" y="4341813"/>
          <p14:tracePt t="196913" x="10739438" y="4354513"/>
          <p14:tracePt t="196924" x="10739438" y="4379913"/>
          <p14:tracePt t="196928" x="10726738" y="4405313"/>
          <p14:tracePt t="196936" x="10715625" y="4430713"/>
          <p14:tracePt t="196943" x="10715625" y="4443413"/>
          <p14:tracePt t="196951" x="10715625" y="4467225"/>
          <p14:tracePt t="196960" x="10715625" y="4479925"/>
          <p14:tracePt t="196967" x="10715625" y="4518025"/>
          <p14:tracePt t="196975" x="10715625" y="4530725"/>
          <p14:tracePt t="196983" x="10715625" y="4543425"/>
          <p14:tracePt t="196991" x="10715625" y="4554538"/>
          <p14:tracePt t="196999" x="10715625" y="4567238"/>
          <p14:tracePt t="197007" x="10715625" y="4579938"/>
          <p14:tracePt t="197023" x="10715625" y="4605338"/>
          <p14:tracePt t="197072" x="10726738" y="4618038"/>
          <p14:tracePt t="197215" x="10715625" y="4592638"/>
          <p14:tracePt t="197223" x="10652125" y="4543425"/>
          <p14:tracePt t="197231" x="10590213" y="4479925"/>
          <p14:tracePt t="197239" x="10539413" y="4430713"/>
          <p14:tracePt t="197247" x="10502900" y="4379913"/>
          <p14:tracePt t="197256" x="10464800" y="4318000"/>
          <p14:tracePt t="197263" x="10426700" y="4267200"/>
          <p14:tracePt t="197272" x="10364788" y="4217988"/>
          <p14:tracePt t="197279" x="10352088" y="4192588"/>
          <p14:tracePt t="197289" x="10313988" y="4141788"/>
          <p14:tracePt t="197295" x="10277475" y="4117975"/>
          <p14:tracePt t="197304" x="10264775" y="4117975"/>
          <p14:tracePt t="197431" x="10264775" y="4179888"/>
          <p14:tracePt t="197439" x="10264775" y="4192588"/>
          <p14:tracePt t="197447" x="10264775" y="4217988"/>
          <p14:tracePt t="197895" x="10288588" y="4217988"/>
          <p14:tracePt t="197911" x="10301288" y="4217988"/>
          <p14:tracePt t="197927" x="10326688" y="4217988"/>
          <p14:tracePt t="197951" x="10339388" y="4217988"/>
          <p14:tracePt t="198159" x="10352088" y="4217988"/>
          <p14:tracePt t="198192" x="10364788" y="4217988"/>
          <p14:tracePt t="198200" x="10377488" y="4217988"/>
          <p14:tracePt t="198216" x="10390188" y="4217988"/>
          <p14:tracePt t="198224" x="10401300" y="4217988"/>
          <p14:tracePt t="198255" x="10414000" y="4217988"/>
          <p14:tracePt t="198263" x="10439400" y="4205288"/>
          <p14:tracePt t="198295" x="10452100" y="4205288"/>
          <p14:tracePt t="198304" x="10477500" y="4205288"/>
          <p14:tracePt t="198327" x="10490200" y="4205288"/>
          <p14:tracePt t="198343" x="10514013" y="4205288"/>
          <p14:tracePt t="198351" x="10539413" y="4192588"/>
          <p14:tracePt t="198383" x="10564813" y="4192588"/>
          <p14:tracePt t="198407" x="10577513" y="4192588"/>
          <p14:tracePt t="198439" x="10590213" y="4192588"/>
          <p14:tracePt t="198471" x="10602913" y="4192588"/>
          <p14:tracePt t="198479" x="10677525" y="4192588"/>
          <p14:tracePt t="198487" x="10702925" y="4205288"/>
          <p14:tracePt t="198495" x="10715625" y="4241800"/>
          <p14:tracePt t="198511" x="10752138" y="4241800"/>
          <p14:tracePt t="198521" x="10777538" y="4279900"/>
          <p14:tracePt t="198527" x="10802938" y="4292600"/>
          <p14:tracePt t="198536" x="10815638" y="4305300"/>
          <p14:tracePt t="198554" x="10815638" y="4318000"/>
          <p14:tracePt t="198559" x="10828338" y="4330700"/>
          <p14:tracePt t="198575" x="10828338" y="4354513"/>
          <p14:tracePt t="198583" x="10839450" y="4367213"/>
          <p14:tracePt t="198599" x="10852150" y="4367213"/>
          <p14:tracePt t="198639" x="10864850" y="4367213"/>
          <p14:tracePt t="198663" x="10877550" y="4367213"/>
          <p14:tracePt t="198679" x="10902950" y="4367213"/>
          <p14:tracePt t="198695" x="10915650" y="4379913"/>
          <p14:tracePt t="198704" x="10928350" y="4379913"/>
          <p14:tracePt t="198711" x="10964863" y="4379913"/>
          <p14:tracePt t="198720" x="10990263" y="4379913"/>
          <p14:tracePt t="198727" x="11002963" y="4379913"/>
          <p14:tracePt t="198737" x="11041063" y="4379913"/>
          <p14:tracePt t="198743" x="11052175" y="4379913"/>
          <p14:tracePt t="198759" x="11102975" y="4379913"/>
          <p14:tracePt t="198775" x="11141075" y="4379913"/>
          <p14:tracePt t="198783" x="11177588" y="4379913"/>
          <p14:tracePt t="198799" x="11190288" y="4379913"/>
          <p14:tracePt t="198807" x="11202988" y="4379913"/>
          <p14:tracePt t="198823" x="11215688" y="4379913"/>
          <p14:tracePt t="198847" x="11228388" y="4379913"/>
          <p14:tracePt t="198863" x="11241088" y="4379913"/>
          <p14:tracePt t="198871" x="11253788" y="4379913"/>
          <p14:tracePt t="198887" x="11277600" y="4379913"/>
          <p14:tracePt t="198895" x="11303000" y="4392613"/>
          <p14:tracePt t="198920" x="11328400" y="4392613"/>
          <p14:tracePt t="198927" x="11353800" y="4405313"/>
          <p14:tracePt t="198959" x="11366500" y="4418013"/>
          <p14:tracePt t="198967" x="11377613" y="4418013"/>
          <p14:tracePt t="198975" x="11377613" y="4430713"/>
          <p14:tracePt t="198991" x="11390313" y="4454525"/>
          <p14:tracePt t="198999" x="11390313" y="4479925"/>
          <p14:tracePt t="199015" x="11415713" y="4505325"/>
          <p14:tracePt t="199023" x="11415713" y="4530725"/>
          <p14:tracePt t="199039" x="11415713" y="4554538"/>
          <p14:tracePt t="199047" x="11415713" y="4567238"/>
          <p14:tracePt t="199073" x="11415713" y="4605338"/>
          <p14:tracePt t="199087" x="11415713" y="4630738"/>
          <p14:tracePt t="199095" x="11415713" y="4643438"/>
          <p14:tracePt t="199104" x="11415713" y="4656138"/>
          <p14:tracePt t="199111" x="11415713" y="4667250"/>
          <p14:tracePt t="199127" x="11415713" y="4679950"/>
          <p14:tracePt t="199136" x="11415713" y="4692650"/>
          <p14:tracePt t="199143" x="11415713" y="4705350"/>
          <p14:tracePt t="199153" x="11403013" y="4705350"/>
          <p14:tracePt t="199170" x="11390313" y="4730750"/>
          <p14:tracePt t="199175" x="11377613" y="4743450"/>
          <p14:tracePt t="199191" x="11377613" y="4756150"/>
          <p14:tracePt t="199199" x="11377613" y="4768850"/>
          <p14:tracePt t="199215" x="11377613" y="4779963"/>
          <p14:tracePt t="199223" x="11366500" y="4792663"/>
          <p14:tracePt t="199239" x="11341100" y="4830763"/>
          <p14:tracePt t="199247" x="11341100" y="4843463"/>
          <p14:tracePt t="199263" x="11341100" y="4868863"/>
          <p14:tracePt t="199271" x="11328400" y="4892675"/>
          <p14:tracePt t="199279" x="11315700" y="4930775"/>
          <p14:tracePt t="199287" x="11315700" y="4956175"/>
          <p14:tracePt t="199295" x="11315700" y="4968875"/>
          <p14:tracePt t="199304" x="11303000" y="5018088"/>
          <p14:tracePt t="199311" x="11290300" y="5030788"/>
          <p14:tracePt t="199320" x="11277600" y="5056188"/>
          <p14:tracePt t="199327" x="11277600" y="5068888"/>
          <p14:tracePt t="199336" x="11277600" y="5105400"/>
          <p14:tracePt t="199607" x="9739313" y="6019800"/>
          <p14:tracePt t="199615" x="9588500" y="6019800"/>
          <p14:tracePt t="199623" x="9463088" y="6019800"/>
          <p14:tracePt t="199631" x="9363075" y="6019800"/>
          <p14:tracePt t="199639" x="9275763" y="6019800"/>
          <p14:tracePt t="199647" x="9237663" y="6019800"/>
          <p14:tracePt t="199655" x="9199563" y="6019800"/>
          <p14:tracePt t="199663" x="9188450" y="6019800"/>
          <p14:tracePt t="199719" x="9175750" y="6019800"/>
          <p14:tracePt t="199839" x="9188450" y="6032500"/>
          <p14:tracePt t="199847" x="9212263" y="6032500"/>
          <p14:tracePt t="199855" x="9237663" y="6032500"/>
          <p14:tracePt t="199863" x="9275763" y="6032500"/>
          <p14:tracePt t="199871" x="9324975" y="6032500"/>
          <p14:tracePt t="199879" x="9375775" y="6032500"/>
          <p14:tracePt t="199887" x="9401175" y="6032500"/>
          <p14:tracePt t="200087" x="9413875" y="6045200"/>
          <p14:tracePt t="200095" x="9337675" y="6019800"/>
          <p14:tracePt t="200103" x="9312275" y="6007100"/>
          <p14:tracePt t="200111" x="9312275" y="5981700"/>
          <p14:tracePt t="200121" x="9263063" y="5919788"/>
          <p14:tracePt t="200127" x="9199563" y="5843588"/>
          <p14:tracePt t="200137" x="9099550" y="5819775"/>
          <p14:tracePt t="200143" x="8899525" y="5743575"/>
          <p14:tracePt t="200152" x="8586788" y="5668963"/>
          <p14:tracePt t="200159" x="8135938" y="5619750"/>
          <p14:tracePt t="200169" x="7648575" y="5581650"/>
          <p14:tracePt t="200175" x="7372350" y="5581650"/>
          <p14:tracePt t="200185" x="7134225" y="5581650"/>
          <p14:tracePt t="200191" x="7021513" y="5581650"/>
          <p14:tracePt t="200202" x="6910388" y="5581650"/>
          <p14:tracePt t="200207" x="6721475" y="5581650"/>
          <p14:tracePt t="200216" x="6508750" y="5594350"/>
          <p14:tracePt t="200223" x="6346825" y="5707063"/>
          <p14:tracePt t="200231" x="6196013" y="5807075"/>
          <p14:tracePt t="200239" x="5921375" y="5945188"/>
          <p14:tracePt t="200247" x="5808663" y="6007100"/>
          <p14:tracePt t="200255" x="5683250" y="6081713"/>
          <p14:tracePt t="200263" x="5595938" y="6169025"/>
          <p14:tracePt t="200271" x="5570538" y="6194425"/>
          <p14:tracePt t="200279" x="5532438" y="6232525"/>
          <p14:tracePt t="200287" x="5495925" y="6269038"/>
          <p14:tracePt t="200295" x="5457825" y="6319838"/>
          <p14:tracePt t="200303" x="5432425" y="6357938"/>
          <p14:tracePt t="200311" x="5432425" y="6381750"/>
          <p14:tracePt t="200320" x="5432425" y="6394450"/>
          <p14:tracePt t="200471" x="5419725" y="6394450"/>
          <p14:tracePt t="200479" x="5457825" y="6332538"/>
          <p14:tracePt t="200487" x="5545138" y="6181725"/>
          <p14:tracePt t="200495" x="5708650" y="5969000"/>
          <p14:tracePt t="200503" x="5783263" y="5856288"/>
          <p14:tracePt t="200511" x="5795963" y="5843588"/>
          <p14:tracePt t="200679" x="5795963" y="5856288"/>
          <p14:tracePt t="200687" x="5783263" y="5881688"/>
          <p14:tracePt t="200695" x="5757863" y="5907088"/>
          <p14:tracePt t="200711" x="5732463" y="5868988"/>
          <p14:tracePt t="200719" x="5708650" y="5856288"/>
          <p14:tracePt t="200727" x="5708650" y="5832475"/>
          <p14:tracePt t="200736" x="5670550" y="5781675"/>
          <p14:tracePt t="200743" x="5657850" y="5768975"/>
          <p14:tracePt t="200752" x="5632450" y="5743575"/>
          <p14:tracePt t="200759" x="5570538" y="5719763"/>
          <p14:tracePt t="200769" x="5545138" y="5694363"/>
          <p14:tracePt t="200775" x="5519738" y="5668963"/>
          <p14:tracePt t="200784" x="5470525" y="5643563"/>
          <p14:tracePt t="200791" x="5432425" y="5619750"/>
          <p14:tracePt t="200801" x="5419725" y="5607050"/>
          <p14:tracePt t="200807" x="5370513" y="5581650"/>
          <p14:tracePt t="200815" x="5345113" y="5556250"/>
          <p14:tracePt t="200823" x="5281613" y="5543550"/>
          <p14:tracePt t="200831" x="5219700" y="5494338"/>
          <p14:tracePt t="200839" x="5132388" y="5443538"/>
          <p14:tracePt t="200847" x="5032375" y="5430838"/>
          <p14:tracePt t="200855" x="4945063" y="5418138"/>
          <p14:tracePt t="200863" x="4919663" y="5418138"/>
          <p14:tracePt t="200871" x="4868863" y="5407025"/>
          <p14:tracePt t="200879" x="4806950" y="5407025"/>
          <p14:tracePt t="200887" x="4743450" y="5407025"/>
          <p14:tracePt t="200895" x="4681538" y="5407025"/>
          <p14:tracePt t="200903" x="4630738" y="5407025"/>
          <p14:tracePt t="200919" x="4606925" y="5407025"/>
          <p14:tracePt t="200936" x="4594225" y="5430838"/>
          <p14:tracePt t="200943" x="4581525" y="5443538"/>
          <p14:tracePt t="200951" x="4581525" y="5468938"/>
          <p14:tracePt t="200959" x="4581525" y="5481638"/>
          <p14:tracePt t="200969" x="4581525" y="5518150"/>
          <p14:tracePt t="200985" x="4556125" y="5543550"/>
          <p14:tracePt t="200991" x="4543425" y="5568950"/>
          <p14:tracePt t="201000" x="4530725" y="5568950"/>
          <p14:tracePt t="201007" x="4506913" y="5594350"/>
          <p14:tracePt t="201017" x="4506913" y="5607050"/>
          <p14:tracePt t="201023" x="4481513" y="5619750"/>
          <p14:tracePt t="201031" x="4443413" y="5643563"/>
          <p14:tracePt t="201039" x="4443413" y="5656263"/>
          <p14:tracePt t="201055" x="4430713" y="5668963"/>
          <p14:tracePt t="201159" x="4406900" y="5668963"/>
          <p14:tracePt t="201168" x="4381500" y="5668963"/>
          <p14:tracePt t="201191" x="4368800" y="5668963"/>
          <p14:tracePt t="201263" x="4381500" y="5668963"/>
          <p14:tracePt t="201279" x="4394200" y="5668963"/>
          <p14:tracePt t="201623" x="4494213" y="5630863"/>
          <p14:tracePt t="201631" x="4594225" y="5581650"/>
          <p14:tracePt t="201639" x="4719638" y="5543550"/>
          <p14:tracePt t="201647" x="4843463" y="5494338"/>
          <p14:tracePt t="201655" x="5006975" y="5430838"/>
          <p14:tracePt t="201663" x="5194300" y="5368925"/>
          <p14:tracePt t="201671" x="5407025" y="5343525"/>
          <p14:tracePt t="201679" x="5645150" y="5294313"/>
          <p14:tracePt t="201687" x="5857875" y="5268913"/>
          <p14:tracePt t="201695" x="6057900" y="5230813"/>
          <p14:tracePt t="201703" x="6208713" y="5230813"/>
          <p14:tracePt t="201711" x="6346825" y="5230813"/>
          <p14:tracePt t="201719" x="6396038" y="5230813"/>
          <p14:tracePt t="201727" x="6434138" y="5230813"/>
          <p14:tracePt t="201735" x="6446838" y="5230813"/>
          <p14:tracePt t="201751" x="6446838" y="5243513"/>
          <p14:tracePt t="201791" x="6434138" y="5243513"/>
          <p14:tracePt t="201833" x="6408738" y="5205413"/>
          <p14:tracePt t="201848" x="6383338" y="5205413"/>
          <p14:tracePt t="201855" x="6346825" y="5205413"/>
          <p14:tracePt t="201864" x="6270625" y="5205413"/>
          <p14:tracePt t="201871" x="6157913" y="5230813"/>
          <p14:tracePt t="201879" x="6096000" y="5281613"/>
          <p14:tracePt t="201887" x="6034088" y="5318125"/>
          <p14:tracePt t="201895" x="5995988" y="5356225"/>
          <p14:tracePt t="201903" x="5957888" y="5368925"/>
          <p14:tracePt t="201911" x="5932488" y="5394325"/>
          <p14:tracePt t="201927" x="5883275" y="5418138"/>
          <p14:tracePt t="201935" x="5845175" y="5443538"/>
          <p14:tracePt t="201943" x="5808663" y="5443538"/>
          <p14:tracePt t="201951" x="5795963" y="5443538"/>
          <p14:tracePt t="201959" x="5732463" y="5443538"/>
          <p14:tracePt t="201967" x="5695950" y="5443538"/>
          <p14:tracePt t="201975" x="5657850" y="5418138"/>
          <p14:tracePt t="201984" x="5619750" y="5394325"/>
          <p14:tracePt t="201991" x="5595938" y="5330825"/>
          <p14:tracePt t="202000" x="5557838" y="5281613"/>
          <p14:tracePt t="202007" x="5519738" y="5218113"/>
          <p14:tracePt t="202016" x="5470525" y="5156200"/>
          <p14:tracePt t="202023" x="5407025" y="5081588"/>
          <p14:tracePt t="202032" x="5394325" y="5056188"/>
          <p14:tracePt t="202039" x="5394325" y="5005388"/>
          <p14:tracePt t="202051" x="5357813" y="4956175"/>
          <p14:tracePt t="202055" x="5345113" y="4905375"/>
          <p14:tracePt t="202063" x="5332413" y="4843463"/>
          <p14:tracePt t="202071" x="5332413" y="4805363"/>
          <p14:tracePt t="202079" x="5332413" y="4730750"/>
          <p14:tracePt t="202087" x="5332413" y="4667250"/>
          <p14:tracePt t="202095" x="5332413" y="4592638"/>
          <p14:tracePt t="202103" x="5332413" y="4492625"/>
          <p14:tracePt t="202111" x="5332413" y="4454525"/>
          <p14:tracePt t="202119" x="5383213" y="4367213"/>
          <p14:tracePt t="202127" x="5432425" y="4305300"/>
          <p14:tracePt t="202135" x="5519738" y="4217988"/>
          <p14:tracePt t="202143" x="5583238" y="4154488"/>
          <p14:tracePt t="202151" x="5695950" y="4067175"/>
          <p14:tracePt t="202159" x="5732463" y="4029075"/>
          <p14:tracePt t="202168" x="5845175" y="3941763"/>
          <p14:tracePt t="202175" x="5870575" y="3916363"/>
          <p14:tracePt t="202184" x="5921375" y="3879850"/>
          <p14:tracePt t="202191" x="5945188" y="3816350"/>
          <p14:tracePt t="202200" x="5995988" y="3779838"/>
          <p14:tracePt t="202207" x="6021388" y="3779838"/>
          <p14:tracePt t="202217" x="6083300" y="3754438"/>
          <p14:tracePt t="202232" x="6096000" y="3754438"/>
          <p14:tracePt t="202239" x="6108700" y="3741738"/>
          <p14:tracePt t="202271" x="6121400" y="3741738"/>
          <p14:tracePt t="202279" x="6157913" y="3767138"/>
          <p14:tracePt t="202287" x="6183313" y="3779838"/>
          <p14:tracePt t="202295" x="6196013" y="3779838"/>
          <p14:tracePt t="202303" x="6234113" y="3816350"/>
          <p14:tracePt t="202311" x="6283325" y="3854450"/>
          <p14:tracePt t="202319" x="6296025" y="3879850"/>
          <p14:tracePt t="202327" x="6370638" y="3916363"/>
          <p14:tracePt t="202335" x="6446838" y="3954463"/>
          <p14:tracePt t="202343" x="6508750" y="3979863"/>
          <p14:tracePt t="202351" x="6534150" y="3992563"/>
          <p14:tracePt t="202359" x="6596063" y="4041775"/>
          <p14:tracePt t="202367" x="6646863" y="4067175"/>
          <p14:tracePt t="202375" x="6684963" y="4105275"/>
          <p14:tracePt t="202384" x="6721475" y="4117975"/>
          <p14:tracePt t="202391" x="6784975" y="4154488"/>
          <p14:tracePt t="202401" x="6859588" y="4179888"/>
          <p14:tracePt t="202407" x="6884988" y="4205288"/>
          <p14:tracePt t="202417" x="6897688" y="4230688"/>
          <p14:tracePt t="202423" x="6946900" y="4267200"/>
          <p14:tracePt t="202432" x="6959600" y="4279900"/>
          <p14:tracePt t="202439" x="6985000" y="4305300"/>
          <p14:tracePt t="202448" x="6985000" y="4330700"/>
          <p14:tracePt t="202455" x="7010400" y="4354513"/>
          <p14:tracePt t="202464" x="7010400" y="4367213"/>
          <p14:tracePt t="202471" x="7046913" y="4418013"/>
          <p14:tracePt t="202479" x="7046913" y="4430713"/>
          <p14:tracePt t="202487" x="7046913" y="4454525"/>
          <p14:tracePt t="202495" x="7097713" y="4492625"/>
          <p14:tracePt t="202503" x="7097713" y="4530725"/>
          <p14:tracePt t="202511" x="7097713" y="4567238"/>
          <p14:tracePt t="202519" x="7110413" y="4605338"/>
          <p14:tracePt t="202527" x="7110413" y="4667250"/>
          <p14:tracePt t="202535" x="7110413" y="4679950"/>
          <p14:tracePt t="202543" x="7110413" y="4718050"/>
          <p14:tracePt t="202559" x="7110413" y="4743450"/>
          <p14:tracePt t="202567" x="7110413" y="4756150"/>
          <p14:tracePt t="202575" x="7123113" y="4756150"/>
          <p14:tracePt t="202584" x="7123113" y="4768850"/>
          <p14:tracePt t="202617" x="7123113" y="4779963"/>
          <p14:tracePt t="202711" x="7123113" y="4792663"/>
          <p14:tracePt t="203023" x="7085013" y="4868863"/>
          <p14:tracePt t="203033" x="7046913" y="4918075"/>
          <p14:tracePt t="203040" x="7021513" y="4943475"/>
          <p14:tracePt t="203055" x="6959600" y="4981575"/>
          <p14:tracePt t="203064" x="6934200" y="4992688"/>
          <p14:tracePt t="203071" x="6884988" y="5018088"/>
          <p14:tracePt t="203081" x="6872288" y="5030788"/>
          <p14:tracePt t="203087" x="6859588" y="5043488"/>
          <p14:tracePt t="203095" x="6846888" y="5056188"/>
          <p14:tracePt t="203103" x="6834188" y="5081588"/>
          <p14:tracePt t="203119" x="6797675" y="5081588"/>
          <p14:tracePt t="203127" x="6759575" y="5092700"/>
          <p14:tracePt t="203159" x="6746875" y="5092700"/>
          <p14:tracePt t="203168" x="6734175" y="5092700"/>
          <p14:tracePt t="203176" x="6708775" y="5043488"/>
          <p14:tracePt t="203185" x="6708775" y="4992688"/>
          <p14:tracePt t="203192" x="6684963" y="4930775"/>
          <p14:tracePt t="203199" x="6659563" y="4856163"/>
          <p14:tracePt t="203207" x="6621463" y="4818063"/>
          <p14:tracePt t="203216" x="6584950" y="4779963"/>
          <p14:tracePt t="203223" x="6572250" y="4756150"/>
          <p14:tracePt t="203233" x="6546850" y="4705350"/>
          <p14:tracePt t="203239" x="6534150" y="4667250"/>
          <p14:tracePt t="203248" x="6534150" y="4656138"/>
          <p14:tracePt t="203255" x="6534150" y="4618038"/>
          <p14:tracePt t="203266" x="6534150" y="4567238"/>
          <p14:tracePt t="203271" x="6534150" y="4530725"/>
          <p14:tracePt t="203281" x="6534150" y="4518025"/>
          <p14:tracePt t="203287" x="6534150" y="4467225"/>
          <p14:tracePt t="203295" x="6534150" y="4430713"/>
          <p14:tracePt t="203303" x="6534150" y="4379913"/>
          <p14:tracePt t="203311" x="6534150" y="4330700"/>
          <p14:tracePt t="203319" x="6534150" y="4279900"/>
          <p14:tracePt t="203327" x="6546850" y="4267200"/>
          <p14:tracePt t="203335" x="6559550" y="4241800"/>
          <p14:tracePt t="203343" x="6584950" y="4217988"/>
          <p14:tracePt t="203359" x="6608763" y="4217988"/>
          <p14:tracePt t="203439" x="6621463" y="4217988"/>
          <p14:tracePt t="203455" x="6621463" y="4205288"/>
          <p14:tracePt t="203487" x="6634163" y="4205288"/>
          <p14:tracePt t="203519" x="6646863" y="4205288"/>
          <p14:tracePt t="203551" x="6659563" y="4205288"/>
          <p14:tracePt t="203575" x="6672263" y="4205288"/>
          <p14:tracePt t="203583" x="6684963" y="4205288"/>
          <p14:tracePt t="203591" x="6696075" y="4192588"/>
          <p14:tracePt t="203599" x="6708775" y="4179888"/>
          <p14:tracePt t="203607" x="6721475" y="4179888"/>
          <p14:tracePt t="203615" x="6721475" y="4154488"/>
          <p14:tracePt t="203623" x="6734175" y="4154488"/>
          <p14:tracePt t="203799" x="6746875" y="4154488"/>
          <p14:tracePt t="203807" x="6734175" y="4179888"/>
          <p14:tracePt t="203816" x="6734175" y="4205288"/>
          <p14:tracePt t="203823" x="6684963" y="4267200"/>
          <p14:tracePt t="203833" x="6659563" y="4292600"/>
          <p14:tracePt t="203839" x="6584950" y="4341813"/>
          <p14:tracePt t="203849" x="6508750" y="4405313"/>
          <p14:tracePt t="203855" x="6446838" y="4492625"/>
          <p14:tracePt t="203865" x="6396038" y="4530725"/>
          <p14:tracePt t="203871" x="6334125" y="4567238"/>
          <p14:tracePt t="203881" x="6283325" y="4630738"/>
          <p14:tracePt t="203887" x="6221413" y="4692650"/>
          <p14:tracePt t="203898" x="6134100" y="4756150"/>
          <p14:tracePt t="203903" x="6045200" y="4843463"/>
          <p14:tracePt t="203911" x="5932488" y="4943475"/>
          <p14:tracePt t="203919" x="5795963" y="4992688"/>
          <p14:tracePt t="203927" x="5695950" y="5056188"/>
          <p14:tracePt t="203935" x="5557838" y="5092700"/>
          <p14:tracePt t="203943" x="5432425" y="5130800"/>
          <p14:tracePt t="203951" x="5332413" y="5143500"/>
          <p14:tracePt t="203959" x="5194300" y="5156200"/>
          <p14:tracePt t="203967" x="5106988" y="5156200"/>
          <p14:tracePt t="203975" x="4832350" y="5156200"/>
          <p14:tracePt t="203983" x="4581525" y="5194300"/>
          <p14:tracePt t="203991" x="4281488" y="5243513"/>
          <p14:tracePt t="203999" x="4117975" y="5281613"/>
          <p14:tracePt t="204007" x="3917950" y="5318125"/>
          <p14:tracePt t="204015" x="3630613" y="5381625"/>
          <p14:tracePt t="204023" x="3492500" y="5407025"/>
          <p14:tracePt t="204032" x="3341688" y="5430838"/>
          <p14:tracePt t="204049" x="3167063" y="5443538"/>
          <p14:tracePt t="204055" x="3128963" y="5443538"/>
          <p14:tracePt t="204064" x="3103563" y="5443538"/>
          <p14:tracePt t="204071" x="3092450" y="5443538"/>
          <p14:tracePt t="204087" x="3079750" y="5443538"/>
          <p14:tracePt t="204103" x="3054350" y="5443538"/>
          <p14:tracePt t="204111" x="3016250" y="5443538"/>
          <p14:tracePt t="204119" x="2941638" y="5443538"/>
          <p14:tracePt t="204127" x="2828925" y="5443538"/>
          <p14:tracePt t="204135" x="2703513" y="5443538"/>
          <p14:tracePt t="204143" x="2565400" y="5443538"/>
          <p14:tracePt t="204151" x="2478088" y="5443538"/>
          <p14:tracePt t="204159" x="2365375" y="5443538"/>
          <p14:tracePt t="204167" x="2316163" y="5443538"/>
          <p14:tracePt t="204175" x="2265363" y="5443538"/>
          <p14:tracePt t="204183" x="2228850" y="5443538"/>
          <p14:tracePt t="204232" x="2216150" y="5443538"/>
          <p14:tracePt t="204263" x="2203450" y="5443538"/>
          <p14:tracePt t="204295" x="2203450" y="5430838"/>
          <p14:tracePt t="204303" x="2203450" y="5407025"/>
          <p14:tracePt t="204319" x="2203450" y="5394325"/>
          <p14:tracePt t="204327" x="2203450" y="5381625"/>
          <p14:tracePt t="204335" x="2203450" y="5368925"/>
          <p14:tracePt t="204351" x="2203450" y="5356225"/>
          <p14:tracePt t="204359" x="2203450" y="5343525"/>
          <p14:tracePt t="204375" x="2203450" y="5330825"/>
          <p14:tracePt t="204383" x="2190750" y="5318125"/>
          <p14:tracePt t="204391" x="2178050" y="5305425"/>
          <p14:tracePt t="204407" x="2165350" y="5281613"/>
          <p14:tracePt t="204415" x="2152650" y="5281613"/>
          <p14:tracePt t="204432" x="2127250" y="5256213"/>
          <p14:tracePt t="204439" x="2127250" y="5243513"/>
          <p14:tracePt t="204448" x="2127250" y="5230813"/>
          <p14:tracePt t="204455" x="2127250" y="5218113"/>
          <p14:tracePt t="204465" x="2116138" y="5218113"/>
          <p14:tracePt t="204471" x="2116138" y="5205413"/>
          <p14:tracePt t="204671" x="2116138" y="5194300"/>
          <p14:tracePt t="204681" x="2116138" y="5181600"/>
          <p14:tracePt t="204799" x="2116138" y="5168900"/>
          <p14:tracePt t="204839" x="2116138" y="5143500"/>
          <p14:tracePt t="204879" x="2116138" y="5130800"/>
          <p14:tracePt t="204912" x="2116138" y="5118100"/>
          <p14:tracePt t="205024" x="2139950" y="5105400"/>
          <p14:tracePt t="205032" x="2165350" y="5156200"/>
          <p14:tracePt t="205050" x="2203450" y="5218113"/>
          <p14:tracePt t="205055" x="2228850" y="5281613"/>
          <p14:tracePt t="205064" x="2265363" y="5305425"/>
          <p14:tracePt t="205071" x="2290763" y="5343525"/>
          <p14:tracePt t="205081" x="2316163" y="5418138"/>
          <p14:tracePt t="205087" x="2352675" y="5481638"/>
          <p14:tracePt t="205097" x="2365375" y="5530850"/>
          <p14:tracePt t="205103" x="2365375" y="5581650"/>
          <p14:tracePt t="205113" x="2378075" y="5607050"/>
          <p14:tracePt t="205784" x="2416175" y="5543550"/>
          <p14:tracePt t="205999" x="2416175" y="5556250"/>
          <p14:tracePt t="206007" x="2428875" y="5594350"/>
          <p14:tracePt t="206015" x="2465388" y="5630863"/>
          <p14:tracePt t="206047" x="2478088" y="5607050"/>
          <p14:tracePt t="206055" x="2516188" y="5530850"/>
          <p14:tracePt t="206063" x="2516188" y="5494338"/>
          <p14:tracePt t="206071" x="2516188" y="5468938"/>
          <p14:tracePt t="206080" x="2516188" y="5430838"/>
          <p14:tracePt t="206087" x="2516188" y="5381625"/>
          <p14:tracePt t="206097" x="2516188" y="5343525"/>
          <p14:tracePt t="206103" x="2528888" y="5305425"/>
          <p14:tracePt t="206113" x="2541588" y="5268913"/>
          <p14:tracePt t="206119" x="2541588" y="5230813"/>
          <p14:tracePt t="206129" x="2541588" y="5168900"/>
          <p14:tracePt t="206135" x="2541588" y="5118100"/>
          <p14:tracePt t="206145" x="2578100" y="5030788"/>
          <p14:tracePt t="206151" x="2578100" y="4981575"/>
          <p14:tracePt t="206161" x="2590800" y="4905375"/>
          <p14:tracePt t="206167" x="2603500" y="4868863"/>
          <p14:tracePt t="206175" x="2616200" y="4818063"/>
          <p14:tracePt t="206183" x="2628900" y="4792663"/>
          <p14:tracePt t="206191" x="2641600" y="4756150"/>
          <p14:tracePt t="206199" x="2654300" y="4705350"/>
          <p14:tracePt t="206207" x="2667000" y="4667250"/>
          <p14:tracePt t="206215" x="2690813" y="4643438"/>
          <p14:tracePt t="206223" x="2690813" y="4630738"/>
          <p14:tracePt t="206231" x="2703513" y="4592638"/>
          <p14:tracePt t="206239" x="2716213" y="4592638"/>
          <p14:tracePt t="206247" x="2728913" y="4567238"/>
          <p14:tracePt t="206255" x="2741613" y="4567238"/>
          <p14:tracePt t="206263" x="2778125" y="4530725"/>
          <p14:tracePt t="206271" x="2790825" y="4518025"/>
          <p14:tracePt t="206280" x="2803525" y="4505325"/>
          <p14:tracePt t="206287" x="2816225" y="4505325"/>
          <p14:tracePt t="206297" x="2828925" y="4492625"/>
          <p14:tracePt t="206303" x="2854325" y="4479925"/>
          <p14:tracePt t="206312" x="2879725" y="4467225"/>
          <p14:tracePt t="206319" x="2890838" y="4454525"/>
          <p14:tracePt t="206328" x="2903538" y="4454525"/>
          <p14:tracePt t="206335" x="2916238" y="4443413"/>
          <p14:tracePt t="206344" x="2928938" y="4443413"/>
          <p14:tracePt t="206361" x="2941638" y="4443413"/>
          <p14:tracePt t="206375" x="2954338" y="4443413"/>
          <p14:tracePt t="206383" x="2967038" y="4443413"/>
          <p14:tracePt t="206399" x="2979738" y="4443413"/>
          <p14:tracePt t="206415" x="2992438" y="4443413"/>
          <p14:tracePt t="206455" x="3028950" y="4430713"/>
          <p14:tracePt t="206471" x="3041650" y="4430713"/>
          <p14:tracePt t="206575" x="3054350" y="4418013"/>
          <p14:tracePt t="206743" x="3067050" y="4418013"/>
          <p14:tracePt t="206751" x="3079750" y="4418013"/>
          <p14:tracePt t="206767" x="3092450" y="4418013"/>
          <p14:tracePt t="206776" x="3116263" y="4418013"/>
          <p14:tracePt t="206783" x="3154363" y="4418013"/>
          <p14:tracePt t="206791" x="3216275" y="4418013"/>
          <p14:tracePt t="206799" x="3267075" y="4454525"/>
          <p14:tracePt t="206807" x="3341688" y="4467225"/>
          <p14:tracePt t="206815" x="3454400" y="4479925"/>
          <p14:tracePt t="206823" x="3579813" y="4505325"/>
          <p14:tracePt t="206831" x="3654425" y="4518025"/>
          <p14:tracePt t="206839" x="3705225" y="4543425"/>
          <p14:tracePt t="206847" x="3856038" y="4543425"/>
          <p14:tracePt t="206855" x="3979863" y="4554538"/>
          <p14:tracePt t="206863" x="4056063" y="4567238"/>
          <p14:tracePt t="206871" x="4192588" y="4567238"/>
          <p14:tracePt t="206879" x="4230688" y="4567238"/>
          <p14:tracePt t="206887" x="4281488" y="4567238"/>
          <p14:tracePt t="206896" x="4394200" y="4567238"/>
          <p14:tracePt t="206903" x="4418013" y="4567238"/>
          <p14:tracePt t="206912" x="4468813" y="4567238"/>
          <p14:tracePt t="206919" x="4581525" y="4554538"/>
          <p14:tracePt t="206928" x="4656138" y="4505325"/>
          <p14:tracePt t="206935" x="4706938" y="4505325"/>
          <p14:tracePt t="206944" x="4794250" y="4492625"/>
          <p14:tracePt t="206951" x="4856163" y="4479925"/>
          <p14:tracePt t="206960" x="4906963" y="4479925"/>
          <p14:tracePt t="206967" x="4968875" y="4454525"/>
          <p14:tracePt t="206977" x="5032375" y="4454525"/>
          <p14:tracePt t="206983" x="5068888" y="4454525"/>
          <p14:tracePt t="206991" x="5132388" y="4454525"/>
          <p14:tracePt t="206999" x="5170488" y="4454525"/>
          <p14:tracePt t="207007" x="5194300" y="4454525"/>
          <p14:tracePt t="207015" x="5245100" y="4454525"/>
          <p14:tracePt t="207023" x="5345113" y="4454525"/>
          <p14:tracePt t="207046" x="5457825" y="4454525"/>
          <p14:tracePt t="207047" x="5557838" y="4454525"/>
          <p14:tracePt t="207055" x="5632450" y="4454525"/>
          <p14:tracePt t="207063" x="5670550" y="4454525"/>
          <p14:tracePt t="207071" x="5732463" y="4467225"/>
          <p14:tracePt t="207079" x="5770563" y="4467225"/>
          <p14:tracePt t="207087" x="5845175" y="4467225"/>
          <p14:tracePt t="207096" x="5908675" y="4467225"/>
          <p14:tracePt t="207103" x="5945188" y="4467225"/>
          <p14:tracePt t="207112" x="5983288" y="4467225"/>
          <p14:tracePt t="207119" x="5995988" y="4467225"/>
          <p14:tracePt t="207129" x="6021388" y="4467225"/>
          <p14:tracePt t="207135" x="6045200" y="4467225"/>
          <p14:tracePt t="207144" x="6070600" y="4467225"/>
          <p14:tracePt t="207151" x="6083300" y="4467225"/>
          <p14:tracePt t="207161" x="6121400" y="4492625"/>
          <p14:tracePt t="207183" x="6134100" y="4505325"/>
          <p14:tracePt t="207191" x="6157913" y="4530725"/>
          <p14:tracePt t="207199" x="6170613" y="4543425"/>
          <p14:tracePt t="207207" x="6183313" y="4554538"/>
          <p14:tracePt t="207215" x="6208713" y="4579938"/>
          <p14:tracePt t="207223" x="6208713" y="4592638"/>
          <p14:tracePt t="207231" x="6221413" y="4643438"/>
          <p14:tracePt t="207239" x="6259513" y="4667250"/>
          <p14:tracePt t="207247" x="6283325" y="4692650"/>
          <p14:tracePt t="207255" x="6346825" y="4743450"/>
          <p14:tracePt t="207263" x="6359525" y="4779963"/>
          <p14:tracePt t="207271" x="6408738" y="4830763"/>
          <p14:tracePt t="207279" x="6421438" y="4905375"/>
          <p14:tracePt t="207287" x="6434138" y="4956175"/>
          <p14:tracePt t="207296" x="6472238" y="5005388"/>
          <p14:tracePt t="207303" x="6483350" y="5018088"/>
          <p14:tracePt t="207312" x="6521450" y="5056188"/>
          <p14:tracePt t="207319" x="6534150" y="5081588"/>
          <p14:tracePt t="207329" x="6534150" y="5118100"/>
          <p14:tracePt t="207335" x="6534150" y="5156200"/>
          <p14:tracePt t="207344" x="6559550" y="5181600"/>
          <p14:tracePt t="207351" x="6559550" y="5194300"/>
          <p14:tracePt t="207361" x="6559550" y="5218113"/>
          <p14:tracePt t="207367" x="6559550" y="5243513"/>
          <p14:tracePt t="207383" x="6559550" y="5256213"/>
          <p14:tracePt t="207391" x="6559550" y="5281613"/>
          <p14:tracePt t="207399" x="6559550" y="5305425"/>
          <p14:tracePt t="207407" x="6559550" y="5318125"/>
          <p14:tracePt t="207415" x="6534150" y="5343525"/>
          <p14:tracePt t="207423" x="6508750" y="5368925"/>
          <p14:tracePt t="207431" x="6446838" y="5430838"/>
          <p14:tracePt t="207439" x="6396038" y="5443538"/>
          <p14:tracePt t="207447" x="6296025" y="5481638"/>
          <p14:tracePt t="207455" x="6221413" y="5530850"/>
          <p14:tracePt t="207463" x="6183313" y="5556250"/>
          <p14:tracePt t="207471" x="6146800" y="5607050"/>
          <p14:tracePt t="207479" x="6008688" y="5607050"/>
          <p14:tracePt t="207487" x="5845175" y="5607050"/>
          <p14:tracePt t="207495" x="5770563" y="5607050"/>
          <p14:tracePt t="207503" x="5745163" y="5607050"/>
          <p14:tracePt t="207512" x="5670550" y="5607050"/>
          <p14:tracePt t="207519" x="5545138" y="5594350"/>
          <p14:tracePt t="207528" x="5394325" y="5543550"/>
          <p14:tracePt t="207535" x="5370513" y="5494338"/>
          <p14:tracePt t="207545" x="5294313" y="5443538"/>
          <p14:tracePt t="207551" x="5207000" y="5330825"/>
          <p14:tracePt t="207560" x="5094288" y="5256213"/>
          <p14:tracePt t="207567" x="4956175" y="5056188"/>
          <p14:tracePt t="207577" x="4856163" y="4943475"/>
          <p14:tracePt t="207583" x="4743450" y="4805363"/>
          <p14:tracePt t="207594" x="4694238" y="4667250"/>
          <p14:tracePt t="207599" x="4668838" y="4579938"/>
          <p14:tracePt t="207607" x="4656138" y="4505325"/>
          <p14:tracePt t="207615" x="4643438" y="4443413"/>
          <p14:tracePt t="207623" x="4643438" y="4367213"/>
          <p14:tracePt t="207631" x="4643438" y="4318000"/>
          <p14:tracePt t="207639" x="4643438" y="4305300"/>
          <p14:tracePt t="207647" x="4643438" y="4279900"/>
          <p14:tracePt t="207655" x="4643438" y="4230688"/>
          <p14:tracePt t="207663" x="4694238" y="4154488"/>
          <p14:tracePt t="207671" x="4743450" y="4092575"/>
          <p14:tracePt t="207679" x="4806950" y="4029075"/>
          <p14:tracePt t="207687" x="4819650" y="4017963"/>
          <p14:tracePt t="207695" x="4868863" y="3967163"/>
          <p14:tracePt t="207703" x="4919663" y="3916363"/>
          <p14:tracePt t="207711" x="5006975" y="3854450"/>
          <p14:tracePt t="207719" x="5106988" y="3803650"/>
          <p14:tracePt t="207727" x="5132388" y="3779838"/>
          <p14:tracePt t="207735" x="5257800" y="3692525"/>
          <p14:tracePt t="207745" x="5294313" y="3679825"/>
          <p14:tracePt t="207751" x="5319713" y="3654425"/>
          <p14:tracePt t="207760" x="5370513" y="3629025"/>
          <p14:tracePt t="207767" x="5470525" y="3567113"/>
          <p14:tracePt t="207777" x="5545138" y="3529013"/>
          <p14:tracePt t="207783" x="5595938" y="3516313"/>
          <p14:tracePt t="207794" x="5670550" y="3479800"/>
          <p14:tracePt t="207799" x="5757863" y="3479800"/>
          <p14:tracePt t="207807" x="5821363" y="3467100"/>
          <p14:tracePt t="207815" x="5845175" y="3467100"/>
          <p14:tracePt t="207823" x="5908675" y="3454400"/>
          <p14:tracePt t="207831" x="5957888" y="3441700"/>
          <p14:tracePt t="207839" x="6034088" y="3416300"/>
          <p14:tracePt t="207847" x="6096000" y="3416300"/>
          <p14:tracePt t="207855" x="6170613" y="3416300"/>
          <p14:tracePt t="207863" x="6208713" y="3416300"/>
          <p14:tracePt t="207871" x="6270625" y="3429000"/>
          <p14:tracePt t="207879" x="6296025" y="3441700"/>
          <p14:tracePt t="207887" x="6308725" y="3441700"/>
          <p14:tracePt t="207895" x="6359525" y="3467100"/>
          <p14:tracePt t="207903" x="6434138" y="3516313"/>
          <p14:tracePt t="207912" x="6496050" y="3541713"/>
          <p14:tracePt t="207919" x="6534150" y="3603625"/>
          <p14:tracePt t="207928" x="6572250" y="3616325"/>
          <p14:tracePt t="207935" x="6608763" y="3641725"/>
          <p14:tracePt t="207945" x="6634163" y="3654425"/>
          <p14:tracePt t="207951" x="6659563" y="3692525"/>
          <p14:tracePt t="207961" x="6684963" y="3716338"/>
          <p14:tracePt t="207967" x="6721475" y="3729038"/>
          <p14:tracePt t="207976" x="6721475" y="3741738"/>
          <p14:tracePt t="207983" x="6746875" y="3754438"/>
          <p14:tracePt t="207994" x="6772275" y="3767138"/>
          <p14:tracePt t="207999" x="6772275" y="3779838"/>
          <p14:tracePt t="208009" x="6784975" y="3779838"/>
          <p14:tracePt t="208015" x="6797675" y="3792538"/>
          <p14:tracePt t="208023" x="6808788" y="3803650"/>
          <p14:tracePt t="208043" x="6821488" y="3829050"/>
          <p14:tracePt t="208047" x="6834188" y="3867150"/>
          <p14:tracePt t="208055" x="6846888" y="3892550"/>
          <p14:tracePt t="208063" x="6859588" y="3929063"/>
          <p14:tracePt t="208071" x="6884988" y="3979863"/>
          <p14:tracePt t="208079" x="6910388" y="4054475"/>
          <p14:tracePt t="208087" x="6972300" y="4117975"/>
          <p14:tracePt t="208095" x="7021513" y="4167188"/>
          <p14:tracePt t="208103" x="7046913" y="4230688"/>
          <p14:tracePt t="208111" x="7097713" y="4292600"/>
          <p14:tracePt t="208119" x="7110413" y="4330700"/>
          <p14:tracePt t="208127" x="7146925" y="4354513"/>
          <p14:tracePt t="208135" x="7159625" y="4405313"/>
          <p14:tracePt t="208144" x="7185025" y="4418013"/>
          <p14:tracePt t="208151" x="7197725" y="4443413"/>
          <p14:tracePt t="208160" x="7197725" y="4467225"/>
          <p14:tracePt t="208167" x="7223125" y="4467225"/>
          <p14:tracePt t="208177" x="7223125" y="4492625"/>
          <p14:tracePt t="208183" x="7223125" y="4505325"/>
          <p14:tracePt t="208193" x="7235825" y="4518025"/>
          <p14:tracePt t="208199" x="7235825" y="4543425"/>
          <p14:tracePt t="208215" x="7235825" y="4567238"/>
          <p14:tracePt t="208223" x="7235825" y="4579938"/>
          <p14:tracePt t="208231" x="7235825" y="4605338"/>
          <p14:tracePt t="208239" x="7235825" y="4618038"/>
          <p14:tracePt t="208247" x="7235825" y="4630738"/>
          <p14:tracePt t="208255" x="7235825" y="4643438"/>
          <p14:tracePt t="208271" x="7223125" y="4667250"/>
          <p14:tracePt t="208279" x="7210425" y="4679950"/>
          <p14:tracePt t="208294" x="7210425" y="4692650"/>
          <p14:tracePt t="208335" x="7185025" y="4718050"/>
          <p14:tracePt t="208503" x="7185025" y="4730750"/>
          <p14:tracePt t="208559" x="7185025" y="4743450"/>
          <p14:tracePt t="208567" x="7172325" y="4743450"/>
          <p14:tracePt t="208576" x="7172325" y="4756150"/>
          <p14:tracePt t="208583" x="7159625" y="4768850"/>
          <p14:tracePt t="208593" x="7159625" y="4779963"/>
          <p14:tracePt t="208599" x="7159625" y="4792663"/>
          <p14:tracePt t="208610" x="7134225" y="4818063"/>
          <p14:tracePt t="208623" x="7123113" y="4843463"/>
          <p14:tracePt t="208639" x="7123113" y="4856163"/>
          <p14:tracePt t="208647" x="7110413" y="4868863"/>
          <p14:tracePt t="208655" x="7097713" y="4892675"/>
          <p14:tracePt t="208695" x="7085013" y="4905375"/>
          <p14:tracePt t="208703" x="7085013" y="4918075"/>
          <p14:tracePt t="208719" x="7085013" y="4930775"/>
          <p14:tracePt t="208751" x="7072313" y="4956175"/>
          <p14:tracePt t="208760" x="7046913" y="4981575"/>
          <p14:tracePt t="208776" x="7021513" y="5030788"/>
          <p14:tracePt t="208783" x="6997700" y="5056188"/>
          <p14:tracePt t="208791" x="6959600" y="5092700"/>
          <p14:tracePt t="208799" x="6884988" y="5156200"/>
          <p14:tracePt t="208809" x="6859588" y="5168900"/>
          <p14:tracePt t="208815" x="6834188" y="5230813"/>
          <p14:tracePt t="208825" x="6759575" y="5256213"/>
          <p14:tracePt t="208831" x="6734175" y="5256213"/>
          <p14:tracePt t="208839" x="6708775" y="5281613"/>
          <p14:tracePt t="208847" x="6684963" y="5281613"/>
          <p14:tracePt t="208855" x="6659563" y="5294313"/>
          <p14:tracePt t="208863" x="6634163" y="5294313"/>
          <p14:tracePt t="208871" x="6584950" y="5343525"/>
          <p14:tracePt t="208879" x="6534150" y="5356225"/>
          <p14:tracePt t="208887" x="6483350" y="5394325"/>
          <p14:tracePt t="208895" x="6408738" y="5407025"/>
          <p14:tracePt t="208903" x="6370638" y="5407025"/>
          <p14:tracePt t="208911" x="6346825" y="5418138"/>
          <p14:tracePt t="208919" x="6321425" y="5418138"/>
          <p14:tracePt t="208927" x="6270625" y="5418138"/>
          <p14:tracePt t="208935" x="6208713" y="5443538"/>
          <p14:tracePt t="208944" x="6121400" y="5468938"/>
          <p14:tracePt t="208951" x="6045200" y="5481638"/>
          <p14:tracePt t="208960" x="6021388" y="5494338"/>
          <p14:tracePt t="208967" x="5970588" y="5507038"/>
          <p14:tracePt t="208976" x="5932488" y="5518150"/>
          <p14:tracePt t="208983" x="5895975" y="5530850"/>
          <p14:tracePt t="208993" x="5883275" y="5530850"/>
          <p14:tracePt t="208999" x="5845175" y="5530850"/>
          <p14:tracePt t="209009" x="5783263" y="5530850"/>
          <p14:tracePt t="209015" x="5745163" y="5530850"/>
          <p14:tracePt t="209031" x="5670550" y="5530850"/>
          <p14:tracePt t="209039" x="5645150" y="5530850"/>
          <p14:tracePt t="209047" x="5607050" y="5530850"/>
          <p14:tracePt t="209060" x="5595938" y="5530850"/>
          <p14:tracePt t="209063" x="5532438" y="5481638"/>
          <p14:tracePt t="209071" x="5495925" y="5456238"/>
          <p14:tracePt t="209079" x="5457825" y="5381625"/>
          <p14:tracePt t="209087" x="5407025" y="5305425"/>
          <p14:tracePt t="209095" x="5357813" y="5218113"/>
          <p14:tracePt t="209103" x="5319713" y="5118100"/>
          <p14:tracePt t="209111" x="5270500" y="5043488"/>
          <p14:tracePt t="209119" x="5232400" y="4943475"/>
          <p14:tracePt t="209127" x="5232400" y="4879975"/>
          <p14:tracePt t="209135" x="5194300" y="4830763"/>
          <p14:tracePt t="209144" x="5181600" y="4818063"/>
          <p14:tracePt t="209151" x="5181600" y="4768850"/>
          <p14:tracePt t="209159" x="5157788" y="4718050"/>
          <p14:tracePt t="209167" x="5157788" y="4667250"/>
          <p14:tracePt t="209176" x="5157788" y="4605338"/>
          <p14:tracePt t="209183" x="5157788" y="4554538"/>
          <p14:tracePt t="209194" x="5157788" y="4454525"/>
          <p14:tracePt t="209199" x="5157788" y="4367213"/>
          <p14:tracePt t="209207" x="5157788" y="4305300"/>
          <p14:tracePt t="209215" x="5170488" y="4217988"/>
          <p14:tracePt t="209223" x="5181600" y="4141788"/>
          <p14:tracePt t="209231" x="5219700" y="4079875"/>
          <p14:tracePt t="209239" x="5232400" y="4041775"/>
          <p14:tracePt t="209247" x="5257800" y="4017963"/>
          <p14:tracePt t="209255" x="5281613" y="3967163"/>
          <p14:tracePt t="209263" x="5332413" y="3929063"/>
          <p14:tracePt t="209271" x="5383213" y="3916363"/>
          <p14:tracePt t="209279" x="5507038" y="3841750"/>
          <p14:tracePt t="209288" x="5557838" y="3841750"/>
          <p14:tracePt t="209296" x="5683250" y="3829050"/>
          <p14:tracePt t="209304" x="5832475" y="3779838"/>
          <p14:tracePt t="209312" x="6008688" y="3716338"/>
          <p14:tracePt t="209319" x="6196013" y="3692525"/>
          <p14:tracePt t="209327" x="6308725" y="3667125"/>
          <p14:tracePt t="209335" x="6421438" y="3629025"/>
          <p14:tracePt t="209343" x="6508750" y="3629025"/>
          <p14:tracePt t="209351" x="6572250" y="3590925"/>
          <p14:tracePt t="209359" x="6672263" y="3590925"/>
          <p14:tracePt t="209367" x="6784975" y="3590925"/>
          <p14:tracePt t="209376" x="6834188" y="3590925"/>
          <p14:tracePt t="209383" x="6934200" y="3590925"/>
          <p14:tracePt t="209393" x="7010400" y="3590925"/>
          <p14:tracePt t="209399" x="7046913" y="3590925"/>
          <p14:tracePt t="209409" x="7085013" y="3590925"/>
          <p14:tracePt t="209415" x="7172325" y="3590925"/>
          <p14:tracePt t="209425" x="7235825" y="3590925"/>
          <p14:tracePt t="209431" x="7285038" y="3590925"/>
          <p14:tracePt t="209441" x="7372350" y="3590925"/>
          <p14:tracePt t="209447" x="7448550" y="3629025"/>
          <p14:tracePt t="209455" x="7510463" y="3667125"/>
          <p14:tracePt t="209463" x="7548563" y="3703638"/>
          <p14:tracePt t="209471" x="7623175" y="3741738"/>
          <p14:tracePt t="209479" x="7685088" y="3792538"/>
          <p14:tracePt t="209487" x="7761288" y="3841750"/>
          <p14:tracePt t="209495" x="7810500" y="3879850"/>
          <p14:tracePt t="209503" x="7861300" y="3905250"/>
          <p14:tracePt t="209511" x="7897813" y="3954463"/>
          <p14:tracePt t="209519" x="7948613" y="4017963"/>
          <p14:tracePt t="209527" x="7974013" y="4054475"/>
          <p14:tracePt t="209535" x="8010525" y="4092575"/>
          <p14:tracePt t="209543" x="8023225" y="4129088"/>
          <p14:tracePt t="209551" x="8035925" y="4167188"/>
          <p14:tracePt t="209560" x="8048625" y="4205288"/>
          <p14:tracePt t="209567" x="8048625" y="4241800"/>
          <p14:tracePt t="209576" x="8074025" y="4267200"/>
          <p14:tracePt t="209583" x="8074025" y="4330700"/>
          <p14:tracePt t="209593" x="8074025" y="4354513"/>
          <p14:tracePt t="209599" x="8074025" y="4392613"/>
          <p14:tracePt t="209609" x="8074025" y="4443413"/>
          <p14:tracePt t="209615" x="8074025" y="4492625"/>
          <p14:tracePt t="209625" x="8061325" y="4567238"/>
          <p14:tracePt t="209631" x="8061325" y="4605338"/>
          <p14:tracePt t="209641" x="8035925" y="4667250"/>
          <p14:tracePt t="209647" x="8023225" y="4730750"/>
          <p14:tracePt t="209655" x="7999413" y="4792663"/>
          <p14:tracePt t="209663" x="7986713" y="4830763"/>
          <p14:tracePt t="209671" x="7948613" y="4892675"/>
          <p14:tracePt t="209679" x="7935913" y="4905375"/>
          <p14:tracePt t="209687" x="7935913" y="4943475"/>
          <p14:tracePt t="209695" x="7886700" y="4981575"/>
          <p14:tracePt t="209711" x="7861300" y="5005388"/>
          <p14:tracePt t="209719" x="7810500" y="5030788"/>
          <p14:tracePt t="209727" x="7785100" y="5043488"/>
          <p14:tracePt t="209735" x="7735888" y="5068888"/>
          <p14:tracePt t="209743" x="7685088" y="5081588"/>
          <p14:tracePt t="209751" x="7548563" y="5118100"/>
          <p14:tracePt t="209759" x="7448550" y="5130800"/>
          <p14:tracePt t="209767" x="7335838" y="5156200"/>
          <p14:tracePt t="209776" x="7235825" y="5168900"/>
          <p14:tracePt t="209783" x="7123113" y="5181600"/>
          <p14:tracePt t="209793" x="7034213" y="5205413"/>
          <p14:tracePt t="209799" x="7010400" y="5218113"/>
          <p14:tracePt t="209809" x="6946900" y="5230813"/>
          <p14:tracePt t="209815" x="6910388" y="5243513"/>
          <p14:tracePt t="209825" x="6872288" y="5243513"/>
          <p14:tracePt t="209831" x="6821488" y="5243513"/>
          <p14:tracePt t="209839" x="6797675" y="5268913"/>
          <p14:tracePt t="209847" x="6759575" y="5268913"/>
          <p14:tracePt t="209855" x="6746875" y="5268913"/>
          <p14:tracePt t="209863" x="6746875" y="5281613"/>
          <p14:tracePt t="209871" x="6684963" y="5281613"/>
          <p14:tracePt t="209879" x="6596063" y="5281613"/>
          <p14:tracePt t="209893" x="6546850" y="5281613"/>
          <p14:tracePt t="209895" x="6446838" y="5281613"/>
          <p14:tracePt t="209903" x="6359525" y="5281613"/>
          <p14:tracePt t="209911" x="6296025" y="5281613"/>
          <p14:tracePt t="209919" x="6259513" y="5281613"/>
          <p14:tracePt t="209927" x="6234113" y="5281613"/>
          <p14:tracePt t="209935" x="6208713" y="5281613"/>
          <p14:tracePt t="209967" x="6196013" y="5281613"/>
          <p14:tracePt t="209975" x="6134100" y="5256213"/>
          <p14:tracePt t="209983" x="6096000" y="5243513"/>
          <p14:tracePt t="209992" x="6070600" y="5218113"/>
          <p14:tracePt t="209999" x="6034088" y="5194300"/>
          <p14:tracePt t="210009" x="5995988" y="5143500"/>
          <p14:tracePt t="210015" x="5945188" y="5081588"/>
          <p14:tracePt t="210025" x="5895975" y="5043488"/>
          <p14:tracePt t="210031" x="5832475" y="4992688"/>
          <p14:tracePt t="210040" x="5821363" y="4930775"/>
          <p14:tracePt t="210047" x="5783263" y="4879975"/>
          <p14:tracePt t="210057" x="5770563" y="4805363"/>
          <p14:tracePt t="210063" x="5770563" y="4768850"/>
          <p14:tracePt t="210071" x="5770563" y="4718050"/>
          <p14:tracePt t="210079" x="5770563" y="4667250"/>
          <p14:tracePt t="210087" x="5770563" y="4618038"/>
          <p14:tracePt t="210095" x="5770563" y="4567238"/>
          <p14:tracePt t="210103" x="5770563" y="4518025"/>
          <p14:tracePt t="210111" x="5757863" y="4492625"/>
          <p14:tracePt t="210119" x="5757863" y="4443413"/>
          <p14:tracePt t="210127" x="5757863" y="4392613"/>
          <p14:tracePt t="210135" x="5757863" y="4354513"/>
          <p14:tracePt t="210143" x="5757863" y="4318000"/>
          <p14:tracePt t="210151" x="5757863" y="4267200"/>
          <p14:tracePt t="210159" x="5757863" y="4230688"/>
          <p14:tracePt t="210167" x="5757863" y="4205288"/>
          <p14:tracePt t="210175" x="5757863" y="4167188"/>
          <p14:tracePt t="210183" x="5757863" y="4129088"/>
          <p14:tracePt t="210192" x="5757863" y="4117975"/>
          <p14:tracePt t="210199" x="5757863" y="4079875"/>
          <p14:tracePt t="210210" x="5783263" y="4041775"/>
          <p14:tracePt t="210215" x="5808663" y="4029075"/>
          <p14:tracePt t="210224" x="5845175" y="3992563"/>
          <p14:tracePt t="210231" x="5870575" y="3954463"/>
          <p14:tracePt t="210240" x="5883275" y="3941763"/>
          <p14:tracePt t="210247" x="5908675" y="3916363"/>
          <p14:tracePt t="210255" x="5945188" y="3879850"/>
          <p14:tracePt t="210271" x="6008688" y="3841750"/>
          <p14:tracePt t="210279" x="6021388" y="3829050"/>
          <p14:tracePt t="210287" x="6057900" y="3829050"/>
          <p14:tracePt t="210295" x="6070600" y="3829050"/>
          <p14:tracePt t="210303" x="6134100" y="3829050"/>
          <p14:tracePt t="210311" x="6234113" y="3829050"/>
          <p14:tracePt t="210319" x="6321425" y="3829050"/>
          <p14:tracePt t="210327" x="6421438" y="3829050"/>
          <p14:tracePt t="210335" x="6483350" y="3829050"/>
          <p14:tracePt t="210343" x="6534150" y="3829050"/>
          <p14:tracePt t="210351" x="6608763" y="3829050"/>
          <p14:tracePt t="210359" x="6646863" y="3841750"/>
          <p14:tracePt t="210375" x="6672263" y="3854450"/>
          <p14:tracePt t="210383" x="6696075" y="3854450"/>
          <p14:tracePt t="210399" x="6696075" y="3867150"/>
          <p14:tracePt t="210409" x="6708775" y="3879850"/>
          <p14:tracePt t="210455" x="6721475" y="3879850"/>
          <p14:tracePt t="210889" x="6734175" y="3879850"/>
          <p14:tracePt t="210896" x="6734175" y="3892550"/>
          <p14:tracePt t="210903" x="6746875" y="3892550"/>
          <p14:tracePt t="210919" x="6746875" y="3905250"/>
          <p14:tracePt t="210935" x="6759575" y="3916363"/>
          <p14:tracePt t="211071" x="6772275" y="3929063"/>
          <p14:tracePt t="211079" x="6772275" y="3941763"/>
          <p14:tracePt t="211087" x="6772275" y="3967163"/>
          <p14:tracePt t="211095" x="6797675" y="3979863"/>
          <p14:tracePt t="211103" x="6797675" y="3992563"/>
          <p14:tracePt t="211119" x="6797675" y="4017963"/>
          <p14:tracePt t="211159" x="6797675" y="4029075"/>
          <p14:tracePt t="211295" x="6846888" y="4029075"/>
          <p14:tracePt t="211303" x="6946900" y="3967163"/>
          <p14:tracePt t="211311" x="7021513" y="3905250"/>
          <p14:tracePt t="211319" x="7097713" y="3829050"/>
          <p14:tracePt t="211327" x="7172325" y="3754438"/>
          <p14:tracePt t="211335" x="7246938" y="3641725"/>
          <p14:tracePt t="211343" x="7359650" y="3567113"/>
          <p14:tracePt t="211351" x="7397750" y="3541713"/>
          <p14:tracePt t="211359" x="7472363" y="3490913"/>
          <p14:tracePt t="211367" x="7548563" y="3416300"/>
          <p14:tracePt t="211375" x="7585075" y="3390900"/>
          <p14:tracePt t="211383" x="7597775" y="3367088"/>
          <p14:tracePt t="211391" x="7635875" y="3341688"/>
          <p14:tracePt t="211399" x="7648575" y="3328988"/>
          <p14:tracePt t="211408" x="7661275" y="3290888"/>
          <p14:tracePt t="211415" x="7697788" y="3241675"/>
          <p14:tracePt t="211425" x="7723188" y="3228975"/>
          <p14:tracePt t="211431" x="7761288" y="3178175"/>
          <p14:tracePt t="211440" x="7761288" y="3141663"/>
          <p14:tracePt t="211447" x="7773988" y="3103563"/>
          <p14:tracePt t="211456" x="7835900" y="3065463"/>
          <p14:tracePt t="211463" x="7886700" y="3016250"/>
          <p14:tracePt t="211473" x="7910513" y="3016250"/>
          <p14:tracePt t="211479" x="7923213" y="3003550"/>
          <p14:tracePt t="211490" x="7935913" y="3003550"/>
          <p14:tracePt t="211495" x="7948613" y="3003550"/>
          <p14:tracePt t="211503" x="7948613" y="2990850"/>
          <p14:tracePt t="211567" x="7961313" y="2990850"/>
          <p14:tracePt t="211599" x="7999413" y="2978150"/>
          <p14:tracePt t="211871" x="7961313" y="3041650"/>
          <p14:tracePt t="211879" x="7886700" y="3103563"/>
          <p14:tracePt t="211887" x="7761288" y="3178175"/>
          <p14:tracePt t="211895" x="7697788" y="3241675"/>
          <p14:tracePt t="211903" x="7597775" y="3354388"/>
          <p14:tracePt t="211911" x="7510463" y="3429000"/>
          <p14:tracePt t="211919" x="7485063" y="3467100"/>
          <p14:tracePt t="211927" x="7397750" y="3590925"/>
          <p14:tracePt t="211935" x="7310438" y="3679825"/>
          <p14:tracePt t="211943" x="7259638" y="3803650"/>
          <p14:tracePt t="211951" x="7185025" y="3905250"/>
          <p14:tracePt t="211959" x="7146925" y="4017963"/>
          <p14:tracePt t="211967" x="7123113" y="4105275"/>
          <p14:tracePt t="211975" x="7085013" y="4205288"/>
          <p14:tracePt t="211983" x="7085013" y="4279900"/>
          <p14:tracePt t="211991" x="7072313" y="4318000"/>
          <p14:tracePt t="211999" x="7059613" y="4379913"/>
          <p14:tracePt t="212007" x="7059613" y="4454525"/>
          <p14:tracePt t="212015" x="7034213" y="4492625"/>
          <p14:tracePt t="212024" x="7021513" y="4530725"/>
          <p14:tracePt t="212031" x="6997700" y="4567238"/>
          <p14:tracePt t="212040" x="6997700" y="4592638"/>
          <p14:tracePt t="212057" x="6959600" y="4630738"/>
          <p14:tracePt t="212073" x="6959600" y="4643438"/>
          <p14:tracePt t="212079" x="6959600" y="4656138"/>
          <p14:tracePt t="212095" x="6959600" y="4679950"/>
          <p14:tracePt t="212215" x="6959600" y="4643438"/>
          <p14:tracePt t="212223" x="6985000" y="4605338"/>
          <p14:tracePt t="212231" x="7010400" y="4567238"/>
          <p14:tracePt t="212240" x="7021513" y="4530725"/>
          <p14:tracePt t="212247" x="7046913" y="4492625"/>
          <p14:tracePt t="212256" x="7072313" y="4467225"/>
          <p14:tracePt t="212263" x="7146925" y="4392613"/>
          <p14:tracePt t="212273" x="7210425" y="4341813"/>
          <p14:tracePt t="212279" x="7323138" y="4267200"/>
          <p14:tracePt t="212289" x="7397750" y="4179888"/>
          <p14:tracePt t="212295" x="7435850" y="4117975"/>
          <p14:tracePt t="212303" x="7497763" y="4029075"/>
          <p14:tracePt t="212311" x="7561263" y="3916363"/>
          <p14:tracePt t="212319" x="7635875" y="3841750"/>
          <p14:tracePt t="212327" x="7723188" y="3729038"/>
          <p14:tracePt t="212335" x="7823200" y="3641725"/>
          <p14:tracePt t="212343" x="7886700" y="3554413"/>
          <p14:tracePt t="212351" x="7961313" y="3467100"/>
          <p14:tracePt t="212359" x="7999413" y="3416300"/>
          <p14:tracePt t="212367" x="8023225" y="3367088"/>
          <p14:tracePt t="212375" x="8035925" y="3354388"/>
          <p14:tracePt t="212383" x="8061325" y="3328988"/>
          <p14:tracePt t="212391" x="8099425" y="3290888"/>
          <p14:tracePt t="212399" x="8110538" y="3267075"/>
          <p14:tracePt t="212407" x="8123238" y="3254375"/>
          <p14:tracePt t="212415" x="8148638" y="3216275"/>
          <p14:tracePt t="212424" x="8186738" y="3203575"/>
          <p14:tracePt t="212431" x="8186738" y="3190875"/>
          <p14:tracePt t="212440" x="8212138" y="3178175"/>
          <p14:tracePt t="212447" x="8248650" y="3154363"/>
          <p14:tracePt t="212456" x="8274050" y="3128963"/>
          <p14:tracePt t="212463" x="8299450" y="3116263"/>
          <p14:tracePt t="212472" x="8324850" y="3090863"/>
          <p14:tracePt t="212479" x="8335963" y="3090863"/>
          <p14:tracePt t="212488" x="8348663" y="3078163"/>
          <p14:tracePt t="212495" x="8348663" y="3065463"/>
          <p14:tracePt t="212504" x="8361363" y="3054350"/>
          <p14:tracePt t="212551" x="8374063" y="3041650"/>
          <p14:tracePt t="212639" x="8374063" y="3054350"/>
          <p14:tracePt t="212648" x="8374063" y="3078163"/>
          <p14:tracePt t="212657" x="8374063" y="3116263"/>
          <p14:tracePt t="212664" x="8348663" y="3165475"/>
          <p14:tracePt t="212675" x="8335963" y="3190875"/>
          <p14:tracePt t="212679" x="8286750" y="3267075"/>
          <p14:tracePt t="212688" x="8199438" y="3341688"/>
          <p14:tracePt t="212695" x="8135938" y="3403600"/>
          <p14:tracePt t="212704" x="8099425" y="3454400"/>
          <p14:tracePt t="212711" x="8099425" y="3490913"/>
          <p14:tracePt t="212719" x="8010525" y="3541713"/>
          <p14:tracePt t="212727" x="7986713" y="3554413"/>
          <p14:tracePt t="212735" x="7961313" y="3579813"/>
          <p14:tracePt t="212743" x="7948613" y="3579813"/>
          <p14:tracePt t="212759" x="7910513" y="3579813"/>
          <p14:tracePt t="212775" x="7886700" y="3603625"/>
          <p14:tracePt t="212791" x="7861300" y="3603625"/>
          <p14:tracePt t="212807" x="7835900" y="3616325"/>
          <p14:tracePt t="212823" x="7797800" y="3616325"/>
          <p14:tracePt t="212831" x="7785100" y="3629025"/>
          <p14:tracePt t="212839" x="7761288" y="3641725"/>
          <p14:tracePt t="212872" x="7761288" y="3654425"/>
          <p14:tracePt t="212879" x="7748588" y="3654425"/>
          <p14:tracePt t="212911" x="7735888" y="3667125"/>
          <p14:tracePt t="212919" x="7710488" y="3667125"/>
          <p14:tracePt t="212927" x="7685088" y="3703638"/>
          <p14:tracePt t="212935" x="7673975" y="3703638"/>
          <p14:tracePt t="212943" x="7623175" y="3716338"/>
          <p14:tracePt t="212951" x="7610475" y="3716338"/>
          <p14:tracePt t="212959" x="7548563" y="3741738"/>
          <p14:tracePt t="212967" x="7485063" y="3767138"/>
          <p14:tracePt t="212975" x="7448550" y="3767138"/>
          <p14:tracePt t="212983" x="7410450" y="3767138"/>
          <p14:tracePt t="212991" x="7397750" y="3767138"/>
          <p14:tracePt t="212999" x="7372350" y="3767138"/>
          <p14:tracePt t="213047" x="7359650" y="3767138"/>
          <p14:tracePt t="213056" x="7348538" y="3767138"/>
          <p14:tracePt t="213063" x="7348538" y="3729038"/>
          <p14:tracePt t="213072" x="7348538" y="3703638"/>
          <p14:tracePt t="213079" x="7348538" y="3679825"/>
          <p14:tracePt t="213088" x="7335838" y="3667125"/>
          <p14:tracePt t="213095" x="7323138" y="3654425"/>
          <p14:tracePt t="213391" x="7335838" y="3641725"/>
          <p14:tracePt t="213399" x="7423150" y="3567113"/>
          <p14:tracePt t="213407" x="7459663" y="3516313"/>
          <p14:tracePt t="213415" x="7510463" y="3467100"/>
          <p14:tracePt t="213423" x="7572375" y="3378200"/>
          <p14:tracePt t="213431" x="7685088" y="3290888"/>
          <p14:tracePt t="213439" x="7761288" y="3241675"/>
          <p14:tracePt t="213447" x="7823200" y="3203575"/>
          <p14:tracePt t="213456" x="7848600" y="3154363"/>
          <p14:tracePt t="213463" x="7886700" y="3128963"/>
          <p14:tracePt t="213472" x="7910513" y="3103563"/>
          <p14:tracePt t="213479" x="7923213" y="3090863"/>
          <p14:tracePt t="213489" x="7935913" y="3078163"/>
          <p14:tracePt t="213735" x="7948613" y="3078163"/>
          <p14:tracePt t="213743" x="7948613" y="3065463"/>
          <p14:tracePt t="213759" x="7961313" y="3041650"/>
          <p14:tracePt t="213799" x="7974013" y="3028950"/>
          <p14:tracePt t="213815" x="7999413" y="3016250"/>
          <p14:tracePt t="213823" x="7999413" y="3003550"/>
          <p14:tracePt t="213991" x="8010525" y="3003550"/>
          <p14:tracePt t="213999" x="8023225" y="3003550"/>
          <p14:tracePt t="214007" x="8048625" y="2990850"/>
          <p14:tracePt t="214023" x="8074025" y="2965450"/>
          <p14:tracePt t="214031" x="8086725" y="2952750"/>
          <p14:tracePt t="214039" x="8110538" y="2941638"/>
          <p14:tracePt t="214055" x="8123238" y="2941638"/>
          <p14:tracePt t="214063" x="8135938" y="2928938"/>
          <p14:tracePt t="214072" x="8148638" y="2916238"/>
          <p14:tracePt t="214079" x="8174038" y="2903538"/>
          <p14:tracePt t="214088" x="8199438" y="2890838"/>
          <p14:tracePt t="214104" x="8199438" y="2878138"/>
          <p14:tracePt t="214111" x="8212138" y="2878138"/>
          <p14:tracePt t="214120" x="8212138" y="2865438"/>
          <p14:tracePt t="214137" x="8235950" y="2852738"/>
          <p14:tracePt t="214168" x="8248650" y="2840038"/>
          <p14:tracePt t="214176" x="8261350" y="2840038"/>
          <p14:tracePt t="214321" x="8274050" y="2840038"/>
          <p14:tracePt t="214383" x="8286750" y="2840038"/>
          <p14:tracePt t="214391" x="8299450" y="2828925"/>
          <p14:tracePt t="214415" x="8312150" y="2816225"/>
          <p14:tracePt t="214480" x="8312150" y="2803525"/>
          <p14:tracePt t="214488" x="8324850" y="2803525"/>
          <p14:tracePt t="214535" x="8324850" y="2790825"/>
          <p14:tracePt t="214631" x="8335963" y="2778125"/>
          <p14:tracePt t="214967" x="8324850" y="2790825"/>
          <p14:tracePt t="214975" x="8299450" y="2816225"/>
          <p14:tracePt t="214983" x="8274050" y="2878138"/>
          <p14:tracePt t="214991" x="8223250" y="2928938"/>
          <p14:tracePt t="214999" x="8223250" y="2965450"/>
          <p14:tracePt t="215007" x="8199438" y="3016250"/>
          <p14:tracePt t="215015" x="8186738" y="3054350"/>
          <p14:tracePt t="215023" x="8161338" y="3090863"/>
          <p14:tracePt t="215031" x="8135938" y="3128963"/>
          <p14:tracePt t="215039" x="8110538" y="3190875"/>
          <p14:tracePt t="215047" x="8061325" y="3241675"/>
          <p14:tracePt t="215055" x="8010525" y="3316288"/>
          <p14:tracePt t="215063" x="7986713" y="3367088"/>
          <p14:tracePt t="215071" x="7948613" y="3403600"/>
          <p14:tracePt t="215079" x="7897813" y="3454400"/>
          <p14:tracePt t="215087" x="7897813" y="3490913"/>
          <p14:tracePt t="215095" x="7861300" y="3516313"/>
          <p14:tracePt t="215104" x="7797800" y="3590925"/>
          <p14:tracePt t="215111" x="7785100" y="3629025"/>
          <p14:tracePt t="215121" x="7773988" y="3654425"/>
          <p14:tracePt t="215127" x="7735888" y="3716338"/>
          <p14:tracePt t="215137" x="7723188" y="3754438"/>
          <p14:tracePt t="215143" x="7697788" y="3779838"/>
          <p14:tracePt t="215153" x="7685088" y="3803650"/>
          <p14:tracePt t="215159" x="7685088" y="3841750"/>
          <p14:tracePt t="215169" x="7648575" y="3929063"/>
          <p14:tracePt t="215175" x="7610475" y="3967163"/>
          <p14:tracePt t="215186" x="7597775" y="4029075"/>
          <p14:tracePt t="215191" x="7548563" y="4105275"/>
          <p14:tracePt t="215199" x="7497763" y="4179888"/>
          <p14:tracePt t="215207" x="7459663" y="4217988"/>
          <p14:tracePt t="215215" x="7435850" y="4267200"/>
          <p14:tracePt t="215223" x="7385050" y="4318000"/>
          <p14:tracePt t="215231" x="7359650" y="4367213"/>
          <p14:tracePt t="215239" x="7323138" y="4405313"/>
          <p14:tracePt t="215247" x="7272338" y="4467225"/>
          <p14:tracePt t="215255" x="7223125" y="4530725"/>
          <p14:tracePt t="215263" x="7185025" y="4554538"/>
          <p14:tracePt t="215271" x="7172325" y="4592638"/>
          <p14:tracePt t="215279" x="7110413" y="4656138"/>
          <p14:tracePt t="215288" x="7046913" y="4718050"/>
          <p14:tracePt t="215295" x="6985000" y="4779963"/>
          <p14:tracePt t="215304" x="6985000" y="4792663"/>
          <p14:tracePt t="215311" x="6946900" y="4843463"/>
          <p14:tracePt t="215320" x="6946900" y="4856163"/>
          <p14:tracePt t="215327" x="6934200" y="4868863"/>
          <p14:tracePt t="215336" x="6934200" y="4905375"/>
          <p14:tracePt t="215343" x="6884988" y="4956175"/>
          <p14:tracePt t="215353" x="6872288" y="4981575"/>
          <p14:tracePt t="215359" x="6846888" y="5018088"/>
          <p14:tracePt t="215369" x="6834188" y="5105400"/>
          <p14:tracePt t="215375" x="6759575" y="5194300"/>
          <p14:tracePt t="215385" x="6708775" y="5230813"/>
          <p14:tracePt t="215391" x="6634163" y="5305425"/>
          <p14:tracePt t="215399" x="6584950" y="5356225"/>
          <p14:tracePt t="215407" x="6521450" y="5407025"/>
          <p14:tracePt t="215415" x="6483350" y="5430838"/>
          <p14:tracePt t="215423" x="6472238" y="5443538"/>
          <p14:tracePt t="215431" x="6434138" y="5481638"/>
          <p14:tracePt t="215439" x="6408738" y="5494338"/>
          <p14:tracePt t="215455" x="6396038" y="5494338"/>
          <p14:tracePt t="215463" x="6396038" y="5507038"/>
          <p14:tracePt t="215568" x="6370638" y="5507038"/>
          <p14:tracePt t="215577" x="6334125" y="5507038"/>
          <p14:tracePt t="215584" x="6308725" y="5507038"/>
          <p14:tracePt t="215591" x="6259513" y="5507038"/>
          <p14:tracePt t="215600" x="6196013" y="5507038"/>
          <p14:tracePt t="215608" x="6146800" y="5481638"/>
          <p14:tracePt t="215615" x="6134100" y="5443538"/>
          <p14:tracePt t="215623" x="6096000" y="5418138"/>
          <p14:tracePt t="215631" x="6070600" y="5407025"/>
          <p14:tracePt t="215639" x="6045200" y="5368925"/>
          <p14:tracePt t="215647" x="6021388" y="5343525"/>
          <p14:tracePt t="215655" x="5995988" y="5318125"/>
          <p14:tracePt t="215663" x="5957888" y="5268913"/>
          <p14:tracePt t="215671" x="5945188" y="5218113"/>
          <p14:tracePt t="215679" x="5921375" y="5168900"/>
          <p14:tracePt t="215687" x="5883275" y="5118100"/>
          <p14:tracePt t="215695" x="5857875" y="5081588"/>
          <p14:tracePt t="215703" x="5857875" y="5056188"/>
          <p14:tracePt t="215711" x="5832475" y="5005388"/>
          <p14:tracePt t="215720" x="5821363" y="4968875"/>
          <p14:tracePt t="215727" x="5821363" y="4956175"/>
          <p14:tracePt t="215736" x="5821363" y="4943475"/>
          <p14:tracePt t="215743" x="5821363" y="4918075"/>
          <p14:tracePt t="215752" x="5821363" y="4879975"/>
          <p14:tracePt t="215759" x="5821363" y="4856163"/>
          <p14:tracePt t="215769" x="5821363" y="4818063"/>
          <p14:tracePt t="215775" x="5821363" y="4779963"/>
          <p14:tracePt t="215785" x="5857875" y="4705350"/>
          <p14:tracePt t="215791" x="5870575" y="4667250"/>
          <p14:tracePt t="215801" x="5908675" y="4618038"/>
          <p14:tracePt t="215807" x="5921375" y="4554538"/>
          <p14:tracePt t="215815" x="5970588" y="4479925"/>
          <p14:tracePt t="215823" x="5995988" y="4443413"/>
          <p14:tracePt t="215831" x="6034088" y="4392613"/>
          <p14:tracePt t="215839" x="6057900" y="4330700"/>
          <p14:tracePt t="215847" x="6070600" y="4292600"/>
          <p14:tracePt t="215855" x="6096000" y="4254500"/>
          <p14:tracePt t="215863" x="6134100" y="4192588"/>
          <p14:tracePt t="215871" x="6183313" y="4141788"/>
          <p14:tracePt t="215879" x="6234113" y="4092575"/>
          <p14:tracePt t="215887" x="6283325" y="4029075"/>
          <p14:tracePt t="215904" x="6321425" y="3992563"/>
          <p14:tracePt t="215911" x="6321425" y="3979863"/>
          <p14:tracePt t="215920" x="6346825" y="3967163"/>
          <p14:tracePt t="215927" x="6408738" y="3941763"/>
          <p14:tracePt t="215936" x="6472238" y="3929063"/>
          <p14:tracePt t="215943" x="6596063" y="3916363"/>
          <p14:tracePt t="215953" x="6708775" y="3905250"/>
          <p14:tracePt t="215959" x="6772275" y="3879850"/>
          <p14:tracePt t="215969" x="6859588" y="3854450"/>
          <p14:tracePt t="215975" x="6934200" y="3841750"/>
          <p14:tracePt t="215985" x="6972300" y="3841750"/>
          <p14:tracePt t="215991" x="7059613" y="3841750"/>
          <p14:tracePt t="216002" x="7146925" y="3816350"/>
          <p14:tracePt t="216007" x="7235825" y="3803650"/>
          <p14:tracePt t="216015" x="7285038" y="3803650"/>
          <p14:tracePt t="216023" x="7310438" y="3803650"/>
          <p14:tracePt t="216036" x="7348538" y="3792538"/>
          <p14:tracePt t="216039" x="7397750" y="3792538"/>
          <p14:tracePt t="216047" x="7410450" y="3792538"/>
          <p14:tracePt t="216055" x="7423150" y="3792538"/>
          <p14:tracePt t="216063" x="7435850" y="3792538"/>
          <p14:tracePt t="216071" x="7448550" y="3792538"/>
          <p14:tracePt t="216079" x="7472363" y="3792538"/>
          <p14:tracePt t="216087" x="7485063" y="3792538"/>
          <p14:tracePt t="216095" x="7510463" y="3792538"/>
          <p14:tracePt t="216103" x="7535863" y="3803650"/>
          <p14:tracePt t="216111" x="7561263" y="3816350"/>
          <p14:tracePt t="216120" x="7597775" y="3854450"/>
          <p14:tracePt t="216127" x="7648575" y="3867150"/>
          <p14:tracePt t="216136" x="7648575" y="3892550"/>
          <p14:tracePt t="216143" x="7697788" y="3929063"/>
          <p14:tracePt t="216153" x="7723188" y="3967163"/>
          <p14:tracePt t="216159" x="7773988" y="4017963"/>
          <p14:tracePt t="216169" x="7797800" y="4054475"/>
          <p14:tracePt t="216175" x="7835900" y="4079875"/>
          <p14:tracePt t="216185" x="7835900" y="4117975"/>
          <p14:tracePt t="216191" x="7835900" y="4167188"/>
          <p14:tracePt t="216202" x="7848600" y="4192588"/>
          <p14:tracePt t="216207" x="7874000" y="4230688"/>
          <p14:tracePt t="216215" x="7874000" y="4279900"/>
          <p14:tracePt t="216223" x="7874000" y="4318000"/>
          <p14:tracePt t="216231" x="7874000" y="4379913"/>
          <p14:tracePt t="216239" x="7874000" y="4430713"/>
          <p14:tracePt t="216247" x="7874000" y="4479925"/>
          <p14:tracePt t="216255" x="7874000" y="4518025"/>
          <p14:tracePt t="216263" x="7874000" y="4554538"/>
          <p14:tracePt t="216271" x="7874000" y="4592638"/>
          <p14:tracePt t="216279" x="7874000" y="4618038"/>
          <p14:tracePt t="216287" x="7874000" y="4656138"/>
          <p14:tracePt t="216295" x="7874000" y="4667250"/>
          <p14:tracePt t="216303" x="7874000" y="4692650"/>
          <p14:tracePt t="216311" x="7874000" y="4730750"/>
          <p14:tracePt t="216319" x="7874000" y="4756150"/>
          <p14:tracePt t="216327" x="7874000" y="4792663"/>
          <p14:tracePt t="216336" x="7861300" y="4843463"/>
          <p14:tracePt t="216343" x="7861300" y="4892675"/>
          <p14:tracePt t="216352" x="7810500" y="4943475"/>
          <p14:tracePt t="216359" x="7797800" y="4981575"/>
          <p14:tracePt t="216369" x="7748588" y="5043488"/>
          <p14:tracePt t="216375" x="7723188" y="5081588"/>
          <p14:tracePt t="216385" x="7685088" y="5130800"/>
          <p14:tracePt t="216391" x="7648575" y="5156200"/>
          <p14:tracePt t="216401" x="7610475" y="5194300"/>
          <p14:tracePt t="216407" x="7572375" y="5205413"/>
          <p14:tracePt t="216417" x="7548563" y="5230813"/>
          <p14:tracePt t="216423" x="7472363" y="5268913"/>
          <p14:tracePt t="216431" x="7397750" y="5281613"/>
          <p14:tracePt t="216439" x="7323138" y="5294313"/>
          <p14:tracePt t="216447" x="7223125" y="5343525"/>
          <p14:tracePt t="216455" x="7085013" y="5356225"/>
          <p14:tracePt t="216463" x="6934200" y="5368925"/>
          <p14:tracePt t="216471" x="6746875" y="5430838"/>
          <p14:tracePt t="216479" x="6708775" y="5430838"/>
          <p14:tracePt t="216487" x="6559550" y="5468938"/>
          <p14:tracePt t="216495" x="6346825" y="5481638"/>
          <p14:tracePt t="216503" x="6196013" y="5494338"/>
          <p14:tracePt t="216511" x="6083300" y="5507038"/>
          <p14:tracePt t="216519" x="5895975" y="5530850"/>
          <p14:tracePt t="216527" x="5808663" y="5543550"/>
          <p14:tracePt t="216535" x="5719763" y="5543550"/>
          <p14:tracePt t="216543" x="5619750" y="5543550"/>
          <p14:tracePt t="216552" x="5507038" y="5543550"/>
          <p14:tracePt t="216559" x="5470525" y="5543550"/>
          <p14:tracePt t="216568" x="5432425" y="5543550"/>
          <p14:tracePt t="216575" x="5370513" y="5543550"/>
          <p14:tracePt t="216584" x="5294313" y="5543550"/>
          <p14:tracePt t="216591" x="5245100" y="5543550"/>
          <p14:tracePt t="216601" x="5170488" y="5518150"/>
          <p14:tracePt t="216607" x="5119688" y="5507038"/>
          <p14:tracePt t="216615" x="5081588" y="5456238"/>
          <p14:tracePt t="216623" x="5019675" y="5407025"/>
          <p14:tracePt t="216631" x="4945063" y="5356225"/>
          <p14:tracePt t="216639" x="4894263" y="5318125"/>
          <p14:tracePt t="216647" x="4832350" y="5281613"/>
          <p14:tracePt t="216655" x="4768850" y="5218113"/>
          <p14:tracePt t="216663" x="4768850" y="5181600"/>
          <p14:tracePt t="216671" x="4756150" y="5143500"/>
          <p14:tracePt t="216679" x="4719638" y="5068888"/>
          <p14:tracePt t="216687" x="4719638" y="5043488"/>
          <p14:tracePt t="216695" x="4719638" y="5030788"/>
          <p14:tracePt t="216703" x="4706938" y="4981575"/>
          <p14:tracePt t="216711" x="4706938" y="4905375"/>
          <p14:tracePt t="216719" x="4694238" y="4868863"/>
          <p14:tracePt t="216727" x="4694238" y="4805363"/>
          <p14:tracePt t="216736" x="4668838" y="4730750"/>
          <p14:tracePt t="216743" x="4668838" y="4679950"/>
          <p14:tracePt t="216751" x="4668838" y="4630738"/>
          <p14:tracePt t="216759" x="4668838" y="4592638"/>
          <p14:tracePt t="216769" x="4668838" y="4543425"/>
          <p14:tracePt t="216775" x="4668838" y="4505325"/>
          <p14:tracePt t="216785" x="4668838" y="4467225"/>
          <p14:tracePt t="216791" x="4668838" y="4430713"/>
          <p14:tracePt t="216801" x="4668838" y="4405313"/>
          <p14:tracePt t="216807" x="4668838" y="4367213"/>
          <p14:tracePt t="216817" x="4681538" y="4318000"/>
          <p14:tracePt t="216823" x="4719638" y="4254500"/>
          <p14:tracePt t="216831" x="4743450" y="4205288"/>
          <p14:tracePt t="216839" x="4794250" y="4129088"/>
          <p14:tracePt t="216847" x="4832350" y="4067175"/>
          <p14:tracePt t="216855" x="4881563" y="4017963"/>
          <p14:tracePt t="216863" x="4906963" y="3967163"/>
          <p14:tracePt t="216871" x="4919663" y="3929063"/>
          <p14:tracePt t="216879" x="4945063" y="3905250"/>
          <p14:tracePt t="216887" x="4945063" y="3892550"/>
          <p14:tracePt t="216895" x="4994275" y="3841750"/>
          <p14:tracePt t="216903" x="5019675" y="3829050"/>
          <p14:tracePt t="216911" x="5045075" y="3816350"/>
          <p14:tracePt t="216927" x="5094288" y="3779838"/>
          <p14:tracePt t="216935" x="5119688" y="3779838"/>
          <p14:tracePt t="216943" x="5194300" y="3754438"/>
          <p14:tracePt t="216951" x="5245100" y="3716338"/>
          <p14:tracePt t="216959" x="5270500" y="3703638"/>
          <p14:tracePt t="216969" x="5345113" y="3679825"/>
          <p14:tracePt t="216975" x="5432425" y="3654425"/>
          <p14:tracePt t="216984" x="5470525" y="3654425"/>
          <p14:tracePt t="216991" x="5519738" y="3654425"/>
          <p14:tracePt t="217000" x="5583238" y="3654425"/>
          <p14:tracePt t="217007" x="5607050" y="3654425"/>
          <p14:tracePt t="217018" x="5632450" y="3654425"/>
          <p14:tracePt t="217023" x="5719763" y="3654425"/>
          <p14:tracePt t="217031" x="5732463" y="3641725"/>
          <p14:tracePt t="217051" x="5832475" y="3641725"/>
          <p14:tracePt t="217055" x="5921375" y="3616325"/>
          <p14:tracePt t="217063" x="6008688" y="3603625"/>
          <p14:tracePt t="217071" x="6083300" y="3603625"/>
          <p14:tracePt t="217079" x="6134100" y="3603625"/>
          <p14:tracePt t="217087" x="6246813" y="3603625"/>
          <p14:tracePt t="217095" x="6270625" y="3603625"/>
          <p14:tracePt t="217103" x="6321425" y="3603625"/>
          <p14:tracePt t="217111" x="6359525" y="3603625"/>
          <p14:tracePt t="217119" x="6421438" y="3603625"/>
          <p14:tracePt t="217127" x="6496050" y="3603625"/>
          <p14:tracePt t="217135" x="6559550" y="3603625"/>
          <p14:tracePt t="217143" x="6608763" y="3603625"/>
          <p14:tracePt t="217151" x="6659563" y="3616325"/>
          <p14:tracePt t="217159" x="6696075" y="3629025"/>
          <p14:tracePt t="217169" x="6708775" y="3654425"/>
          <p14:tracePt t="217175" x="6759575" y="3679825"/>
          <p14:tracePt t="217185" x="6784975" y="3729038"/>
          <p14:tracePt t="217191" x="6821488" y="3767138"/>
          <p14:tracePt t="217200" x="6872288" y="3829050"/>
          <p14:tracePt t="217207" x="6872288" y="3841750"/>
          <p14:tracePt t="217216" x="6897688" y="3892550"/>
          <p14:tracePt t="217223" x="6897688" y="3916363"/>
          <p14:tracePt t="217234" x="6897688" y="3929063"/>
          <p14:tracePt t="217239" x="6897688" y="3967163"/>
          <p14:tracePt t="217247" x="6897688" y="3992563"/>
          <p14:tracePt t="217255" x="6872288" y="4054475"/>
          <p14:tracePt t="217263" x="6859588" y="4092575"/>
          <p14:tracePt t="217271" x="6797675" y="4154488"/>
          <p14:tracePt t="217279" x="6759575" y="4205288"/>
          <p14:tracePt t="217287" x="6708775" y="4254500"/>
          <p14:tracePt t="217295" x="6659563" y="4292600"/>
          <p14:tracePt t="217303" x="6621463" y="4330700"/>
          <p14:tracePt t="217311" x="6584950" y="4367213"/>
          <p14:tracePt t="217319" x="6508750" y="4430713"/>
          <p14:tracePt t="217327" x="6459538" y="4467225"/>
          <p14:tracePt t="217335" x="6383338" y="4518025"/>
          <p14:tracePt t="217343" x="6283325" y="4543425"/>
          <p14:tracePt t="217351" x="6134100" y="4605338"/>
          <p14:tracePt t="217359" x="6057900" y="4630738"/>
          <p14:tracePt t="217375" x="5921375" y="4605338"/>
          <p14:tracePt t="217385" x="5808663" y="4605338"/>
          <p14:tracePt t="217391" x="5708650" y="4605338"/>
          <p14:tracePt t="217401" x="5632450" y="4605338"/>
          <p14:tracePt t="217407" x="5583238" y="4605338"/>
          <p14:tracePt t="217416" x="5532438" y="4592638"/>
          <p14:tracePt t="217423" x="5507038" y="4554538"/>
          <p14:tracePt t="217433" x="5470525" y="4530725"/>
          <p14:tracePt t="217439" x="5470525" y="4505325"/>
          <p14:tracePt t="217447" x="5457825" y="4454525"/>
          <p14:tracePt t="217455" x="5445125" y="4430713"/>
          <p14:tracePt t="217463" x="5432425" y="4392613"/>
          <p14:tracePt t="217471" x="5419725" y="4318000"/>
          <p14:tracePt t="217479" x="5407025" y="4279900"/>
          <p14:tracePt t="217487" x="5407025" y="4230688"/>
          <p14:tracePt t="217495" x="5407025" y="4179888"/>
          <p14:tracePt t="217503" x="5407025" y="4129088"/>
          <p14:tracePt t="217511" x="5407025" y="4079875"/>
          <p14:tracePt t="217519" x="5419725" y="4005263"/>
          <p14:tracePt t="217527" x="5457825" y="3967163"/>
          <p14:tracePt t="217535" x="5470525" y="3892550"/>
          <p14:tracePt t="217543" x="5532438" y="3829050"/>
          <p14:tracePt t="217551" x="5595938" y="3754438"/>
          <p14:tracePt t="217559" x="5657850" y="3692525"/>
          <p14:tracePt t="217568" x="5745163" y="3629025"/>
          <p14:tracePt t="217575" x="5870575" y="3554413"/>
          <p14:tracePt t="217584" x="5921375" y="3529013"/>
          <p14:tracePt t="217591" x="5983288" y="3503613"/>
          <p14:tracePt t="217601" x="6083300" y="3467100"/>
          <p14:tracePt t="217607" x="6196013" y="3441700"/>
          <p14:tracePt t="217617" x="6246813" y="3416300"/>
          <p14:tracePt t="217623" x="6308725" y="3403600"/>
          <p14:tracePt t="217632" x="6396038" y="3378200"/>
          <p14:tracePt t="217639" x="6421438" y="3378200"/>
          <p14:tracePt t="217649" x="6446838" y="3378200"/>
          <p14:tracePt t="217655" x="6472238" y="3378200"/>
          <p14:tracePt t="217663" x="6496050" y="3378200"/>
          <p14:tracePt t="217671" x="6508750" y="3378200"/>
          <p14:tracePt t="217679" x="6559550" y="3378200"/>
          <p14:tracePt t="217687" x="6672263" y="3416300"/>
          <p14:tracePt t="217695" x="6759575" y="3429000"/>
          <p14:tracePt t="217703" x="6872288" y="3454400"/>
          <p14:tracePt t="217711" x="6959600" y="3490913"/>
          <p14:tracePt t="217719" x="6997700" y="3503613"/>
          <p14:tracePt t="217727" x="7034213" y="3529013"/>
          <p14:tracePt t="217735" x="7059613" y="3554413"/>
          <p14:tracePt t="217743" x="7085013" y="3579813"/>
          <p14:tracePt t="217751" x="7110413" y="3590925"/>
          <p14:tracePt t="217759" x="7123113" y="3590925"/>
          <p14:tracePt t="217768" x="7123113" y="3603625"/>
          <p14:tracePt t="217785" x="7123113" y="3616325"/>
          <p14:tracePt t="217791" x="7134225" y="3629025"/>
          <p14:tracePt t="217801" x="7134225" y="3654425"/>
          <p14:tracePt t="217807" x="7146925" y="3667125"/>
          <p14:tracePt t="217817" x="7146925" y="3692525"/>
          <p14:tracePt t="217823" x="7172325" y="3703638"/>
          <p14:tracePt t="217832" x="7172325" y="3754438"/>
          <p14:tracePt t="217839" x="7172325" y="3792538"/>
          <p14:tracePt t="217849" x="7185025" y="3803650"/>
          <p14:tracePt t="217855" x="7185025" y="3841750"/>
          <p14:tracePt t="217863" x="7185025" y="3867150"/>
          <p14:tracePt t="217871" x="7185025" y="3879850"/>
          <p14:tracePt t="217879" x="7185025" y="3916363"/>
          <p14:tracePt t="217887" x="7185025" y="3929063"/>
          <p14:tracePt t="217903" x="7185025" y="3954463"/>
          <p14:tracePt t="218351" x="7185025" y="3967163"/>
          <p14:tracePt t="218359" x="7185025" y="3992563"/>
          <p14:tracePt t="218367" x="7185025" y="4005263"/>
          <p14:tracePt t="218375" x="7185025" y="4017963"/>
          <p14:tracePt t="218384" x="7185025" y="4041775"/>
          <p14:tracePt t="218407" x="7185025" y="4054475"/>
          <p14:tracePt t="218527" x="7185025" y="4067175"/>
          <p14:tracePt t="218599" x="7197725" y="4067175"/>
          <p14:tracePt t="218607" x="7246938" y="4092575"/>
          <p14:tracePt t="218617" x="7285038" y="4092575"/>
          <p14:tracePt t="218623" x="7323138" y="4092575"/>
          <p14:tracePt t="218633" x="7372350" y="4092575"/>
          <p14:tracePt t="218639" x="7423150" y="4092575"/>
          <p14:tracePt t="218648" x="7472363" y="4092575"/>
          <p14:tracePt t="218655" x="7523163" y="4092575"/>
          <p14:tracePt t="218665" x="7561263" y="4092575"/>
          <p14:tracePt t="218671" x="7635875" y="4092575"/>
          <p14:tracePt t="218679" x="7673975" y="4092575"/>
          <p14:tracePt t="218687" x="7697788" y="4105275"/>
          <p14:tracePt t="218695" x="7710488" y="4105275"/>
          <p14:tracePt t="218703" x="7723188" y="4105275"/>
          <p14:tracePt t="218711" x="7735888" y="4105275"/>
          <p14:tracePt t="218719" x="7761288" y="4105275"/>
          <p14:tracePt t="218735" x="7773988" y="4105275"/>
          <p14:tracePt t="218743" x="7773988" y="4092575"/>
          <p14:tracePt t="218751" x="7785100" y="4079875"/>
          <p14:tracePt t="218767" x="7797800" y="4067175"/>
          <p14:tracePt t="218775" x="7797800" y="4054475"/>
          <p14:tracePt t="218791" x="7797800" y="4041775"/>
          <p14:tracePt t="218807" x="7810500" y="4041775"/>
          <p14:tracePt t="218823" x="7810500" y="4029075"/>
          <p14:tracePt t="218832" x="7823200" y="4005263"/>
          <p14:tracePt t="218849" x="7835900" y="4005263"/>
          <p14:tracePt t="218865" x="7848600" y="3979863"/>
          <p14:tracePt t="218887" x="7861300" y="3967163"/>
          <p14:tracePt t="218959" x="7874000" y="3967163"/>
          <p14:tracePt t="218975" x="7897813" y="3967163"/>
          <p14:tracePt t="218991" x="7910513" y="3967163"/>
          <p14:tracePt t="218999" x="7923213" y="3967163"/>
          <p14:tracePt t="219007" x="7961313" y="3979863"/>
          <p14:tracePt t="219016" x="7986713" y="3992563"/>
          <p14:tracePt t="219023" x="7999413" y="4005263"/>
          <p14:tracePt t="219033" x="8010525" y="4017963"/>
          <p14:tracePt t="219049" x="8035925" y="4029075"/>
          <p14:tracePt t="219055" x="8048625" y="4041775"/>
          <p14:tracePt t="219065" x="8061325" y="4054475"/>
          <p14:tracePt t="219071" x="8074025" y="4054475"/>
          <p14:tracePt t="219095" x="8086725" y="4054475"/>
          <p14:tracePt t="219135" x="8099425" y="4054475"/>
          <p14:tracePt t="219151" x="8123238" y="4054475"/>
          <p14:tracePt t="219184" x="8135938" y="4067175"/>
          <p14:tracePt t="219192" x="8148638" y="4067175"/>
          <p14:tracePt t="219200" x="8161338" y="4079875"/>
          <p14:tracePt t="219216" x="8186738" y="4079875"/>
          <p14:tracePt t="219239" x="8199438" y="4092575"/>
          <p14:tracePt t="219287" x="8212138" y="4105275"/>
          <p14:tracePt t="219303" x="8223250" y="4105275"/>
          <p14:tracePt t="219319" x="8235950" y="4105275"/>
          <p14:tracePt t="219343" x="8248650" y="4105275"/>
          <p14:tracePt t="219351" x="8274050" y="4129088"/>
          <p14:tracePt t="219367" x="8312150" y="4141788"/>
          <p14:tracePt t="219383" x="8324850" y="4167188"/>
          <p14:tracePt t="219391" x="8348663" y="4192588"/>
          <p14:tracePt t="219407" x="8374063" y="4205288"/>
          <p14:tracePt t="219415" x="8386763" y="4217988"/>
          <p14:tracePt t="219423" x="8399463" y="4230688"/>
          <p14:tracePt t="219448" x="8399463" y="4241800"/>
          <p14:tracePt t="219567" x="8412163" y="4241800"/>
          <p14:tracePt t="220439" x="8424863" y="4241800"/>
          <p14:tracePt t="220455" x="8448675" y="4230688"/>
          <p14:tracePt t="220487" x="8474075" y="4217988"/>
          <p14:tracePt t="220631" x="8486775" y="4217988"/>
          <p14:tracePt t="220687" x="8499475" y="4217988"/>
          <p14:tracePt t="220697" x="8512175" y="4217988"/>
          <p14:tracePt t="220712" x="8524875" y="4217988"/>
          <p14:tracePt t="220727" x="8537575" y="4217988"/>
          <p14:tracePt t="220735" x="8548688" y="4217988"/>
          <p14:tracePt t="220751" x="8561388" y="4217988"/>
          <p14:tracePt t="220759" x="8574088" y="4217988"/>
          <p14:tracePt t="220775" x="8586788" y="4217988"/>
          <p14:tracePt t="220783" x="8599488" y="4217988"/>
          <p14:tracePt t="220791" x="8624888" y="4217988"/>
          <p14:tracePt t="220807" x="8637588" y="4217988"/>
          <p14:tracePt t="220815" x="8650288" y="4217988"/>
          <p14:tracePt t="220823" x="8661400" y="4217988"/>
          <p14:tracePt t="220847" x="8674100" y="4217988"/>
          <p14:tracePt t="221127" x="8699500" y="4217988"/>
          <p14:tracePt t="221135" x="8712200" y="4217988"/>
          <p14:tracePt t="221143" x="8737600" y="4217988"/>
          <p14:tracePt t="221151" x="8774113" y="4217988"/>
          <p14:tracePt t="221159" x="8799513" y="4217988"/>
          <p14:tracePt t="221167" x="8837613" y="4217988"/>
          <p14:tracePt t="221175" x="8850313" y="4217988"/>
          <p14:tracePt t="221183" x="8874125" y="4217988"/>
          <p14:tracePt t="221191" x="8886825" y="4217988"/>
          <p14:tracePt t="221199" x="8912225" y="4217988"/>
          <p14:tracePt t="221207" x="8924925" y="4217988"/>
          <p14:tracePt t="221215" x="8950325" y="4217988"/>
          <p14:tracePt t="221223" x="8975725" y="4217988"/>
          <p14:tracePt t="221231" x="8986838" y="4217988"/>
          <p14:tracePt t="221239" x="8986838" y="4205288"/>
          <p14:tracePt t="221255" x="9012238" y="4205288"/>
          <p14:tracePt t="221335" x="9024938" y="4205288"/>
          <p14:tracePt t="221351" x="9037638" y="4205288"/>
          <p14:tracePt t="221367" x="9063038" y="4205288"/>
          <p14:tracePt t="221375" x="9075738" y="4192588"/>
          <p14:tracePt t="221391" x="9088438" y="4192588"/>
          <p14:tracePt t="221399" x="9099550" y="4192588"/>
          <p14:tracePt t="221407" x="9112250" y="4192588"/>
          <p14:tracePt t="221423" x="9137650" y="4179888"/>
          <p14:tracePt t="221431" x="9150350" y="4179888"/>
          <p14:tracePt t="221447" x="9163050" y="4179888"/>
          <p14:tracePt t="221455" x="9199563" y="4167188"/>
          <p14:tracePt t="221463" x="9224963" y="4167188"/>
          <p14:tracePt t="221471" x="9237663" y="4167188"/>
          <p14:tracePt t="221481" x="9263063" y="4167188"/>
          <p14:tracePt t="221487" x="9288463" y="4167188"/>
          <p14:tracePt t="221496" x="9312275" y="4167188"/>
          <p14:tracePt t="221503" x="9350375" y="4154488"/>
          <p14:tracePt t="221513" x="9363075" y="4154488"/>
          <p14:tracePt t="221519" x="9375775" y="4154488"/>
          <p14:tracePt t="221535" x="9401175" y="4154488"/>
          <p14:tracePt t="221551" x="9413875" y="4154488"/>
          <p14:tracePt t="221575" x="9437688" y="4129088"/>
          <p14:tracePt t="221583" x="9450388" y="4129088"/>
          <p14:tracePt t="221591" x="9463088" y="4129088"/>
          <p14:tracePt t="221599" x="9475788" y="4129088"/>
          <p14:tracePt t="221623" x="9488488" y="4129088"/>
          <p14:tracePt t="221639" x="9525000" y="4117975"/>
          <p14:tracePt t="221647" x="9550400" y="4117975"/>
          <p14:tracePt t="221655" x="9575800" y="4117975"/>
          <p14:tracePt t="221663" x="9601200" y="4117975"/>
          <p14:tracePt t="221671" x="9650413" y="4105275"/>
          <p14:tracePt t="221681" x="9675813" y="4105275"/>
          <p14:tracePt t="221687" x="9713913" y="4092575"/>
          <p14:tracePt t="221697" x="9739313" y="4092575"/>
          <p14:tracePt t="221703" x="9763125" y="4092575"/>
          <p14:tracePt t="221712" x="9788525" y="4092575"/>
          <p14:tracePt t="221719" x="9826625" y="4092575"/>
          <p14:tracePt t="221728" x="9852025" y="4092575"/>
          <p14:tracePt t="221735" x="9901238" y="4092575"/>
          <p14:tracePt t="221745" x="9939338" y="4092575"/>
          <p14:tracePt t="221751" x="9952038" y="4092575"/>
          <p14:tracePt t="221759" x="9988550" y="4092575"/>
          <p14:tracePt t="221767" x="10013950" y="4092575"/>
          <p14:tracePt t="221775" x="10026650" y="4092575"/>
          <p14:tracePt t="221783" x="10039350" y="4092575"/>
          <p14:tracePt t="221791" x="10052050" y="4092575"/>
          <p14:tracePt t="221799" x="10064750" y="4092575"/>
          <p14:tracePt t="221807" x="10075863" y="4092575"/>
          <p14:tracePt t="221815" x="10126663" y="4079875"/>
          <p14:tracePt t="221823" x="10152063" y="4079875"/>
          <p14:tracePt t="221831" x="10164763" y="4079875"/>
          <p14:tracePt t="221839" x="10188575" y="4079875"/>
          <p14:tracePt t="221847" x="10239375" y="4079875"/>
          <p14:tracePt t="221855" x="10252075" y="4079875"/>
          <p14:tracePt t="221863" x="10288588" y="4079875"/>
          <p14:tracePt t="221871" x="10326688" y="4079875"/>
          <p14:tracePt t="221880" x="10339388" y="4079875"/>
          <p14:tracePt t="221887" x="10364788" y="4079875"/>
          <p14:tracePt t="221897" x="10377488" y="4079875"/>
          <p14:tracePt t="221903" x="10401300" y="4079875"/>
          <p14:tracePt t="221913" x="10426700" y="4079875"/>
          <p14:tracePt t="221919" x="10452100" y="4079875"/>
          <p14:tracePt t="221929" x="10464800" y="4079875"/>
          <p14:tracePt t="221935" x="10502900" y="4079875"/>
          <p14:tracePt t="221946" x="10539413" y="4079875"/>
          <p14:tracePt t="221951" x="10564813" y="4079875"/>
          <p14:tracePt t="221959" x="10614025" y="4079875"/>
          <p14:tracePt t="221967" x="10639425" y="4079875"/>
          <p14:tracePt t="221975" x="10664825" y="4079875"/>
          <p14:tracePt t="221983" x="10702925" y="4079875"/>
          <p14:tracePt t="221999" x="10702925" y="4117975"/>
          <p14:tracePt t="222007" x="10702925" y="4129088"/>
          <p14:tracePt t="222015" x="10726738" y="4129088"/>
          <p14:tracePt t="222023" x="10739438" y="4129088"/>
          <p14:tracePt t="222031" x="10752138" y="4141788"/>
          <p14:tracePt t="222061" x="10764838" y="4141788"/>
          <p14:tracePt t="222111" x="10777538" y="4141788"/>
          <p14:tracePt t="222513" x="10777538" y="4154488"/>
          <p14:tracePt t="222519" x="10815638" y="4167188"/>
          <p14:tracePt t="222535" x="10828338" y="4192588"/>
          <p14:tracePt t="222544" x="10839450" y="4205288"/>
          <p14:tracePt t="222551" x="10852150" y="4217988"/>
          <p14:tracePt t="222561" x="10864850" y="4217988"/>
          <p14:tracePt t="222575" x="10877550" y="4230688"/>
          <p14:tracePt t="222583" x="10877550" y="4241800"/>
          <p14:tracePt t="222591" x="10890250" y="4241800"/>
          <p14:tracePt t="222607" x="10902950" y="4241800"/>
          <p14:tracePt t="222647" x="10890250" y="4230688"/>
          <p14:tracePt t="222655" x="10777538" y="4092575"/>
          <p14:tracePt t="222663" x="10690225" y="4029075"/>
          <p14:tracePt t="222671" x="10639425" y="3979863"/>
          <p14:tracePt t="222879" x="10614025" y="3979863"/>
          <p14:tracePt t="222887" x="10577513" y="3992563"/>
          <p14:tracePt t="222896" x="10552113" y="4017963"/>
          <p14:tracePt t="222903" x="10514013" y="4079875"/>
          <p14:tracePt t="222912" x="10502900" y="4092575"/>
          <p14:tracePt t="222919" x="10502900" y="4105275"/>
          <p14:tracePt t="222976" x="10490200" y="4117975"/>
          <p14:tracePt t="223007" x="10490200" y="4129088"/>
          <p14:tracePt t="223015" x="10490200" y="4141788"/>
          <p14:tracePt t="223023" x="10490200" y="4154488"/>
          <p14:tracePt t="223031" x="10502900" y="4192588"/>
          <p14:tracePt t="223039" x="10526713" y="4217988"/>
          <p14:tracePt t="223047" x="10526713" y="4241800"/>
          <p14:tracePt t="223063" x="10564813" y="4305300"/>
          <p14:tracePt t="223071" x="10577513" y="4318000"/>
          <p14:tracePt t="223079" x="10602913" y="4354513"/>
          <p14:tracePt t="223087" x="10614025" y="4392613"/>
          <p14:tracePt t="223097" x="10626725" y="4405313"/>
          <p14:tracePt t="223103" x="10626725" y="4430713"/>
          <p14:tracePt t="223112" x="10626725" y="4443413"/>
          <p14:tracePt t="223119" x="10639425" y="4454525"/>
          <p14:tracePt t="223129" x="10639425" y="4467225"/>
          <p14:tracePt t="223144" x="10639425" y="4479925"/>
          <p14:tracePt t="223161" x="10652125" y="4479925"/>
          <p14:tracePt t="223407" x="10652125" y="4492625"/>
          <p14:tracePt t="223415" x="10652125" y="4505325"/>
          <p14:tracePt t="223424" x="10652125" y="4518025"/>
          <p14:tracePt t="223447" x="10652125" y="4530725"/>
          <p14:tracePt t="223455" x="10652125" y="4543425"/>
          <p14:tracePt t="223487" x="10652125" y="4567238"/>
          <p14:tracePt t="223495" x="10652125" y="4579938"/>
          <p14:tracePt t="223511" x="10652125" y="4592638"/>
          <p14:tracePt t="223535" x="10652125" y="4605338"/>
          <p14:tracePt t="223551" x="10652125" y="4618038"/>
          <p14:tracePt t="223583" x="10652125" y="4630738"/>
          <p14:tracePt t="223592" x="10652125" y="4643438"/>
          <p14:tracePt t="223599" x="10652125" y="4656138"/>
          <p14:tracePt t="223607" x="10652125" y="4667250"/>
          <p14:tracePt t="223615" x="10639425" y="4679950"/>
          <p14:tracePt t="223623" x="10602913" y="4718050"/>
          <p14:tracePt t="223639" x="10590213" y="4730750"/>
          <p14:tracePt t="223655" x="10577513" y="4730750"/>
          <p14:tracePt t="223663" x="10539413" y="4730750"/>
          <p14:tracePt t="223671" x="10539413" y="4743450"/>
          <p14:tracePt t="223847" x="10602913" y="4743450"/>
          <p14:tracePt t="223855" x="10639425" y="4743450"/>
          <p14:tracePt t="223871" x="10677525" y="4730750"/>
          <p14:tracePt t="223879" x="10690225" y="4705350"/>
          <p14:tracePt t="223887" x="10702925" y="4705350"/>
          <p14:tracePt t="223895" x="10726738" y="4692650"/>
          <p14:tracePt t="223903" x="10739438" y="4679950"/>
          <p14:tracePt t="223911" x="10752138" y="4679950"/>
          <p14:tracePt t="223919" x="10777538" y="4667250"/>
          <p14:tracePt t="223935" x="10790238" y="4656138"/>
          <p14:tracePt t="223977" x="10802938" y="4643438"/>
          <p14:tracePt t="223983" x="10815638" y="4630738"/>
          <p14:tracePt t="223999" x="10828338" y="4618038"/>
          <p14:tracePt t="224008" x="10828338" y="4605338"/>
          <p14:tracePt t="224015" x="10839450" y="4605338"/>
          <p14:tracePt t="224031" x="10839450" y="4592638"/>
          <p14:tracePt t="224080" x="10839450" y="4579938"/>
          <p14:tracePt t="224215" x="10839450" y="4554538"/>
          <p14:tracePt t="224226" x="10852150" y="4554538"/>
          <p14:tracePt t="224233" x="10852150" y="4543425"/>
          <p14:tracePt t="224248" x="10877550" y="4543425"/>
          <p14:tracePt t="224287" x="10877550" y="4530725"/>
          <p14:tracePt t="224295" x="10890250" y="4530725"/>
          <p14:tracePt t="224311" x="10902950" y="4518025"/>
          <p14:tracePt t="224552" x="10915650" y="4518025"/>
          <p14:tracePt t="224575" x="10915650" y="4530725"/>
          <p14:tracePt t="224592" x="10915650" y="4554538"/>
          <p14:tracePt t="224624" x="10915650" y="4579938"/>
          <p14:tracePt t="224639" x="10915650" y="4592638"/>
          <p14:tracePt t="224671" x="10915650" y="4618038"/>
          <p14:tracePt t="224680" x="10915650" y="4630738"/>
          <p14:tracePt t="224696" x="10915650" y="4656138"/>
          <p14:tracePt t="224727" x="10915650" y="4667250"/>
          <p14:tracePt t="224767" x="10928350" y="4667250"/>
          <p14:tracePt t="224776" x="10952163" y="4667250"/>
          <p14:tracePt t="224783" x="10977563" y="4667250"/>
          <p14:tracePt t="224793" x="10990263" y="4667250"/>
          <p14:tracePt t="224799" x="11002963" y="4667250"/>
          <p14:tracePt t="224808" x="11015663" y="4667250"/>
          <p14:tracePt t="224839" x="11052175" y="4667250"/>
          <p14:tracePt t="224847" x="11064875" y="4656138"/>
          <p14:tracePt t="224887" x="11077575" y="4630738"/>
          <p14:tracePt t="224911" x="11077575" y="4618038"/>
          <p14:tracePt t="224919" x="11077575" y="4592638"/>
          <p14:tracePt t="224928" x="11090275" y="4579938"/>
          <p14:tracePt t="224935" x="11090275" y="4567238"/>
          <p14:tracePt t="224945" x="11102975" y="4543425"/>
          <p14:tracePt t="225095" x="11102975" y="4530725"/>
          <p14:tracePt t="225527" x="11077575" y="4518025"/>
          <p14:tracePt t="225535" x="11028363" y="4518025"/>
          <p14:tracePt t="225543" x="10939463" y="4518025"/>
          <p14:tracePt t="225551" x="10902950" y="4543425"/>
          <p14:tracePt t="225559" x="10902950" y="4554538"/>
          <p14:tracePt t="225567" x="10890250" y="4567238"/>
          <p14:tracePt t="225576" x="10852150" y="4567238"/>
          <p14:tracePt t="225583" x="10839450" y="4567238"/>
          <p14:tracePt t="225592" x="10828338" y="4592638"/>
          <p14:tracePt t="225599" x="10802938" y="4592638"/>
          <p14:tracePt t="225608" x="10764838" y="4618038"/>
          <p14:tracePt t="225626" x="10752138" y="4630738"/>
          <p14:tracePt t="225647" x="10739438" y="4656138"/>
          <p14:tracePt t="225727" x="10726738" y="4656138"/>
          <p14:tracePt t="225735" x="10726738" y="4667250"/>
          <p14:tracePt t="225831" x="10752138" y="4667250"/>
          <p14:tracePt t="225840" x="10815638" y="4667250"/>
          <p14:tracePt t="225847" x="10815638" y="4656138"/>
          <p14:tracePt t="225879" x="10839450" y="4656138"/>
          <p14:tracePt t="225887" x="10890250" y="4618038"/>
          <p14:tracePt t="225895" x="10890250" y="4592638"/>
          <p14:tracePt t="225903" x="10902950" y="4592638"/>
          <p14:tracePt t="225911" x="10902950" y="4579938"/>
          <p14:tracePt t="226175" x="10902950" y="4567238"/>
          <p14:tracePt t="226991" x="10902950" y="4579938"/>
          <p14:tracePt t="227375" x="10902950" y="4605338"/>
          <p14:tracePt t="227383" x="10902950" y="4618038"/>
          <p14:tracePt t="227415" x="10902950" y="4630738"/>
          <p14:tracePt t="227487" x="10902950" y="4643438"/>
          <p14:tracePt t="228679" x="10902950" y="4656138"/>
          <p14:tracePt t="228711" x="10902950" y="4667250"/>
          <p14:tracePt t="229319" x="10902950" y="4679950"/>
          <p14:tracePt t="229327" x="10902950" y="4692650"/>
          <p14:tracePt t="229336" x="10902950" y="4705350"/>
          <p14:tracePt t="229359" x="10902950" y="4718050"/>
          <p14:tracePt t="229639" x="10902950" y="4730750"/>
          <p14:tracePt t="229671" x="10890250" y="4730750"/>
          <p14:tracePt t="229688" x="10890250" y="4718050"/>
          <p14:tracePt t="229695" x="10877550" y="4718050"/>
          <p14:tracePt t="229704" x="10864850" y="4705350"/>
          <p14:tracePt t="229720" x="10852150" y="4692650"/>
          <p14:tracePt t="229911" x="10852150" y="4667250"/>
          <p14:tracePt t="229921" x="10852150" y="4656138"/>
          <p14:tracePt t="229936" x="10852150" y="4643438"/>
          <p14:tracePt t="229943" x="10852150" y="4630738"/>
          <p14:tracePt t="229967" x="10852150" y="4618038"/>
          <p14:tracePt t="230183" x="10852150" y="4630738"/>
          <p14:tracePt t="230199" x="10852150" y="4667250"/>
          <p14:tracePt t="230215" x="10852150" y="4679950"/>
          <p14:tracePt t="230223" x="10852150" y="4705350"/>
          <p14:tracePt t="230239" x="10852150" y="4718050"/>
          <p14:tracePt t="230247" x="10852150" y="4730750"/>
          <p14:tracePt t="230263" x="10852150" y="4743450"/>
          <p14:tracePt t="230623" x="10852150" y="4756150"/>
          <p14:tracePt t="230631" x="10852150" y="4768850"/>
          <p14:tracePt t="230647" x="10852150" y="4779963"/>
          <p14:tracePt t="230663" x="10852150" y="4805363"/>
          <p14:tracePt t="231479" x="10839450" y="4805363"/>
          <p14:tracePt t="231503" x="10828338" y="4805363"/>
          <p14:tracePt t="231511" x="10815638" y="4805363"/>
          <p14:tracePt t="231527" x="10777538" y="4805363"/>
          <p14:tracePt t="231544" x="10726738" y="4805363"/>
          <p14:tracePt t="231553" x="10702925" y="4805363"/>
          <p14:tracePt t="231560" x="10677525" y="4818063"/>
          <p14:tracePt t="231571" x="10652125" y="4818063"/>
          <p14:tracePt t="231575" x="10639425" y="4843463"/>
          <p14:tracePt t="231583" x="10614025" y="4856163"/>
          <p14:tracePt t="231591" x="10590213" y="4879975"/>
          <p14:tracePt t="231601" x="10539413" y="4879975"/>
          <p14:tracePt t="231607" x="10502900" y="4918075"/>
          <p14:tracePt t="231615" x="10490200" y="4930775"/>
          <p14:tracePt t="231623" x="10426700" y="4968875"/>
          <p14:tracePt t="231631" x="10401300" y="4992688"/>
          <p14:tracePt t="231639" x="10339388" y="5018088"/>
          <p14:tracePt t="231647" x="10277475" y="5043488"/>
          <p14:tracePt t="231655" x="10252075" y="5081588"/>
          <p14:tracePt t="231663" x="10226675" y="5118100"/>
          <p14:tracePt t="231703" x="9801225" y="5268913"/>
          <p14:tracePt t="231711" x="9713913" y="5281613"/>
          <p14:tracePt t="231719" x="9613900" y="5318125"/>
          <p14:tracePt t="231727" x="9525000" y="5343525"/>
          <p14:tracePt t="231736" x="9437688" y="5368925"/>
          <p14:tracePt t="231743" x="9350375" y="5407025"/>
          <p14:tracePt t="231753" x="9250363" y="5443538"/>
          <p14:tracePt t="231759" x="9150350" y="5494338"/>
          <p14:tracePt t="231767" x="9075738" y="5507038"/>
          <p14:tracePt t="231775" x="8937625" y="5568950"/>
          <p14:tracePt t="231785" x="8812213" y="5581650"/>
          <p14:tracePt t="231791" x="8674100" y="5594350"/>
          <p14:tracePt t="231801" x="8499475" y="5630863"/>
          <p14:tracePt t="231807" x="8374063" y="5643563"/>
          <p14:tracePt t="231815" x="8286750" y="5656263"/>
          <p14:tracePt t="231823" x="8261350" y="5668963"/>
          <p14:tracePt t="231831" x="8186738" y="5694363"/>
          <p14:tracePt t="231839" x="8061325" y="5694363"/>
          <p14:tracePt t="231847" x="7986713" y="5694363"/>
          <p14:tracePt t="231855" x="7861300" y="5694363"/>
          <p14:tracePt t="231863" x="7761288" y="5694363"/>
          <p14:tracePt t="231871" x="7623175" y="5694363"/>
          <p14:tracePt t="231879" x="7485063" y="5694363"/>
          <p14:tracePt t="231887" x="7335838" y="5694363"/>
          <p14:tracePt t="231895" x="7197725" y="5656263"/>
          <p14:tracePt t="231903" x="6997700" y="5630863"/>
          <p14:tracePt t="231911" x="6708775" y="5619750"/>
          <p14:tracePt t="231919" x="6296025" y="5594350"/>
          <p14:tracePt t="231927" x="6108700" y="5594350"/>
          <p14:tracePt t="231936" x="5921375" y="5543550"/>
          <p14:tracePt t="231943" x="5708650" y="5543550"/>
          <p14:tracePt t="231953" x="5532438" y="5543550"/>
          <p14:tracePt t="231959" x="5370513" y="5518150"/>
          <p14:tracePt t="231968" x="5257800" y="5507038"/>
          <p14:tracePt t="231975" x="5170488" y="5468938"/>
          <p14:tracePt t="231984" x="5094288" y="5418138"/>
          <p14:tracePt t="231991" x="5094288" y="5407025"/>
          <p14:tracePt t="232001" x="5094288" y="5368925"/>
          <p14:tracePt t="232007" x="5094288" y="5318125"/>
          <p14:tracePt t="232015" x="5106988" y="5230813"/>
          <p14:tracePt t="232023" x="5181600" y="5130800"/>
          <p14:tracePt t="232036" x="5257800" y="5056188"/>
          <p14:tracePt t="232039" x="5357813" y="4981575"/>
          <p14:tracePt t="232047" x="5495925" y="4843463"/>
          <p14:tracePt t="232055" x="5595938" y="4768850"/>
          <p14:tracePt t="232087" x="5670550" y="4656138"/>
          <p14:tracePt t="232095" x="5708650" y="4630738"/>
          <p14:tracePt t="232167" x="5719763" y="4630738"/>
          <p14:tracePt t="232175" x="5745163" y="4630738"/>
          <p14:tracePt t="232184" x="5757863" y="4656138"/>
          <p14:tracePt t="232239" x="5745163" y="4667250"/>
          <p14:tracePt t="232247" x="5695950" y="4679950"/>
          <p14:tracePt t="232256" x="5657850" y="4692650"/>
          <p14:tracePt t="232264" x="5619750" y="4692650"/>
          <p14:tracePt t="232272" x="5607050" y="4718050"/>
          <p14:tracePt t="232279" x="5583238" y="4756150"/>
          <p14:tracePt t="232287" x="5570538" y="4768850"/>
          <p14:tracePt t="232295" x="5557838" y="4768850"/>
          <p14:tracePt t="232311" x="5483225" y="4792663"/>
          <p14:tracePt t="232319" x="5394325" y="4805363"/>
          <p14:tracePt t="232327" x="5357813" y="4856163"/>
          <p14:tracePt t="232335" x="5270500" y="4856163"/>
          <p14:tracePt t="232343" x="5157788" y="4868863"/>
          <p14:tracePt t="232352" x="5068888" y="4879975"/>
          <p14:tracePt t="232359" x="4968875" y="4905375"/>
          <p14:tracePt t="232368" x="4919663" y="4918075"/>
          <p14:tracePt t="232375" x="4868863" y="4918075"/>
          <p14:tracePt t="232384" x="4819650" y="4918075"/>
          <p14:tracePt t="232391" x="4806950" y="4918075"/>
          <p14:tracePt t="232400" x="4743450" y="4918075"/>
          <p14:tracePt t="232407" x="4656138" y="4918075"/>
          <p14:tracePt t="232416" x="4630738" y="4918075"/>
          <p14:tracePt t="232423" x="4543425" y="4892675"/>
          <p14:tracePt t="232431" x="4481513" y="4868863"/>
          <p14:tracePt t="232439" x="4456113" y="4830763"/>
          <p14:tracePt t="232447" x="4406900" y="4792663"/>
          <p14:tracePt t="232455" x="4356100" y="4743450"/>
          <p14:tracePt t="232463" x="4305300" y="4718050"/>
          <p14:tracePt t="232471" x="4281488" y="4679950"/>
          <p14:tracePt t="232479" x="4243388" y="4667250"/>
          <p14:tracePt t="232487" x="4217988" y="4630738"/>
          <p14:tracePt t="232495" x="4205288" y="4605338"/>
          <p14:tracePt t="232503" x="4205288" y="4579938"/>
          <p14:tracePt t="232511" x="4168775" y="4530725"/>
          <p14:tracePt t="232519" x="4168775" y="4467225"/>
          <p14:tracePt t="232527" x="4143375" y="4418013"/>
          <p14:tracePt t="232535" x="4130675" y="4367213"/>
          <p14:tracePt t="232543" x="4105275" y="4279900"/>
          <p14:tracePt t="232552" x="4081463" y="4205288"/>
          <p14:tracePt t="232559" x="4081463" y="4141788"/>
          <p14:tracePt t="232569" x="4068763" y="4092575"/>
          <p14:tracePt t="232575" x="4043363" y="4054475"/>
          <p14:tracePt t="232585" x="4043363" y="4041775"/>
          <p14:tracePt t="232591" x="4043363" y="4005263"/>
          <p14:tracePt t="232600" x="4030663" y="3954463"/>
          <p14:tracePt t="232607" x="4030663" y="3929063"/>
          <p14:tracePt t="232617" x="4030663" y="3879850"/>
          <p14:tracePt t="232623" x="4030663" y="3841750"/>
          <p14:tracePt t="232631" x="4068763" y="3779838"/>
          <p14:tracePt t="232639" x="4081463" y="3729038"/>
          <p14:tracePt t="232647" x="4105275" y="3667125"/>
          <p14:tracePt t="232655" x="4117975" y="3629025"/>
          <p14:tracePt t="232663" x="4156075" y="3554413"/>
          <p14:tracePt t="232671" x="4181475" y="3516313"/>
          <p14:tracePt t="232679" x="4205288" y="3454400"/>
          <p14:tracePt t="232687" x="4217988" y="3429000"/>
          <p14:tracePt t="232695" x="4230688" y="3403600"/>
          <p14:tracePt t="232703" x="4256088" y="3378200"/>
          <p14:tracePt t="232711" x="4281488" y="3354388"/>
          <p14:tracePt t="232719" x="4281488" y="3341688"/>
          <p14:tracePt t="232727" x="4318000" y="3303588"/>
          <p14:tracePt t="232743" x="4318000" y="3278188"/>
          <p14:tracePt t="232752" x="4330700" y="3267075"/>
          <p14:tracePt t="232759" x="4343400" y="3254375"/>
          <p14:tracePt t="232768" x="4368800" y="3241675"/>
          <p14:tracePt t="232784" x="4368800" y="3216275"/>
          <p14:tracePt t="232791" x="4394200" y="3216275"/>
          <p14:tracePt t="232800" x="4394200" y="3190875"/>
          <p14:tracePt t="232807" x="4406900" y="3190875"/>
          <p14:tracePt t="232817" x="4430713" y="3165475"/>
          <p14:tracePt t="232823" x="4443413" y="3154363"/>
          <p14:tracePt t="232831" x="4468813" y="3141663"/>
          <p14:tracePt t="232839" x="4494213" y="3128963"/>
          <p14:tracePt t="232847" x="4530725" y="3128963"/>
          <p14:tracePt t="232855" x="4568825" y="3078163"/>
          <p14:tracePt t="232863" x="4630738" y="3078163"/>
          <p14:tracePt t="232871" x="4668838" y="3041650"/>
          <p14:tracePt t="232879" x="4681538" y="3041650"/>
          <p14:tracePt t="232887" x="4719638" y="3028950"/>
          <p14:tracePt t="232895" x="4732338" y="3028950"/>
          <p14:tracePt t="232903" x="4743450" y="3016250"/>
          <p14:tracePt t="232911" x="4781550" y="2990850"/>
          <p14:tracePt t="232927" x="4832350" y="2990850"/>
          <p14:tracePt t="232936" x="4881563" y="2952750"/>
          <p14:tracePt t="232943" x="4919663" y="2952750"/>
          <p14:tracePt t="232952" x="4968875" y="2952750"/>
          <p14:tracePt t="232959" x="5019675" y="2952750"/>
          <p14:tracePt t="232969" x="5094288" y="2941638"/>
          <p14:tracePt t="232975" x="5132388" y="2941638"/>
          <p14:tracePt t="232985" x="5157788" y="2941638"/>
          <p14:tracePt t="232991" x="5207000" y="2928938"/>
          <p14:tracePt t="233001" x="5245100" y="2916238"/>
          <p14:tracePt t="233007" x="5281613" y="2916238"/>
          <p14:tracePt t="233016" x="5345113" y="2903538"/>
          <p14:tracePt t="233023" x="5383213" y="2903538"/>
          <p14:tracePt t="233034" x="5407025" y="2903538"/>
          <p14:tracePt t="233039" x="5419725" y="2903538"/>
          <p14:tracePt t="233047" x="5432425" y="2903538"/>
          <p14:tracePt t="233071" x="5445125" y="2903538"/>
          <p14:tracePt t="233079" x="5470525" y="2903538"/>
          <p14:tracePt t="233087" x="5519738" y="2916238"/>
          <p14:tracePt t="233095" x="5545138" y="2941638"/>
          <p14:tracePt t="233103" x="5632450" y="2952750"/>
          <p14:tracePt t="233111" x="5683250" y="2990850"/>
          <p14:tracePt t="233118" x="5770563" y="3003550"/>
          <p14:tracePt t="233127" x="5883275" y="3028950"/>
          <p14:tracePt t="233135" x="5983288" y="3078163"/>
          <p14:tracePt t="233143" x="6096000" y="3090863"/>
          <p14:tracePt t="233152" x="6183313" y="3116263"/>
          <p14:tracePt t="233159" x="6246813" y="3128963"/>
          <p14:tracePt t="233169" x="6283325" y="3128963"/>
          <p14:tracePt t="233175" x="6334125" y="3128963"/>
          <p14:tracePt t="233184" x="6383338" y="3128963"/>
          <p14:tracePt t="233191" x="6396038" y="3141663"/>
          <p14:tracePt t="233207" x="6434138" y="3141663"/>
          <p14:tracePt t="233215" x="6496050" y="3141663"/>
          <p14:tracePt t="233223" x="6546850" y="3141663"/>
          <p14:tracePt t="233234" x="6584950" y="3141663"/>
          <p14:tracePt t="233239" x="6621463" y="3165475"/>
          <p14:tracePt t="233247" x="6684963" y="3178175"/>
          <p14:tracePt t="233255" x="6746875" y="3178175"/>
          <p14:tracePt t="233263" x="6784975" y="3190875"/>
          <p14:tracePt t="233271" x="6872288" y="3216275"/>
          <p14:tracePt t="233279" x="6884988" y="3228975"/>
          <p14:tracePt t="233287" x="6972300" y="3241675"/>
          <p14:tracePt t="233295" x="7046913" y="3290888"/>
          <p14:tracePt t="233303" x="7110413" y="3316288"/>
          <p14:tracePt t="233311" x="7223125" y="3341688"/>
          <p14:tracePt t="233319" x="7272338" y="3367088"/>
          <p14:tracePt t="233327" x="7348538" y="3416300"/>
          <p14:tracePt t="233335" x="7472363" y="3467100"/>
          <p14:tracePt t="233343" x="7561263" y="3479800"/>
          <p14:tracePt t="233352" x="7635875" y="3516313"/>
          <p14:tracePt t="233359" x="7723188" y="3554413"/>
          <p14:tracePt t="233369" x="7810500" y="3579813"/>
          <p14:tracePt t="233375" x="7848600" y="3590925"/>
          <p14:tracePt t="233384" x="7897813" y="3616325"/>
          <p14:tracePt t="233391" x="7910513" y="3629025"/>
          <p14:tracePt t="233400" x="7948613" y="3654425"/>
          <p14:tracePt t="233407" x="7974013" y="3679825"/>
          <p14:tracePt t="233416" x="8010525" y="3692525"/>
          <p14:tracePt t="233423" x="8048625" y="3716338"/>
          <p14:tracePt t="233433" x="8110538" y="3767138"/>
          <p14:tracePt t="233439" x="8110538" y="3803650"/>
          <p14:tracePt t="233447" x="8161338" y="3854450"/>
          <p14:tracePt t="233455" x="8223250" y="3954463"/>
          <p14:tracePt t="233463" x="8261350" y="3992563"/>
          <p14:tracePt t="233471" x="8312150" y="4105275"/>
          <p14:tracePt t="233479" x="8335963" y="4192588"/>
          <p14:tracePt t="233487" x="8374063" y="4241800"/>
          <p14:tracePt t="233495" x="8399463" y="4305300"/>
          <p14:tracePt t="233503" x="8412163" y="4379913"/>
          <p14:tracePt t="233511" x="8424863" y="4405313"/>
          <p14:tracePt t="233519" x="8461375" y="4467225"/>
          <p14:tracePt t="233527" x="8461375" y="4479925"/>
          <p14:tracePt t="233535" x="8461375" y="4505325"/>
          <p14:tracePt t="233543" x="8486775" y="4530725"/>
          <p14:tracePt t="233551" x="8486775" y="4543425"/>
          <p14:tracePt t="233559" x="8486775" y="4567238"/>
          <p14:tracePt t="233569" x="8486775" y="4592638"/>
          <p14:tracePt t="233575" x="8486775" y="4618038"/>
          <p14:tracePt t="233591" x="8499475" y="4643438"/>
          <p14:tracePt t="233601" x="8499475" y="4656138"/>
          <p14:tracePt t="233607" x="8499475" y="4667250"/>
          <p14:tracePt t="233617" x="8499475" y="4679950"/>
          <p14:tracePt t="233623" x="8499475" y="4692650"/>
          <p14:tracePt t="233633" x="8499475" y="4705350"/>
          <p14:tracePt t="233639" x="8499475" y="4718050"/>
          <p14:tracePt t="233649" x="8499475" y="4730750"/>
          <p14:tracePt t="233655" x="8499475" y="4743450"/>
          <p14:tracePt t="233671" x="8499475" y="4756150"/>
          <p14:tracePt t="233679" x="8499475" y="4768850"/>
          <p14:tracePt t="233687" x="8499475" y="4779963"/>
          <p14:tracePt t="233703" x="8499475" y="4805363"/>
          <p14:tracePt t="233711" x="8499475" y="4818063"/>
          <p14:tracePt t="233719" x="8499475" y="4830763"/>
          <p14:tracePt t="233727" x="8499475" y="4856163"/>
          <p14:tracePt t="233735" x="8499475" y="4868863"/>
          <p14:tracePt t="233743" x="8499475" y="4905375"/>
          <p14:tracePt t="233751" x="8499475" y="4930775"/>
          <p14:tracePt t="233759" x="8499475" y="4943475"/>
          <p14:tracePt t="233768" x="8499475" y="4956175"/>
          <p14:tracePt t="233775" x="8448675" y="5018088"/>
          <p14:tracePt t="233791" x="8435975" y="5043488"/>
          <p14:tracePt t="233801" x="8424863" y="5056188"/>
          <p14:tracePt t="233807" x="8412163" y="5068888"/>
          <p14:tracePt t="233816" x="8399463" y="5081588"/>
          <p14:tracePt t="233832" x="8399463" y="5092700"/>
          <p14:tracePt t="233849" x="8386763" y="5118100"/>
          <p14:tracePt t="233855" x="8374063" y="5130800"/>
          <p14:tracePt t="233863" x="8361363" y="5130800"/>
          <p14:tracePt t="233871" x="8361363" y="5143500"/>
          <p14:tracePt t="233879" x="8335963" y="5168900"/>
          <p14:tracePt t="233887" x="8324850" y="5168900"/>
          <p14:tracePt t="233895" x="8274050" y="5205413"/>
          <p14:tracePt t="233903" x="8261350" y="5205413"/>
          <p14:tracePt t="233911" x="8235950" y="5218113"/>
          <p14:tracePt t="233919" x="8212138" y="5230813"/>
          <p14:tracePt t="233927" x="8186738" y="5243513"/>
          <p14:tracePt t="233935" x="8148638" y="5281613"/>
          <p14:tracePt t="233943" x="8123238" y="5281613"/>
          <p14:tracePt t="233951" x="8099425" y="5281613"/>
          <p14:tracePt t="233959" x="8074025" y="5305425"/>
          <p14:tracePt t="233968" x="8061325" y="5318125"/>
          <p14:tracePt t="233975" x="8023225" y="5318125"/>
          <p14:tracePt t="233984" x="7974013" y="5343525"/>
          <p14:tracePt t="233991" x="7961313" y="5356225"/>
          <p14:tracePt t="234001" x="7923213" y="5368925"/>
          <p14:tracePt t="234007" x="7897813" y="5368925"/>
          <p14:tracePt t="234017" x="7848600" y="5394325"/>
          <p14:tracePt t="234023" x="7810500" y="5418138"/>
          <p14:tracePt t="234033" x="7773988" y="5418138"/>
          <p14:tracePt t="234039" x="7723188" y="5418138"/>
          <p14:tracePt t="234051" x="7710488" y="5418138"/>
          <p14:tracePt t="234055" x="7685088" y="5443538"/>
          <p14:tracePt t="234063" x="7635875" y="5456238"/>
          <p14:tracePt t="234071" x="7623175" y="5456238"/>
          <p14:tracePt t="234079" x="7585075" y="5468938"/>
          <p14:tracePt t="234087" x="7548563" y="5494338"/>
          <p14:tracePt t="234095" x="7523163" y="5494338"/>
          <p14:tracePt t="234103" x="7472363" y="5507038"/>
          <p14:tracePt t="234111" x="7435850" y="5507038"/>
          <p14:tracePt t="234119" x="7385050" y="5507038"/>
          <p14:tracePt t="234127" x="7323138" y="5507038"/>
          <p14:tracePt t="234135" x="7246938" y="5518150"/>
          <p14:tracePt t="234143" x="7223125" y="5518150"/>
          <p14:tracePt t="234151" x="7146925" y="5543550"/>
          <p14:tracePt t="234159" x="7097713" y="5556250"/>
          <p14:tracePt t="234167" x="7021513" y="5568950"/>
          <p14:tracePt t="234175" x="6921500" y="5568950"/>
          <p14:tracePt t="234184" x="6834188" y="5581650"/>
          <p14:tracePt t="234191" x="6784975" y="5581650"/>
          <p14:tracePt t="234200" x="6708775" y="5607050"/>
          <p14:tracePt t="234207" x="6621463" y="5607050"/>
          <p14:tracePt t="234217" x="6572250" y="5607050"/>
          <p14:tracePt t="234223" x="6508750" y="5607050"/>
          <p14:tracePt t="234232" x="6383338" y="5607050"/>
          <p14:tracePt t="234239" x="6321425" y="5607050"/>
          <p14:tracePt t="234250" x="6270625" y="5607050"/>
          <p14:tracePt t="234255" x="6170613" y="5607050"/>
          <p14:tracePt t="234265" x="6034088" y="5607050"/>
          <p14:tracePt t="234271" x="5921375" y="5607050"/>
          <p14:tracePt t="234279" x="5832475" y="5607050"/>
          <p14:tracePt t="234287" x="5770563" y="5607050"/>
          <p14:tracePt t="234295" x="5632450" y="5607050"/>
          <p14:tracePt t="234303" x="5495925" y="5607050"/>
          <p14:tracePt t="234311" x="5332413" y="5607050"/>
          <p14:tracePt t="234319" x="5181600" y="5607050"/>
          <p14:tracePt t="234327" x="5032375" y="5607050"/>
          <p14:tracePt t="234335" x="4868863" y="5607050"/>
          <p14:tracePt t="234343" x="4756150" y="5607050"/>
          <p14:tracePt t="234351" x="4619625" y="5607050"/>
          <p14:tracePt t="234359" x="4506913" y="5607050"/>
          <p14:tracePt t="234367" x="4456113" y="5607050"/>
          <p14:tracePt t="234375" x="4356100" y="5607050"/>
          <p14:tracePt t="234383" x="4256088" y="5607050"/>
          <p14:tracePt t="234391" x="4217988" y="5607050"/>
          <p14:tracePt t="234400" x="4092575" y="5619750"/>
          <p14:tracePt t="234407" x="3943350" y="5630863"/>
          <p14:tracePt t="234417" x="3830638" y="5630863"/>
          <p14:tracePt t="234423" x="3679825" y="5630863"/>
          <p14:tracePt t="234432" x="3492500" y="5630863"/>
          <p14:tracePt t="234439" x="3429000" y="5630863"/>
          <p14:tracePt t="234449" x="3292475" y="5630863"/>
          <p14:tracePt t="234455" x="3179763" y="5630863"/>
          <p14:tracePt t="234465" x="3067050" y="5630863"/>
          <p14:tracePt t="234471" x="2967038" y="5630863"/>
          <p14:tracePt t="234479" x="2867025" y="5630863"/>
          <p14:tracePt t="234487" x="2778125" y="5619750"/>
          <p14:tracePt t="234495" x="2667000" y="5607050"/>
          <p14:tracePt t="234503" x="2578100" y="5594350"/>
          <p14:tracePt t="234511" x="2478088" y="5556250"/>
          <p14:tracePt t="234519" x="2428875" y="5543550"/>
          <p14:tracePt t="234527" x="2365375" y="5518150"/>
          <p14:tracePt t="234535" x="2339975" y="5494338"/>
          <p14:tracePt t="234543" x="2303463" y="5481638"/>
          <p14:tracePt t="234551" x="2278063" y="5468938"/>
          <p14:tracePt t="234559" x="2265363" y="5443538"/>
          <p14:tracePt t="234567" x="2252663" y="5430838"/>
          <p14:tracePt t="234575" x="2228850" y="5368925"/>
          <p14:tracePt t="234584" x="2228850" y="5356225"/>
          <p14:tracePt t="234591" x="2216150" y="5318125"/>
          <p14:tracePt t="234600" x="2203450" y="5281613"/>
          <p14:tracePt t="234607" x="2203450" y="5205413"/>
          <p14:tracePt t="234616" x="2190750" y="5156200"/>
          <p14:tracePt t="234623" x="2190750" y="5105400"/>
          <p14:tracePt t="234633" x="2165350" y="5030788"/>
          <p14:tracePt t="234639" x="2139950" y="4943475"/>
          <p14:tracePt t="234650" x="2139950" y="4830763"/>
          <p14:tracePt t="234655" x="2139950" y="4743450"/>
          <p14:tracePt t="234663" x="2139950" y="4630738"/>
          <p14:tracePt t="234671" x="2139950" y="4492625"/>
          <p14:tracePt t="234679" x="2139950" y="4392613"/>
          <p14:tracePt t="234687" x="2139950" y="4292600"/>
          <p14:tracePt t="234695" x="2139950" y="4192588"/>
          <p14:tracePt t="234703" x="2139950" y="4129088"/>
          <p14:tracePt t="234711" x="2139950" y="4079875"/>
          <p14:tracePt t="234719" x="2139950" y="3992563"/>
          <p14:tracePt t="234727" x="2139950" y="3954463"/>
          <p14:tracePt t="234735" x="2139950" y="3916363"/>
          <p14:tracePt t="234743" x="2165350" y="3841750"/>
          <p14:tracePt t="234751" x="2178050" y="3792538"/>
          <p14:tracePt t="234759" x="2228850" y="3729038"/>
          <p14:tracePt t="234767" x="2239963" y="3692525"/>
          <p14:tracePt t="234775" x="2239963" y="3641725"/>
          <p14:tracePt t="234783" x="2278063" y="3554413"/>
          <p14:tracePt t="234791" x="2316163" y="3479800"/>
          <p14:tracePt t="234799" x="2378075" y="3403600"/>
          <p14:tracePt t="234807" x="2428875" y="3341688"/>
          <p14:tracePt t="234816" x="2465388" y="3267075"/>
          <p14:tracePt t="234823" x="2516188" y="3203575"/>
          <p14:tracePt t="234833" x="2541588" y="3178175"/>
          <p14:tracePt t="234839" x="2590800" y="3128963"/>
          <p14:tracePt t="234849" x="2628900" y="3090863"/>
          <p14:tracePt t="234855" x="2641600" y="3078163"/>
          <p14:tracePt t="234865" x="2667000" y="3041650"/>
          <p14:tracePt t="234871" x="2667000" y="3003550"/>
          <p14:tracePt t="234880" x="2703513" y="2965450"/>
          <p14:tracePt t="234887" x="2754313" y="2928938"/>
          <p14:tracePt t="234895" x="2790825" y="2890838"/>
          <p14:tracePt t="234903" x="2816225" y="2828925"/>
          <p14:tracePt t="234911" x="2841625" y="2778125"/>
          <p14:tracePt t="234919" x="2879725" y="2765425"/>
          <p14:tracePt t="234927" x="2954338" y="2740025"/>
          <p14:tracePt t="234935" x="3041650" y="2690813"/>
          <p14:tracePt t="234943" x="3067050" y="2678113"/>
          <p14:tracePt t="234951" x="3141663" y="2640013"/>
          <p14:tracePt t="234959" x="3192463" y="2616200"/>
          <p14:tracePt t="234967" x="3216275" y="2616200"/>
          <p14:tracePt t="234975" x="3228975" y="2616200"/>
          <p14:tracePt t="234983" x="3279775" y="2578100"/>
          <p14:tracePt t="234991" x="3328988" y="2565400"/>
          <p14:tracePt t="234999" x="3341688" y="2552700"/>
          <p14:tracePt t="235007" x="3429000" y="2527300"/>
          <p14:tracePt t="235016" x="3517900" y="2516188"/>
          <p14:tracePt t="235023" x="3654425" y="2490788"/>
          <p14:tracePt t="235033" x="3817938" y="2465388"/>
          <p14:tracePt t="235050" x="4130675" y="2427288"/>
          <p14:tracePt t="235055" x="4256088" y="2427288"/>
          <p14:tracePt t="235064" x="4343400" y="2403475"/>
          <p14:tracePt t="235071" x="4568825" y="2403475"/>
          <p14:tracePt t="235081" x="4756150" y="2403475"/>
          <p14:tracePt t="235087" x="4843463" y="2403475"/>
          <p14:tracePt t="235095" x="5019675" y="2403475"/>
          <p14:tracePt t="235103" x="5207000" y="2378075"/>
          <p14:tracePt t="235111" x="5357813" y="2378075"/>
          <p14:tracePt t="235119" x="5483225" y="2378075"/>
          <p14:tracePt t="235127" x="5532438" y="2378075"/>
          <p14:tracePt t="235135" x="5670550" y="2390775"/>
          <p14:tracePt t="235143" x="5757863" y="2390775"/>
          <p14:tracePt t="235151" x="5908675" y="2390775"/>
          <p14:tracePt t="235159" x="5983288" y="2390775"/>
          <p14:tracePt t="235167" x="6070600" y="2403475"/>
          <p14:tracePt t="235175" x="6134100" y="2403475"/>
          <p14:tracePt t="235183" x="6208713" y="2403475"/>
          <p14:tracePt t="235191" x="6234113" y="2403475"/>
          <p14:tracePt t="235199" x="6283325" y="2403475"/>
          <p14:tracePt t="235207" x="6321425" y="2403475"/>
          <p14:tracePt t="235216" x="6334125" y="2403475"/>
          <p14:tracePt t="235223" x="6346825" y="2414588"/>
          <p14:tracePt t="235233" x="6346825" y="2427288"/>
          <p14:tracePt t="235239" x="6370638" y="2427288"/>
          <p14:tracePt t="235249" x="6396038" y="2439988"/>
          <p14:tracePt t="235255" x="6446838" y="2439988"/>
          <p14:tracePt t="235264" x="6496050" y="2452688"/>
          <p14:tracePt t="235271" x="6521450" y="2452688"/>
          <p14:tracePt t="235280" x="6546850" y="2452688"/>
          <p14:tracePt t="235287" x="6584950" y="2452688"/>
          <p14:tracePt t="235295" x="6621463" y="2452688"/>
          <p14:tracePt t="235303" x="6646863" y="2452688"/>
          <p14:tracePt t="235311" x="6659563" y="2478088"/>
          <p14:tracePt t="235319" x="6684963" y="2478088"/>
          <p14:tracePt t="235327" x="6708775" y="2478088"/>
          <p14:tracePt t="235343" x="6721475" y="2490788"/>
          <p14:tracePt t="235351" x="6772275" y="2490788"/>
          <p14:tracePt t="235359" x="6808788" y="2516188"/>
          <p14:tracePt t="235367" x="6821488" y="2527300"/>
          <p14:tracePt t="235375" x="6872288" y="2540000"/>
          <p14:tracePt t="235383" x="6921500" y="2578100"/>
          <p14:tracePt t="235391" x="6985000" y="2578100"/>
          <p14:tracePt t="235400" x="7034213" y="2603500"/>
          <p14:tracePt t="235407" x="7085013" y="2627313"/>
          <p14:tracePt t="235416" x="7159625" y="2640013"/>
          <p14:tracePt t="235423" x="7197725" y="2665413"/>
          <p14:tracePt t="235432" x="7259638" y="2665413"/>
          <p14:tracePt t="235439" x="7297738" y="2678113"/>
          <p14:tracePt t="235455" x="7323138" y="2703513"/>
          <p14:tracePt t="235465" x="7372350" y="2728913"/>
          <p14:tracePt t="235471" x="7410450" y="2728913"/>
          <p14:tracePt t="235482" x="7435850" y="2740025"/>
          <p14:tracePt t="235487" x="7472363" y="2752725"/>
          <p14:tracePt t="235497" x="7485063" y="2752725"/>
          <p14:tracePt t="235503" x="7510463" y="2778125"/>
          <p14:tracePt t="235511" x="7548563" y="2778125"/>
          <p14:tracePt t="235519" x="7585075" y="2790825"/>
          <p14:tracePt t="235535" x="7610475" y="2803525"/>
          <p14:tracePt t="235543" x="7623175" y="2816225"/>
          <p14:tracePt t="235551" x="7648575" y="2828925"/>
          <p14:tracePt t="235559" x="7648575" y="2840038"/>
          <p14:tracePt t="235567" x="7661275" y="2840038"/>
          <p14:tracePt t="235575" x="7685088" y="2865438"/>
          <p14:tracePt t="235623" x="7697788" y="2878138"/>
          <p14:tracePt t="235647" x="7710488" y="2903538"/>
          <p14:tracePt t="235655" x="7723188" y="2916238"/>
          <p14:tracePt t="235687" x="7748588" y="2952750"/>
          <p14:tracePt t="235695" x="7773988" y="2978150"/>
          <p14:tracePt t="235703" x="7773988" y="2990850"/>
          <p14:tracePt t="235711" x="7773988" y="3028950"/>
          <p14:tracePt t="235719" x="7797800" y="3041650"/>
          <p14:tracePt t="235727" x="7797800" y="3054350"/>
          <p14:tracePt t="235735" x="7797800" y="3065463"/>
          <p14:tracePt t="235743" x="7810500" y="3116263"/>
          <p14:tracePt t="235751" x="7810500" y="3128963"/>
          <p14:tracePt t="235759" x="7823200" y="3165475"/>
          <p14:tracePt t="235767" x="7835900" y="3178175"/>
          <p14:tracePt t="235775" x="7861300" y="3190875"/>
          <p14:tracePt t="235783" x="7874000" y="3216275"/>
          <p14:tracePt t="235791" x="7874000" y="3254375"/>
          <p14:tracePt t="235799" x="7897813" y="3278188"/>
          <p14:tracePt t="235807" x="7897813" y="3303588"/>
          <p14:tracePt t="235816" x="7910513" y="3316288"/>
          <p14:tracePt t="235823" x="7910513" y="3341688"/>
          <p14:tracePt t="235832" x="7923213" y="3367088"/>
          <p14:tracePt t="235839" x="7935913" y="3403600"/>
          <p14:tracePt t="235848" x="7948613" y="3429000"/>
          <p14:tracePt t="235855" x="7961313" y="3454400"/>
          <p14:tracePt t="235871" x="7974013" y="3467100"/>
          <p14:tracePt t="235881" x="7974013" y="3479800"/>
          <p14:tracePt t="235887" x="7974013" y="3490913"/>
          <p14:tracePt t="235897" x="7986713" y="3516313"/>
          <p14:tracePt t="235903" x="7986713" y="3529013"/>
          <p14:tracePt t="235919" x="7986713" y="3554413"/>
          <p14:tracePt t="235927" x="7999413" y="3579813"/>
          <p14:tracePt t="235935" x="7999413" y="3603625"/>
          <p14:tracePt t="235943" x="7999413" y="3616325"/>
          <p14:tracePt t="235951" x="8010525" y="3654425"/>
          <p14:tracePt t="235959" x="8010525" y="3679825"/>
          <p14:tracePt t="235967" x="8010525" y="3703638"/>
          <p14:tracePt t="235975" x="8023225" y="3741738"/>
          <p14:tracePt t="235983" x="8023225" y="3754438"/>
          <p14:tracePt t="235991" x="8023225" y="3779838"/>
          <p14:tracePt t="235999" x="8023225" y="3792538"/>
          <p14:tracePt t="236007" x="8023225" y="3816350"/>
          <p14:tracePt t="236015" x="8023225" y="3841750"/>
          <p14:tracePt t="236023" x="8023225" y="3867150"/>
          <p14:tracePt t="236048" x="8035925" y="3916363"/>
          <p14:tracePt t="236065" x="8035925" y="3929063"/>
          <p14:tracePt t="236071" x="8035925" y="3941763"/>
          <p14:tracePt t="236081" x="8035925" y="3954463"/>
          <p14:tracePt t="236103" x="8035925" y="3967163"/>
          <p14:tracePt t="236119" x="8035925" y="3979863"/>
          <p14:tracePt t="236127" x="8035925" y="3992563"/>
          <p14:tracePt t="236143" x="8035925" y="4005263"/>
          <p14:tracePt t="236151" x="8035925" y="4017963"/>
          <p14:tracePt t="236167" x="8035925" y="4029075"/>
          <p14:tracePt t="236175" x="8035925" y="4054475"/>
          <p14:tracePt t="236191" x="8035925" y="4067175"/>
          <p14:tracePt t="236207" x="8035925" y="4079875"/>
          <p14:tracePt t="236223" x="8035925" y="4105275"/>
          <p14:tracePt t="236247" x="8035925" y="4117975"/>
          <p14:tracePt t="236256" x="8035925" y="4129088"/>
          <p14:tracePt t="236266" x="8023225" y="4141788"/>
          <p14:tracePt t="236272" x="8023225" y="4167188"/>
          <p14:tracePt t="236281" x="7999413" y="4192588"/>
          <p14:tracePt t="236287" x="7999413" y="4217988"/>
          <p14:tracePt t="236295" x="7974013" y="4254500"/>
          <p14:tracePt t="236303" x="7961313" y="4279900"/>
          <p14:tracePt t="236313" x="7923213" y="4318000"/>
          <p14:tracePt t="236319" x="7897813" y="4341813"/>
          <p14:tracePt t="236327" x="7848600" y="4379913"/>
          <p14:tracePt t="236335" x="7823200" y="4392613"/>
          <p14:tracePt t="236343" x="7773988" y="4443413"/>
          <p14:tracePt t="236351" x="7735888" y="4467225"/>
          <p14:tracePt t="236359" x="7697788" y="4505325"/>
          <p14:tracePt t="236367" x="7648575" y="4543425"/>
          <p14:tracePt t="236375" x="7610475" y="4579938"/>
          <p14:tracePt t="236383" x="7561263" y="4605338"/>
          <p14:tracePt t="236391" x="7510463" y="4618038"/>
          <p14:tracePt t="236399" x="7472363" y="4643438"/>
          <p14:tracePt t="236407" x="7435850" y="4656138"/>
          <p14:tracePt t="236415" x="7410450" y="4667250"/>
          <p14:tracePt t="236423" x="7397750" y="4667250"/>
          <p14:tracePt t="236431" x="7372350" y="4679950"/>
          <p14:tracePt t="236439" x="7372350" y="4692650"/>
          <p14:tracePt t="236448" x="7348538" y="4705350"/>
          <p14:tracePt t="236455" x="7310438" y="4743450"/>
          <p14:tracePt t="236465" x="7272338" y="4756150"/>
          <p14:tracePt t="236471" x="7197725" y="4792663"/>
          <p14:tracePt t="236480" x="7134225" y="4792663"/>
          <p14:tracePt t="236487" x="7085013" y="4830763"/>
          <p14:tracePt t="236496" x="7010400" y="4830763"/>
          <p14:tracePt t="236503" x="6985000" y="4856163"/>
          <p14:tracePt t="236513" x="6972300" y="4856163"/>
          <p14:tracePt t="236519" x="6897688" y="4879975"/>
          <p14:tracePt t="236527" x="6834188" y="4892675"/>
          <p14:tracePt t="236535" x="6784975" y="4892675"/>
          <p14:tracePt t="236543" x="6684963" y="4905375"/>
          <p14:tracePt t="236551" x="6608763" y="4905375"/>
          <p14:tracePt t="236559" x="6508750" y="4905375"/>
          <p14:tracePt t="236567" x="6446838" y="4905375"/>
          <p14:tracePt t="236575" x="6359525" y="4905375"/>
          <p14:tracePt t="236583" x="6196013" y="4905375"/>
          <p14:tracePt t="236591" x="6134100" y="4905375"/>
          <p14:tracePt t="236599" x="5983288" y="4905375"/>
          <p14:tracePt t="236607" x="5845175" y="4905375"/>
          <p14:tracePt t="236615" x="5745163" y="4905375"/>
          <p14:tracePt t="236623" x="5645150" y="4905375"/>
          <p14:tracePt t="236631" x="5507038" y="4905375"/>
          <p14:tracePt t="236639" x="5394325" y="4892675"/>
          <p14:tracePt t="236647" x="5270500" y="4856163"/>
          <p14:tracePt t="236655" x="5170488" y="4792663"/>
          <p14:tracePt t="236665" x="5045075" y="4718050"/>
          <p14:tracePt t="236671" x="4932363" y="4643438"/>
          <p14:tracePt t="236681" x="4843463" y="4518025"/>
          <p14:tracePt t="236687" x="4756150" y="4392613"/>
          <p14:tracePt t="236696" x="4694238" y="4279900"/>
          <p14:tracePt t="236703" x="4643438" y="4141788"/>
          <p14:tracePt t="236712" x="4606925" y="4041775"/>
          <p14:tracePt t="236719" x="4581525" y="3941763"/>
          <p14:tracePt t="236728" x="4581525" y="3867150"/>
          <p14:tracePt t="236735" x="4581525" y="3779838"/>
          <p14:tracePt t="236743" x="4581525" y="3703638"/>
          <p14:tracePt t="236751" x="4581525" y="3603625"/>
          <p14:tracePt t="236759" x="4581525" y="3516313"/>
          <p14:tracePt t="236767" x="4606925" y="3441700"/>
          <p14:tracePt t="236775" x="4656138" y="3316288"/>
          <p14:tracePt t="236783" x="4668838" y="3303588"/>
          <p14:tracePt t="236815" x="4756150" y="3203575"/>
          <p14:tracePt t="236823" x="4806950" y="3165475"/>
          <p14:tracePt t="236831" x="4819650" y="3103563"/>
          <p14:tracePt t="236839" x="4894263" y="3028950"/>
          <p14:tracePt t="236847" x="4994275" y="2952750"/>
          <p14:tracePt t="236855" x="5057775" y="2890838"/>
          <p14:tracePt t="236864" x="5145088" y="2840038"/>
          <p14:tracePt t="236871" x="5232400" y="2828925"/>
          <p14:tracePt t="236880" x="5281613" y="2790825"/>
          <p14:tracePt t="236887" x="5345113" y="2740025"/>
          <p14:tracePt t="236896" x="5457825" y="2716213"/>
          <p14:tracePt t="236903" x="5507038" y="2703513"/>
          <p14:tracePt t="236913" x="5595938" y="2678113"/>
          <p14:tracePt t="236919" x="5719763" y="2652713"/>
          <p14:tracePt t="236930" x="5821363" y="2616200"/>
          <p14:tracePt t="236935" x="5957888" y="2603500"/>
          <p14:tracePt t="236943" x="6108700" y="2590800"/>
          <p14:tracePt t="236951" x="6246813" y="2590800"/>
          <p14:tracePt t="236959" x="6421438" y="2590800"/>
          <p14:tracePt t="236967" x="6546850" y="2590800"/>
          <p14:tracePt t="236975" x="6721475" y="2590800"/>
          <p14:tracePt t="236983" x="6859588" y="2590800"/>
          <p14:tracePt t="236991" x="6959600" y="2590800"/>
          <p14:tracePt t="236999" x="7059613" y="2590800"/>
          <p14:tracePt t="237007" x="7159625" y="2603500"/>
          <p14:tracePt t="237015" x="7235825" y="2616200"/>
          <p14:tracePt t="237023" x="7323138" y="2627313"/>
          <p14:tracePt t="237032" x="7372350" y="2640013"/>
          <p14:tracePt t="237048" x="7459663" y="2652713"/>
          <p14:tracePt t="237055" x="7523163" y="2678113"/>
          <p14:tracePt t="237064" x="7610475" y="2690813"/>
          <p14:tracePt t="237071" x="7661275" y="2690813"/>
          <p14:tracePt t="237080" x="7723188" y="2703513"/>
          <p14:tracePt t="237087" x="7773988" y="2728913"/>
          <p14:tracePt t="237096" x="7835900" y="2752725"/>
          <p14:tracePt t="237103" x="7861300" y="2778125"/>
          <p14:tracePt t="237112" x="7897813" y="2803525"/>
          <p14:tracePt t="237119" x="7961313" y="2828925"/>
          <p14:tracePt t="237130" x="7986713" y="2840038"/>
          <p14:tracePt t="237135" x="8035925" y="2865438"/>
          <p14:tracePt t="237143" x="8061325" y="2878138"/>
          <p14:tracePt t="237151" x="8074025" y="2903538"/>
          <p14:tracePt t="237159" x="8099425" y="2916238"/>
          <p14:tracePt t="237167" x="8099425" y="2928938"/>
          <p14:tracePt t="237175" x="8099425" y="2941638"/>
          <p14:tracePt t="237183" x="8110538" y="2952750"/>
          <p14:tracePt t="237191" x="8123238" y="2990850"/>
          <p14:tracePt t="237199" x="8135938" y="2990850"/>
          <p14:tracePt t="237207" x="8148638" y="3003550"/>
          <p14:tracePt t="237215" x="8148638" y="3016250"/>
          <p14:tracePt t="237223" x="8174038" y="3028950"/>
          <p14:tracePt t="237231" x="8174038" y="3054350"/>
          <p14:tracePt t="237247" x="8174038" y="3065463"/>
          <p14:tracePt t="237255" x="8174038" y="3090863"/>
          <p14:tracePt t="237264" x="8174038" y="3103563"/>
          <p14:tracePt t="237271" x="8174038" y="3116263"/>
          <p14:tracePt t="237281" x="8174038" y="3141663"/>
          <p14:tracePt t="237287" x="8174038" y="3178175"/>
          <p14:tracePt t="237296" x="8174038" y="3216275"/>
          <p14:tracePt t="237303" x="8174038" y="3254375"/>
          <p14:tracePt t="237313" x="8174038" y="3278188"/>
          <p14:tracePt t="237319" x="8174038" y="3316288"/>
          <p14:tracePt t="237328" x="8174038" y="3354388"/>
          <p14:tracePt t="237335" x="8174038" y="3403600"/>
          <p14:tracePt t="237343" x="8174038" y="3441700"/>
          <p14:tracePt t="237351" x="8174038" y="3454400"/>
          <p14:tracePt t="237359" x="8174038" y="3490913"/>
          <p14:tracePt t="237367" x="8174038" y="3503613"/>
          <p14:tracePt t="237375" x="8174038" y="3529013"/>
          <p14:tracePt t="237383" x="8174038" y="3554413"/>
          <p14:tracePt t="237391" x="8174038" y="3579813"/>
          <p14:tracePt t="237399" x="8174038" y="3590925"/>
          <p14:tracePt t="237407" x="8174038" y="3616325"/>
          <p14:tracePt t="237415" x="8174038" y="3629025"/>
          <p14:tracePt t="237423" x="8174038" y="3667125"/>
          <p14:tracePt t="237431" x="8148638" y="3692525"/>
          <p14:tracePt t="237439" x="8123238" y="3729038"/>
          <p14:tracePt t="237447" x="8074025" y="3792538"/>
          <p14:tracePt t="237455" x="8074025" y="3816350"/>
          <p14:tracePt t="237463" x="8023225" y="3879850"/>
          <p14:tracePt t="237471" x="7948613" y="3929063"/>
          <p14:tracePt t="237480" x="7886700" y="3967163"/>
          <p14:tracePt t="237487" x="7861300" y="4017963"/>
          <p14:tracePt t="237496" x="7823200" y="4029075"/>
          <p14:tracePt t="237503" x="7761288" y="4029075"/>
          <p14:tracePt t="237513" x="7648575" y="4079875"/>
          <p14:tracePt t="237519" x="7572375" y="4141788"/>
          <p14:tracePt t="237530" x="7472363" y="4179888"/>
          <p14:tracePt t="237535" x="7372350" y="4217988"/>
          <p14:tracePt t="237546" x="7272338" y="4254500"/>
          <p14:tracePt t="237551" x="7197725" y="4279900"/>
          <p14:tracePt t="237559" x="7146925" y="4318000"/>
          <p14:tracePt t="237567" x="7034213" y="4341813"/>
          <p14:tracePt t="237575" x="6946900" y="4379913"/>
          <p14:tracePt t="237583" x="6897688" y="4405313"/>
          <p14:tracePt t="237591" x="6821488" y="4443413"/>
          <p14:tracePt t="237599" x="6759575" y="4467225"/>
          <p14:tracePt t="237607" x="6672263" y="4492625"/>
          <p14:tracePt t="237615" x="6646863" y="4505325"/>
          <p14:tracePt t="237623" x="6572250" y="4518025"/>
          <p14:tracePt t="237631" x="6534150" y="4543425"/>
          <p14:tracePt t="237639" x="6446838" y="4605338"/>
          <p14:tracePt t="237647" x="6408738" y="4618038"/>
          <p14:tracePt t="237655" x="6370638" y="4630738"/>
          <p14:tracePt t="237663" x="6334125" y="4643438"/>
          <p14:tracePt t="237671" x="6321425" y="4643438"/>
          <p14:tracePt t="237680" x="6308725" y="4643438"/>
          <p14:tracePt t="237687" x="6283325" y="4656138"/>
          <p14:tracePt t="237697" x="6283325" y="4667250"/>
          <p14:tracePt t="237703" x="6270625" y="4667250"/>
          <p14:tracePt t="237713" x="6246813" y="4667250"/>
          <p14:tracePt t="237719" x="6208713" y="4679950"/>
          <p14:tracePt t="237729" x="6196013" y="4692650"/>
          <p14:tracePt t="237735" x="6170613" y="4692650"/>
          <p14:tracePt t="237745" x="6157913" y="4692650"/>
          <p14:tracePt t="237751" x="6057900" y="4705350"/>
          <p14:tracePt t="237759" x="5995988" y="4705350"/>
          <p14:tracePt t="237767" x="5870575" y="4705350"/>
          <p14:tracePt t="237775" x="5795963" y="4718050"/>
          <p14:tracePt t="237783" x="5695950" y="4743450"/>
          <p14:tracePt t="237791" x="5632450" y="4756150"/>
          <p14:tracePt t="237799" x="5557838" y="4756150"/>
          <p14:tracePt t="237807" x="5519738" y="4768850"/>
          <p14:tracePt t="237815" x="5483225" y="4768850"/>
          <p14:tracePt t="237823" x="5419725" y="4779963"/>
          <p14:tracePt t="237831" x="5407025" y="4779963"/>
          <p14:tracePt t="237839" x="5332413" y="4805363"/>
          <p14:tracePt t="237847" x="5257800" y="4818063"/>
          <p14:tracePt t="237855" x="5245100" y="4818063"/>
          <p14:tracePt t="237863" x="5132388" y="4818063"/>
          <p14:tracePt t="237871" x="5057775" y="4818063"/>
          <p14:tracePt t="237880" x="4981575" y="4818063"/>
          <p14:tracePt t="237887" x="4906963" y="4818063"/>
          <p14:tracePt t="237896" x="4832350" y="4818063"/>
          <p14:tracePt t="237903" x="4732338" y="4818063"/>
          <p14:tracePt t="237912" x="4681538" y="4818063"/>
          <p14:tracePt t="237919" x="4594225" y="4818063"/>
          <p14:tracePt t="237930" x="4518025" y="4818063"/>
          <p14:tracePt t="237935" x="4443413" y="4818063"/>
          <p14:tracePt t="237944" x="4394200" y="4818063"/>
          <p14:tracePt t="237951" x="4343400" y="4818063"/>
          <p14:tracePt t="237961" x="4268788" y="4818063"/>
          <p14:tracePt t="237967" x="4230688" y="4818063"/>
          <p14:tracePt t="237975" x="4192588" y="4818063"/>
          <p14:tracePt t="237983" x="4143375" y="4818063"/>
          <p14:tracePt t="237991" x="4081463" y="4805363"/>
          <p14:tracePt t="237999" x="4017963" y="4779963"/>
          <p14:tracePt t="238007" x="4005263" y="4779963"/>
          <p14:tracePt t="238015" x="3905250" y="4743450"/>
          <p14:tracePt t="238023" x="3843338" y="4730750"/>
          <p14:tracePt t="238031" x="3717925" y="4718050"/>
          <p14:tracePt t="238039" x="3654425" y="4679950"/>
          <p14:tracePt t="238047" x="3530600" y="4667250"/>
          <p14:tracePt t="238055" x="3492500" y="4667250"/>
          <p14:tracePt t="238063" x="3429000" y="4667250"/>
          <p14:tracePt t="238071" x="3354388" y="4643438"/>
          <p14:tracePt t="238080" x="3305175" y="4618038"/>
          <p14:tracePt t="238087" x="3267075" y="4605338"/>
          <p14:tracePt t="238096" x="3228975" y="4592638"/>
          <p14:tracePt t="238103" x="3216275" y="4579938"/>
          <p14:tracePt t="238113" x="3216275" y="4554538"/>
          <p14:tracePt t="238119" x="3216275" y="4530725"/>
          <p14:tracePt t="238129" x="3216275" y="4492625"/>
          <p14:tracePt t="238135" x="3216275" y="4430713"/>
          <p14:tracePt t="238144" x="3216275" y="4367213"/>
          <p14:tracePt t="238151" x="3216275" y="4318000"/>
          <p14:tracePt t="238161" x="3205163" y="4254500"/>
          <p14:tracePt t="238167" x="3205163" y="4217988"/>
          <p14:tracePt t="238175" x="3192463" y="4167188"/>
          <p14:tracePt t="238183" x="3179763" y="4129088"/>
          <p14:tracePt t="238191" x="3179763" y="4067175"/>
          <p14:tracePt t="238199" x="3179763" y="4029075"/>
          <p14:tracePt t="238207" x="3179763" y="3979863"/>
          <p14:tracePt t="238215" x="3179763" y="3916363"/>
          <p14:tracePt t="238223" x="3179763" y="3867150"/>
          <p14:tracePt t="238231" x="3179763" y="3816350"/>
          <p14:tracePt t="238239" x="3205163" y="3741738"/>
          <p14:tracePt t="238247" x="3228975" y="3667125"/>
          <p14:tracePt t="238255" x="3241675" y="3654425"/>
          <p14:tracePt t="238263" x="3254375" y="3603625"/>
          <p14:tracePt t="238271" x="3279775" y="3554413"/>
          <p14:tracePt t="238279" x="3317875" y="3503613"/>
          <p14:tracePt t="238287" x="3379788" y="3454400"/>
          <p14:tracePt t="238296" x="3417888" y="3403600"/>
          <p14:tracePt t="238303" x="3454400" y="3378200"/>
          <p14:tracePt t="238313" x="3454400" y="3367088"/>
          <p14:tracePt t="238319" x="3492500" y="3316288"/>
          <p14:tracePt t="238328" x="3492500" y="3303588"/>
          <p14:tracePt t="238351" x="3541713" y="3278188"/>
          <p14:tracePt t="238359" x="3567113" y="3267075"/>
          <p14:tracePt t="238367" x="3579813" y="3267075"/>
          <p14:tracePt t="238375" x="3617913" y="3254375"/>
          <p14:tracePt t="238383" x="3630613" y="3241675"/>
          <p14:tracePt t="238391" x="3643313" y="3228975"/>
          <p14:tracePt t="238399" x="3667125" y="3178175"/>
          <p14:tracePt t="238407" x="3679825" y="3178175"/>
          <p14:tracePt t="238415" x="3692525" y="3178175"/>
          <p14:tracePt t="238423" x="3717925" y="3154363"/>
          <p14:tracePt t="238431" x="3730625" y="3141663"/>
          <p14:tracePt t="238439" x="3743325" y="3128963"/>
          <p14:tracePt t="238447" x="3779838" y="3128963"/>
          <p14:tracePt t="238455" x="3830638" y="3128963"/>
          <p14:tracePt t="238463" x="3905250" y="3128963"/>
          <p14:tracePt t="238471" x="3943350" y="3128963"/>
          <p14:tracePt t="238480" x="3968750" y="3128963"/>
          <p14:tracePt t="238487" x="4005263" y="3128963"/>
          <p14:tracePt t="238496" x="4081463" y="3128963"/>
          <p14:tracePt t="238503" x="4156075" y="3141663"/>
          <p14:tracePt t="238513" x="4243388" y="3141663"/>
          <p14:tracePt t="238519" x="4368800" y="3141663"/>
          <p14:tracePt t="238529" x="4494213" y="3141663"/>
          <p14:tracePt t="238535" x="4518025" y="3141663"/>
          <p14:tracePt t="238545" x="4594225" y="3141663"/>
          <p14:tracePt t="238551" x="4743450" y="3141663"/>
          <p14:tracePt t="238561" x="4781550" y="3141663"/>
          <p14:tracePt t="238567" x="4881563" y="3141663"/>
          <p14:tracePt t="238577" x="4981575" y="3141663"/>
          <p14:tracePt t="238583" x="5170488" y="3178175"/>
          <p14:tracePt t="238591" x="5219700" y="3203575"/>
          <p14:tracePt t="238599" x="5294313" y="3254375"/>
          <p14:tracePt t="238607" x="5419725" y="3303588"/>
          <p14:tracePt t="238615" x="5483225" y="3341688"/>
          <p14:tracePt t="238623" x="5595938" y="3416300"/>
          <p14:tracePt t="238631" x="5719763" y="3467100"/>
          <p14:tracePt t="238639" x="5857875" y="3516313"/>
          <p14:tracePt t="238647" x="5945188" y="3567113"/>
          <p14:tracePt t="238655" x="5970588" y="3603625"/>
          <p14:tracePt t="238663" x="6045200" y="3654425"/>
          <p14:tracePt t="238671" x="6108700" y="3679825"/>
          <p14:tracePt t="238679" x="6170613" y="3729038"/>
          <p14:tracePt t="238687" x="6208713" y="3754438"/>
          <p14:tracePt t="238695" x="6270625" y="3803650"/>
          <p14:tracePt t="238703" x="6283325" y="3829050"/>
          <p14:tracePt t="238712" x="6308725" y="3879850"/>
          <p14:tracePt t="240071" x="6296025" y="3892550"/>
          <p14:tracePt t="240079" x="6108700" y="3929063"/>
          <p14:tracePt t="240087" x="6021388" y="3992563"/>
          <p14:tracePt t="240095" x="5908675" y="4054475"/>
          <p14:tracePt t="240103" x="5832475" y="4079875"/>
          <p14:tracePt t="240111" x="5783263" y="4129088"/>
          <p14:tracePt t="240119" x="5719763" y="4179888"/>
          <p14:tracePt t="240128" x="5683250" y="4241800"/>
          <p14:tracePt t="240135" x="5619750" y="4341813"/>
          <p14:tracePt t="240144" x="5595938" y="4430713"/>
          <p14:tracePt t="240151" x="5595938" y="4530725"/>
          <p14:tracePt t="240160" x="5583238" y="4643438"/>
          <p14:tracePt t="240167" x="5583238" y="4705350"/>
          <p14:tracePt t="240177" x="5583238" y="4805363"/>
          <p14:tracePt t="240183" x="5619750" y="4879975"/>
          <p14:tracePt t="240193" x="5670550" y="4968875"/>
          <p14:tracePt t="240199" x="5708650" y="5068888"/>
          <p14:tracePt t="240209" x="5757863" y="5156200"/>
          <p14:tracePt t="240215" x="5883275" y="5256213"/>
          <p14:tracePt t="240223" x="5970588" y="5330825"/>
          <p14:tracePt t="240231" x="5995988" y="5356225"/>
          <p14:tracePt t="240239" x="6096000" y="5430838"/>
          <p14:tracePt t="240247" x="6221413" y="5468938"/>
          <p14:tracePt t="240255" x="6346825" y="5507038"/>
          <p14:tracePt t="240263" x="6534150" y="5518150"/>
          <p14:tracePt t="240271" x="6772275" y="5568950"/>
          <p14:tracePt t="240279" x="6934200" y="5607050"/>
          <p14:tracePt t="240287" x="7085013" y="5607050"/>
          <p14:tracePt t="240295" x="7272338" y="5607050"/>
          <p14:tracePt t="240303" x="7472363" y="5607050"/>
          <p14:tracePt t="240311" x="7561263" y="5581650"/>
          <p14:tracePt t="240319" x="7685088" y="5507038"/>
          <p14:tracePt t="240328" x="7748588" y="5456238"/>
          <p14:tracePt t="240335" x="7810500" y="5394325"/>
          <p14:tracePt t="240344" x="7823200" y="5305425"/>
          <p14:tracePt t="240351" x="7823200" y="5205413"/>
          <p14:tracePt t="240360" x="7823200" y="5130800"/>
          <p14:tracePt t="240367" x="7748588" y="5018088"/>
          <p14:tracePt t="240376" x="7661275" y="4943475"/>
          <p14:tracePt t="240383" x="7535863" y="4856163"/>
          <p14:tracePt t="240392" x="7435850" y="4779963"/>
          <p14:tracePt t="240399" x="7297738" y="4692650"/>
          <p14:tracePt t="240409" x="7172325" y="4605338"/>
          <p14:tracePt t="240415" x="6997700" y="4518025"/>
          <p14:tracePt t="240423" x="6797675" y="4467225"/>
          <p14:tracePt t="240431" x="6721475" y="4430713"/>
          <p14:tracePt t="240439" x="6634163" y="4392613"/>
          <p14:tracePt t="240447" x="6521450" y="4367213"/>
          <p14:tracePt t="240455" x="6396038" y="4354513"/>
          <p14:tracePt t="240463" x="6246813" y="4330700"/>
          <p14:tracePt t="240471" x="6070600" y="4330700"/>
          <p14:tracePt t="240479" x="5908675" y="4330700"/>
          <p14:tracePt t="240487" x="5607050" y="4330700"/>
          <p14:tracePt t="240495" x="5145088" y="4379913"/>
          <p14:tracePt t="240503" x="4881563" y="4430713"/>
          <p14:tracePt t="240511" x="4543425" y="4518025"/>
          <p14:tracePt t="240519" x="4368800" y="4592638"/>
          <p14:tracePt t="240527" x="3917950" y="4730750"/>
          <p14:tracePt t="240535" x="3717925" y="4792663"/>
          <p14:tracePt t="240544" x="3643313" y="4868863"/>
          <p14:tracePt t="240551" x="3530600" y="4943475"/>
          <p14:tracePt t="240560" x="3417888" y="5018088"/>
          <p14:tracePt t="240567" x="3341688" y="5081588"/>
          <p14:tracePt t="240576" x="3279775" y="5143500"/>
          <p14:tracePt t="240583" x="3241675" y="5218113"/>
          <p14:tracePt t="240593" x="3228975" y="5256213"/>
          <p14:tracePt t="240599" x="3228975" y="5305425"/>
          <p14:tracePt t="240608" x="3228975" y="5356225"/>
          <p14:tracePt t="240615" x="3241675" y="5418138"/>
          <p14:tracePt t="240625" x="3292475" y="5494338"/>
          <p14:tracePt t="240631" x="3354388" y="5543550"/>
          <p14:tracePt t="240639" x="3367088" y="5581650"/>
          <p14:tracePt t="240647" x="3392488" y="5630863"/>
          <p14:tracePt t="240655" x="3417888" y="5656263"/>
          <p14:tracePt t="240663" x="3417888" y="5681663"/>
          <p14:tracePt t="240671" x="3417888" y="5707063"/>
          <p14:tracePt t="240679" x="3429000" y="5719763"/>
          <p14:tracePt t="240687" x="3441700" y="5732463"/>
          <p14:tracePt t="240807" x="3417888" y="5732463"/>
          <p14:tracePt t="240825" x="3392488" y="5732463"/>
          <p14:tracePt t="240833" x="3367088" y="5732463"/>
          <p14:tracePt t="240841" x="3354388" y="5732463"/>
          <p14:tracePt t="240849" x="3328988" y="5732463"/>
          <p14:tracePt t="240856" x="3317875" y="5732463"/>
          <p14:tracePt t="240879" x="3292475" y="5732463"/>
          <p14:tracePt t="240887" x="3279775" y="5732463"/>
          <p14:tracePt t="240895" x="3279775" y="5719763"/>
          <p14:tracePt t="240903" x="3267075" y="5719763"/>
          <p14:tracePt t="240911" x="3254375" y="5719763"/>
          <p14:tracePt t="240919" x="3241675" y="5707063"/>
          <p14:tracePt t="240959" x="3228975" y="5707063"/>
          <p14:tracePt t="240999" x="3216275" y="5707063"/>
          <p14:tracePt t="241047" x="3205163" y="5707063"/>
          <p14:tracePt t="241095" x="3179763" y="5707063"/>
          <p14:tracePt t="241111" x="3167063" y="5694363"/>
          <p14:tracePt t="241128" x="3154363" y="5681663"/>
          <p14:tracePt t="241145" x="3141663" y="5681663"/>
          <p14:tracePt t="241151" x="3128963" y="5681663"/>
          <p14:tracePt t="241160" x="3103563" y="5668963"/>
          <p14:tracePt t="241177" x="3092450" y="5668963"/>
          <p14:tracePt t="241183" x="3092450" y="5656263"/>
          <p14:tracePt t="241193" x="3079750" y="5656263"/>
          <p14:tracePt t="241199" x="3067050" y="5630863"/>
          <p14:tracePt t="241209" x="3041650" y="5619750"/>
          <p14:tracePt t="241215" x="3016250" y="5594350"/>
          <p14:tracePt t="241225" x="3003550" y="5581650"/>
          <p14:tracePt t="241231" x="2954338" y="5543550"/>
          <p14:tracePt t="241242" x="2916238" y="5518150"/>
          <p14:tracePt t="241247" x="2890838" y="5494338"/>
          <p14:tracePt t="241255" x="2854325" y="5456238"/>
          <p14:tracePt t="241263" x="2828925" y="5430838"/>
          <p14:tracePt t="241271" x="2778125" y="5368925"/>
          <p14:tracePt t="241279" x="2754313" y="5330825"/>
          <p14:tracePt t="241287" x="2754313" y="5305425"/>
          <p14:tracePt t="241295" x="2741613" y="5230813"/>
          <p14:tracePt t="241303" x="2728913" y="5194300"/>
          <p14:tracePt t="241311" x="2728913" y="5156200"/>
          <p14:tracePt t="241319" x="2728913" y="5105400"/>
          <p14:tracePt t="241327" x="2728913" y="5056188"/>
          <p14:tracePt t="241335" x="2728913" y="4992688"/>
          <p14:tracePt t="241343" x="2728913" y="4918075"/>
          <p14:tracePt t="241351" x="2728913" y="4856163"/>
          <p14:tracePt t="241359" x="2728913" y="4768850"/>
          <p14:tracePt t="241367" x="2741613" y="4705350"/>
          <p14:tracePt t="241376" x="2767013" y="4643438"/>
          <p14:tracePt t="241383" x="2778125" y="4554538"/>
          <p14:tracePt t="241392" x="2816225" y="4492625"/>
          <p14:tracePt t="241399" x="2854325" y="4443413"/>
          <p14:tracePt t="241409" x="2916238" y="4379913"/>
          <p14:tracePt t="241415" x="2967038" y="4318000"/>
          <p14:tracePt t="241424" x="2992438" y="4292600"/>
          <p14:tracePt t="241431" x="3016250" y="4254500"/>
          <p14:tracePt t="241441" x="3041650" y="4230688"/>
          <p14:tracePt t="241447" x="3067050" y="4192588"/>
          <p14:tracePt t="241455" x="3092450" y="4154488"/>
          <p14:tracePt t="241463" x="3116263" y="4129088"/>
          <p14:tracePt t="241471" x="3154363" y="4092575"/>
          <p14:tracePt t="241479" x="3192463" y="4054475"/>
          <p14:tracePt t="241487" x="3205163" y="4029075"/>
          <p14:tracePt t="241495" x="3228975" y="4017963"/>
          <p14:tracePt t="241503" x="3279775" y="3979863"/>
          <p14:tracePt t="241511" x="3354388" y="3954463"/>
          <p14:tracePt t="241519" x="3367088" y="3954463"/>
          <p14:tracePt t="241527" x="3417888" y="3916363"/>
          <p14:tracePt t="241535" x="3479800" y="3892550"/>
          <p14:tracePt t="241543" x="3505200" y="3879850"/>
          <p14:tracePt t="241551" x="3567113" y="3879850"/>
          <p14:tracePt t="241559" x="3643313" y="3867150"/>
          <p14:tracePt t="241567" x="3717925" y="3867150"/>
          <p14:tracePt t="241576" x="3805238" y="3867150"/>
          <p14:tracePt t="241583" x="3905250" y="3867150"/>
          <p14:tracePt t="241592" x="3992563" y="3867150"/>
          <p14:tracePt t="241599" x="4043363" y="3867150"/>
          <p14:tracePt t="241608" x="4143375" y="3867150"/>
          <p14:tracePt t="241615" x="4168775" y="3867150"/>
          <p14:tracePt t="241624" x="4217988" y="3867150"/>
          <p14:tracePt t="241631" x="4268788" y="3867150"/>
          <p14:tracePt t="241640" x="4330700" y="3879850"/>
          <p14:tracePt t="241647" x="4381500" y="3879850"/>
          <p14:tracePt t="241655" x="4394200" y="3879850"/>
          <p14:tracePt t="241663" x="4406900" y="3879850"/>
          <p14:tracePt t="241752" x="4418013" y="3892550"/>
          <p14:tracePt t="241767" x="4430713" y="3916363"/>
          <p14:tracePt t="241775" x="4456113" y="3929063"/>
          <p14:tracePt t="241783" x="4456113" y="3941763"/>
          <p14:tracePt t="241792" x="4456113" y="3954463"/>
          <p14:tracePt t="241799" x="4494213" y="3992563"/>
          <p14:tracePt t="241809" x="4494213" y="4005263"/>
          <p14:tracePt t="241815" x="4494213" y="4041775"/>
          <p14:tracePt t="241824" x="4506913" y="4105275"/>
          <p14:tracePt t="241831" x="4506913" y="4117975"/>
          <p14:tracePt t="241840" x="4518025" y="4141788"/>
          <p14:tracePt t="241847" x="4518025" y="4154488"/>
          <p14:tracePt t="241857" x="4530725" y="4179888"/>
          <p14:tracePt t="241863" x="4568825" y="4205288"/>
          <p14:tracePt t="241871" x="4568825" y="4217988"/>
          <p14:tracePt t="241879" x="4568825" y="4230688"/>
          <p14:tracePt t="241887" x="4568825" y="4241800"/>
          <p14:tracePt t="241895" x="4581525" y="4254500"/>
          <p14:tracePt t="241903" x="4594225" y="4279900"/>
          <p14:tracePt t="241927" x="4594225" y="4305300"/>
          <p14:tracePt t="241935" x="4594225" y="4318000"/>
          <p14:tracePt t="241943" x="4594225" y="4341813"/>
          <p14:tracePt t="241951" x="4594225" y="4354513"/>
          <p14:tracePt t="241959" x="4594225" y="4367213"/>
          <p14:tracePt t="241967" x="4606925" y="4379913"/>
          <p14:tracePt t="241975" x="4630738" y="4405313"/>
          <p14:tracePt t="241983" x="4630738" y="4430713"/>
          <p14:tracePt t="241992" x="4643438" y="4454525"/>
          <p14:tracePt t="241999" x="4643438" y="4467225"/>
          <p14:tracePt t="242008" x="4668838" y="4505325"/>
          <p14:tracePt t="242024" x="4694238" y="4543425"/>
          <p14:tracePt t="242063" x="4706938" y="4543425"/>
          <p14:tracePt t="242079" x="4719638" y="4543425"/>
          <p14:tracePt t="242087" x="4732338" y="4543425"/>
          <p14:tracePt t="242095" x="4743450" y="4543425"/>
          <p14:tracePt t="242103" x="4756150" y="4543425"/>
          <p14:tracePt t="242111" x="4756150" y="4530725"/>
          <p14:tracePt t="242119" x="4768850" y="4479925"/>
          <p14:tracePt t="242127" x="4781550" y="4443413"/>
          <p14:tracePt t="242135" x="4781550" y="4405313"/>
          <p14:tracePt t="242143" x="4781550" y="4341813"/>
          <p14:tracePt t="242151" x="4781550" y="4292600"/>
          <p14:tracePt t="242159" x="4781550" y="4241800"/>
          <p14:tracePt t="242167" x="4781550" y="4192588"/>
          <p14:tracePt t="242671" x="4806950" y="4105275"/>
          <p14:tracePt t="242679" x="4868863" y="4005263"/>
          <p14:tracePt t="242687" x="4906963" y="3892550"/>
          <p14:tracePt t="242695" x="4906963" y="3829050"/>
          <p14:tracePt t="242703" x="4906963" y="3741738"/>
          <p14:tracePt t="242711" x="4906963" y="3679825"/>
          <p14:tracePt t="242719" x="4868863" y="3603625"/>
          <p14:tracePt t="242727" x="4843463" y="3541713"/>
          <p14:tracePt t="242735" x="4832350" y="3529013"/>
          <p14:tracePt t="242743" x="4819650" y="3503613"/>
          <p14:tracePt t="242751" x="4768850" y="3367088"/>
          <p14:tracePt t="242759" x="4768850" y="3316288"/>
          <p14:tracePt t="242767" x="4768850" y="3290888"/>
          <p14:tracePt t="242783" x="4756150" y="3290888"/>
          <p14:tracePt t="242791" x="4732338" y="3290888"/>
          <p14:tracePt t="242799" x="4719638" y="3290888"/>
          <p14:tracePt t="242808" x="4681538" y="3290888"/>
          <p14:tracePt t="242815" x="4630738" y="3267075"/>
          <p14:tracePt t="242824" x="4606925" y="3254375"/>
          <p14:tracePt t="242831" x="4581525" y="3254375"/>
          <p14:tracePt t="242841" x="4543425" y="3254375"/>
          <p14:tracePt t="242847" x="4494213" y="3254375"/>
          <p14:tracePt t="242857" x="4456113" y="3254375"/>
          <p14:tracePt t="242863" x="4381500" y="3254375"/>
          <p14:tracePt t="242873" x="4343400" y="3254375"/>
          <p14:tracePt t="242879" x="4294188" y="3254375"/>
          <p14:tracePt t="242887" x="4205288" y="3278188"/>
          <p14:tracePt t="242895" x="4143375" y="3341688"/>
          <p14:tracePt t="242903" x="4081463" y="3378200"/>
          <p14:tracePt t="242911" x="4043363" y="3429000"/>
          <p14:tracePt t="242919" x="4030663" y="3441700"/>
          <p14:tracePt t="242927" x="4030663" y="3479800"/>
          <p14:tracePt t="242935" x="3992563" y="3541713"/>
          <p14:tracePt t="242943" x="3968750" y="3590925"/>
          <p14:tracePt t="242951" x="3968750" y="3654425"/>
          <p14:tracePt t="242959" x="3968750" y="3692525"/>
          <p14:tracePt t="242967" x="3968750" y="3716338"/>
          <p14:tracePt t="242975" x="3968750" y="3767138"/>
          <p14:tracePt t="242983" x="3968750" y="3792538"/>
          <p14:tracePt t="242991" x="3968750" y="3829050"/>
          <p14:tracePt t="242999" x="3968750" y="3841750"/>
          <p14:tracePt t="243007" x="3968750" y="3879850"/>
          <p14:tracePt t="243015" x="3968750" y="3892550"/>
          <p14:tracePt t="243024" x="3968750" y="3916363"/>
          <p14:tracePt t="243031" x="3968750" y="3929063"/>
          <p14:tracePt t="243040" x="3968750" y="3941763"/>
          <p14:tracePt t="243058" x="3968750" y="3979863"/>
          <p14:tracePt t="243063" x="3968750" y="4005263"/>
          <p14:tracePt t="243073" x="3968750" y="4017963"/>
          <p14:tracePt t="243079" x="3968750" y="4041775"/>
          <p14:tracePt t="243089" x="3968750" y="4067175"/>
          <p14:tracePt t="243095" x="3968750" y="4105275"/>
          <p14:tracePt t="243103" x="3930650" y="4129088"/>
          <p14:tracePt t="243111" x="3867150" y="4205288"/>
          <p14:tracePt t="243119" x="3856038" y="4217988"/>
          <p14:tracePt t="243135" x="3817938" y="4292600"/>
          <p14:tracePt t="243143" x="3792538" y="4305300"/>
          <p14:tracePt t="243151" x="3730625" y="4330700"/>
          <p14:tracePt t="243159" x="3717925" y="4341813"/>
          <p14:tracePt t="243167" x="3643313" y="4367213"/>
          <p14:tracePt t="243175" x="3605213" y="4392613"/>
          <p14:tracePt t="243183" x="3592513" y="4405313"/>
          <p14:tracePt t="243191" x="3567113" y="4418013"/>
          <p14:tracePt t="243199" x="3567113" y="4430713"/>
          <p14:tracePt t="243215" x="3554413" y="4430713"/>
          <p14:tracePt t="243224" x="3554413" y="4443413"/>
          <p14:tracePt t="243241" x="3554413" y="4454525"/>
          <p14:tracePt t="243257" x="3554413" y="4479925"/>
          <p14:tracePt t="243263" x="3554413" y="4492625"/>
          <p14:tracePt t="243274" x="3554413" y="4530725"/>
          <p14:tracePt t="243279" x="3554413" y="4543425"/>
          <p14:tracePt t="243289" x="3554413" y="4567238"/>
          <p14:tracePt t="243295" x="3554413" y="4592638"/>
          <p14:tracePt t="243303" x="3554413" y="4618038"/>
          <p14:tracePt t="243311" x="3554413" y="4643438"/>
          <p14:tracePt t="243319" x="3554413" y="4656138"/>
          <p14:tracePt t="243327" x="3554413" y="4667250"/>
          <p14:tracePt t="243335" x="3554413" y="4679950"/>
          <p14:tracePt t="243343" x="3567113" y="4718050"/>
          <p14:tracePt t="243359" x="3579813" y="4730750"/>
          <p14:tracePt t="243367" x="3592513" y="4730750"/>
          <p14:tracePt t="243375" x="3605213" y="4743450"/>
          <p14:tracePt t="243440" x="3630613" y="4743450"/>
          <p14:tracePt t="243448" x="3654425" y="4705350"/>
          <p14:tracePt t="243457" x="3654425" y="4692650"/>
          <p14:tracePt t="243464" x="3667125" y="4667250"/>
          <p14:tracePt t="243476" x="3667125" y="4643438"/>
          <p14:tracePt t="243480" x="3667125" y="4630738"/>
          <p14:tracePt t="243490" x="3667125" y="4592638"/>
          <p14:tracePt t="243496" x="3667125" y="4579938"/>
          <p14:tracePt t="243504" x="3667125" y="4554538"/>
          <p14:tracePt t="243511" x="3667125" y="4530725"/>
          <p14:tracePt t="243519" x="3667125" y="4518025"/>
          <p14:tracePt t="243527" x="3654425" y="4505325"/>
          <p14:tracePt t="243535" x="3643313" y="4492625"/>
          <p14:tracePt t="243543" x="3617913" y="4454525"/>
          <p14:tracePt t="243551" x="3579813" y="4454525"/>
          <p14:tracePt t="243559" x="3554413" y="4418013"/>
          <p14:tracePt t="243567" x="3517900" y="4418013"/>
          <p14:tracePt t="243575" x="3505200" y="4392613"/>
          <p14:tracePt t="243583" x="3467100" y="4379913"/>
          <p14:tracePt t="243591" x="3454400" y="4379913"/>
          <p14:tracePt t="243599" x="3417888" y="4354513"/>
          <p14:tracePt t="243607" x="3405188" y="4354513"/>
          <p14:tracePt t="243615" x="3379788" y="4341813"/>
          <p14:tracePt t="243623" x="3354388" y="4330700"/>
          <p14:tracePt t="243640" x="3317875" y="4318000"/>
          <p14:tracePt t="243647" x="3292475" y="4305300"/>
          <p14:tracePt t="243657" x="3279775" y="4305300"/>
          <p14:tracePt t="243663" x="3254375" y="4292600"/>
          <p14:tracePt t="243672" x="3228975" y="4292600"/>
          <p14:tracePt t="243679" x="3205163" y="4292600"/>
          <p14:tracePt t="243688" x="3179763" y="4279900"/>
          <p14:tracePt t="243695" x="3167063" y="4279900"/>
          <p14:tracePt t="243704" x="3154363" y="4279900"/>
          <p14:tracePt t="243711" x="3128963" y="4267200"/>
          <p14:tracePt t="243719" x="3116263" y="4267200"/>
          <p14:tracePt t="243727" x="3092450" y="4267200"/>
          <p14:tracePt t="243743" x="3079750" y="4254500"/>
          <p14:tracePt t="243751" x="3054350" y="4254500"/>
          <p14:tracePt t="243767" x="3003550" y="4241800"/>
          <p14:tracePt t="243783" x="2992438" y="4241800"/>
          <p14:tracePt t="243791" x="2954338" y="4241800"/>
          <p14:tracePt t="243799" x="2916238" y="4241800"/>
          <p14:tracePt t="243807" x="2890838" y="4217988"/>
          <p14:tracePt t="243815" x="2841625" y="4205288"/>
          <p14:tracePt t="243823" x="2803525" y="4205288"/>
          <p14:tracePt t="243831" x="2754313" y="4192588"/>
          <p14:tracePt t="243840" x="2741613" y="4192588"/>
          <p14:tracePt t="243856" x="2703513" y="4192588"/>
          <p14:tracePt t="243863" x="2654300" y="4192588"/>
          <p14:tracePt t="243873" x="2565400" y="4192588"/>
          <p14:tracePt t="243879" x="2541588" y="4192588"/>
          <p14:tracePt t="243888" x="2490788" y="4192588"/>
          <p14:tracePt t="243895" x="2465388" y="4192588"/>
          <p14:tracePt t="243905" x="2452688" y="4192588"/>
          <p14:tracePt t="243911" x="2416175" y="4192588"/>
          <p14:tracePt t="243919" x="2403475" y="4192588"/>
          <p14:tracePt t="243935" x="2390775" y="4192588"/>
          <p14:tracePt t="243943" x="2378075" y="4192588"/>
          <p14:tracePt t="243967" x="2365375" y="4192588"/>
          <p14:tracePt t="243975" x="2339975" y="4192588"/>
          <p14:tracePt t="243991" x="2328863" y="4192588"/>
          <p14:tracePt t="243999" x="2316163" y="4192588"/>
          <p14:tracePt t="244007" x="2303463" y="4192588"/>
          <p14:tracePt t="244015" x="2303463" y="4205288"/>
          <p14:tracePt t="244023" x="2303463" y="4230688"/>
          <p14:tracePt t="244031" x="2303463" y="4254500"/>
          <p14:tracePt t="244040" x="2303463" y="4279900"/>
          <p14:tracePt t="244057" x="2303463" y="4341813"/>
          <p14:tracePt t="244063" x="2303463" y="4379913"/>
          <p14:tracePt t="244073" x="2303463" y="4430713"/>
          <p14:tracePt t="244079" x="2328863" y="4505325"/>
          <p14:tracePt t="244089" x="2328863" y="4530725"/>
          <p14:tracePt t="244095" x="2328863" y="4543425"/>
          <p14:tracePt t="244106" x="2352675" y="4592638"/>
          <p14:tracePt t="244111" x="2352675" y="4605338"/>
          <p14:tracePt t="244119" x="2365375" y="4618038"/>
          <p14:tracePt t="244127" x="2365375" y="4630738"/>
          <p14:tracePt t="244711" x="2365375" y="4656138"/>
          <p14:tracePt t="244720" x="2365375" y="4679950"/>
          <p14:tracePt t="244728" x="2365375" y="4718050"/>
          <p14:tracePt t="244737" x="2365375" y="4756150"/>
          <p14:tracePt t="244743" x="2365375" y="4779963"/>
          <p14:tracePt t="244751" x="2365375" y="4818063"/>
          <p14:tracePt t="244759" x="2365375" y="4856163"/>
          <p14:tracePt t="244767" x="2352675" y="4905375"/>
          <p14:tracePt t="244775" x="2352675" y="4943475"/>
          <p14:tracePt t="244783" x="2352675" y="4968875"/>
          <p14:tracePt t="244791" x="2352675" y="5005388"/>
          <p14:tracePt t="244799" x="2352675" y="5043488"/>
          <p14:tracePt t="244807" x="2339975" y="5068888"/>
          <p14:tracePt t="244815" x="2339975" y="5092700"/>
          <p14:tracePt t="244823" x="2328863" y="5105400"/>
          <p14:tracePt t="244831" x="2328863" y="5130800"/>
          <p14:tracePt t="244840" x="2316163" y="5168900"/>
          <p14:tracePt t="244847" x="2303463" y="5194300"/>
          <p14:tracePt t="244856" x="2290763" y="5218113"/>
          <p14:tracePt t="244863" x="2290763" y="5230813"/>
          <p14:tracePt t="244872" x="2252663" y="5281613"/>
          <p14:tracePt t="244888" x="2239963" y="5305425"/>
          <p14:tracePt t="244895" x="2216150" y="5330825"/>
          <p14:tracePt t="244904" x="2203450" y="5330825"/>
          <p14:tracePt t="244911" x="2165350" y="5343525"/>
          <p14:tracePt t="244920" x="2139950" y="5343525"/>
          <p14:tracePt t="244927" x="2116138" y="5356225"/>
          <p14:tracePt t="244943" x="2103438" y="5356225"/>
          <p14:tracePt t="244951" x="2078038" y="5368925"/>
          <p14:tracePt t="244959" x="2052638" y="5368925"/>
          <p14:tracePt t="244975" x="2027238" y="5368925"/>
          <p14:tracePt t="244983" x="2014538" y="5368925"/>
          <p14:tracePt t="244999" x="2003425" y="5368925"/>
          <p14:tracePt t="245007" x="1990725" y="5368925"/>
          <p14:tracePt t="245015" x="1990725" y="5356225"/>
          <p14:tracePt t="245023" x="1965325" y="5343525"/>
          <p14:tracePt t="245031" x="1939925" y="5330825"/>
          <p14:tracePt t="245039" x="1927225" y="5305425"/>
          <p14:tracePt t="245057" x="1878013" y="5218113"/>
          <p14:tracePt t="245063" x="1865313" y="5181600"/>
          <p14:tracePt t="245072" x="1852613" y="5118100"/>
          <p14:tracePt t="245079" x="1839913" y="5081588"/>
          <p14:tracePt t="245089" x="1814513" y="5018088"/>
          <p14:tracePt t="245095" x="1814513" y="4981575"/>
          <p14:tracePt t="245104" x="1814513" y="4956175"/>
          <p14:tracePt t="245111" x="1801813" y="4918075"/>
          <p14:tracePt t="245120" x="1790700" y="4868863"/>
          <p14:tracePt t="245127" x="1790700" y="4843463"/>
          <p14:tracePt t="245136" x="1790700" y="4818063"/>
          <p14:tracePt t="245143" x="1765300" y="4768850"/>
          <p14:tracePt t="245151" x="1765300" y="4730750"/>
          <p14:tracePt t="245159" x="1765300" y="4692650"/>
          <p14:tracePt t="245167" x="1765300" y="4643438"/>
          <p14:tracePt t="245175" x="1765300" y="4618038"/>
          <p14:tracePt t="245183" x="1765300" y="4579938"/>
          <p14:tracePt t="245191" x="1765300" y="4543425"/>
          <p14:tracePt t="245199" x="1765300" y="4505325"/>
          <p14:tracePt t="245207" x="1778000" y="4492625"/>
          <p14:tracePt t="245215" x="1778000" y="4479925"/>
          <p14:tracePt t="245223" x="1778000" y="4454525"/>
          <p14:tracePt t="245231" x="1790700" y="4430713"/>
          <p14:tracePt t="245239" x="1814513" y="4405313"/>
          <p14:tracePt t="245271" x="1814513" y="4379913"/>
          <p14:tracePt t="245279" x="1827213" y="4354513"/>
          <p14:tracePt t="245289" x="1839913" y="4330700"/>
          <p14:tracePt t="245295" x="1878013" y="4305300"/>
          <p14:tracePt t="245305" x="1903413" y="4279900"/>
          <p14:tracePt t="245327" x="1914525" y="4267200"/>
          <p14:tracePt t="245337" x="1939925" y="4254500"/>
          <p14:tracePt t="245343" x="1952625" y="4254500"/>
          <p14:tracePt t="245351" x="1978025" y="4254500"/>
          <p14:tracePt t="245359" x="2003425" y="4230688"/>
          <p14:tracePt t="245367" x="2027238" y="4230688"/>
          <p14:tracePt t="245375" x="2039938" y="4230688"/>
          <p14:tracePt t="245383" x="2065338" y="4217988"/>
          <p14:tracePt t="245391" x="2103438" y="4205288"/>
          <p14:tracePt t="245399" x="2139950" y="4205288"/>
          <p14:tracePt t="245407" x="2216150" y="4179888"/>
          <p14:tracePt t="245415" x="2265363" y="4179888"/>
          <p14:tracePt t="245423" x="2403475" y="4154488"/>
          <p14:tracePt t="245431" x="2490788" y="4154488"/>
          <p14:tracePt t="245439" x="2590800" y="4141788"/>
          <p14:tracePt t="245447" x="2678113" y="4129088"/>
          <p14:tracePt t="245456" x="2690813" y="4117975"/>
          <p14:tracePt t="245463" x="2767013" y="4105275"/>
          <p14:tracePt t="245472" x="2841625" y="4092575"/>
          <p14:tracePt t="245479" x="2916238" y="4067175"/>
          <p14:tracePt t="245488" x="2941638" y="4054475"/>
          <p14:tracePt t="245495" x="2992438" y="4041775"/>
          <p14:tracePt t="245504" x="3041650" y="4041775"/>
          <p14:tracePt t="245511" x="3116263" y="4041775"/>
          <p14:tracePt t="245520" x="3179763" y="4041775"/>
          <p14:tracePt t="245527" x="3267075" y="4041775"/>
          <p14:tracePt t="245536" x="3328988" y="4041775"/>
          <p14:tracePt t="245543" x="3379788" y="4041775"/>
          <p14:tracePt t="245552" x="3429000" y="4041775"/>
          <p14:tracePt t="245559" x="3492500" y="4041775"/>
          <p14:tracePt t="245575" x="3530600" y="4054475"/>
          <p14:tracePt t="245583" x="3554413" y="4067175"/>
          <p14:tracePt t="245591" x="3579813" y="4079875"/>
          <p14:tracePt t="245599" x="3617913" y="4092575"/>
          <p14:tracePt t="245607" x="3643313" y="4105275"/>
          <p14:tracePt t="245615" x="3667125" y="4117975"/>
          <p14:tracePt t="245623" x="3679825" y="4141788"/>
          <p14:tracePt t="245631" x="3692525" y="4167188"/>
          <p14:tracePt t="245639" x="3730625" y="4205288"/>
          <p14:tracePt t="245647" x="3756025" y="4241800"/>
          <p14:tracePt t="245656" x="3779838" y="4254500"/>
          <p14:tracePt t="245663" x="3830638" y="4305300"/>
          <p14:tracePt t="245672" x="3879850" y="4379913"/>
          <p14:tracePt t="245679" x="3892550" y="4405313"/>
          <p14:tracePt t="245688" x="3943350" y="4443413"/>
          <p14:tracePt t="245695" x="3956050" y="4467225"/>
          <p14:tracePt t="245705" x="3992563" y="4505325"/>
          <p14:tracePt t="245711" x="3992563" y="4530725"/>
          <p14:tracePt t="245720" x="4005263" y="4554538"/>
          <p14:tracePt t="245727" x="4030663" y="4605338"/>
          <p14:tracePt t="245737" x="4030663" y="4618038"/>
          <p14:tracePt t="245743" x="4030663" y="4643438"/>
          <p14:tracePt t="245754" x="4030663" y="4656138"/>
          <p14:tracePt t="245759" x="4043363" y="4679950"/>
          <p14:tracePt t="245775" x="4043363" y="4692650"/>
          <p14:tracePt t="245783" x="4056063" y="4718050"/>
          <p14:tracePt t="245791" x="4056063" y="4730750"/>
          <p14:tracePt t="245799" x="4056063" y="4756150"/>
          <p14:tracePt t="245807" x="4056063" y="4779963"/>
          <p14:tracePt t="245815" x="4056063" y="4805363"/>
          <p14:tracePt t="245823" x="4056063" y="4843463"/>
          <p14:tracePt t="245831" x="4056063" y="4879975"/>
          <p14:tracePt t="245839" x="4056063" y="4905375"/>
          <p14:tracePt t="245847" x="4056063" y="4918075"/>
          <p14:tracePt t="245856" x="4030663" y="4956175"/>
          <p14:tracePt t="245863" x="4017963" y="4981575"/>
          <p14:tracePt t="245871" x="3968750" y="5018088"/>
          <p14:tracePt t="245879" x="3943350" y="5043488"/>
          <p14:tracePt t="245888" x="3892550" y="5068888"/>
          <p14:tracePt t="245895" x="3830638" y="5105400"/>
          <p14:tracePt t="245904" x="3743325" y="5118100"/>
          <p14:tracePt t="245911" x="3643313" y="5143500"/>
          <p14:tracePt t="245920" x="3617913" y="5143500"/>
          <p14:tracePt t="245927" x="3505200" y="5143500"/>
          <p14:tracePt t="245936" x="3328988" y="5143500"/>
          <p14:tracePt t="245943" x="3179763" y="5143500"/>
          <p14:tracePt t="245954" x="3041650" y="5168900"/>
          <p14:tracePt t="245959" x="2903538" y="5168900"/>
          <p14:tracePt t="245967" x="2790825" y="5156200"/>
          <p14:tracePt t="245975" x="2703513" y="5143500"/>
          <p14:tracePt t="245983" x="2628900" y="5092700"/>
          <p14:tracePt t="245991" x="2554288" y="5043488"/>
          <p14:tracePt t="245999" x="2478088" y="4992688"/>
          <p14:tracePt t="246007" x="2403475" y="4956175"/>
          <p14:tracePt t="246015" x="2378075" y="4930775"/>
          <p14:tracePt t="246023" x="2328863" y="4879975"/>
          <p14:tracePt t="246031" x="2316163" y="4856163"/>
          <p14:tracePt t="246039" x="2278063" y="4830763"/>
          <p14:tracePt t="246047" x="2278063" y="4792663"/>
          <p14:tracePt t="246055" x="2278063" y="4768850"/>
          <p14:tracePt t="246063" x="2278063" y="4718050"/>
          <p14:tracePt t="246071" x="2278063" y="4692650"/>
          <p14:tracePt t="246079" x="2278063" y="4643438"/>
          <p14:tracePt t="246088" x="2278063" y="4605338"/>
          <p14:tracePt t="246095" x="2278063" y="4579938"/>
          <p14:tracePt t="246105" x="2278063" y="4530725"/>
          <p14:tracePt t="246111" x="2278063" y="4479925"/>
          <p14:tracePt t="246120" x="2290763" y="4418013"/>
          <p14:tracePt t="246127" x="2316163" y="4330700"/>
          <p14:tracePt t="246136" x="2352675" y="4267200"/>
          <p14:tracePt t="246143" x="2378075" y="4217988"/>
          <p14:tracePt t="246154" x="2416175" y="4154488"/>
          <p14:tracePt t="246159" x="2428875" y="4129088"/>
          <p14:tracePt t="246169" x="2465388" y="4079875"/>
          <p14:tracePt t="246175" x="2465388" y="4054475"/>
          <p14:tracePt t="246183" x="2490788" y="4029075"/>
          <p14:tracePt t="246191" x="2503488" y="4005263"/>
          <p14:tracePt t="246199" x="2516188" y="3979863"/>
          <p14:tracePt t="246207" x="2528888" y="3979863"/>
          <p14:tracePt t="246215" x="2541588" y="3967163"/>
          <p14:tracePt t="246223" x="2541588" y="3954463"/>
          <p14:tracePt t="246231" x="2554288" y="3941763"/>
          <p14:tracePt t="246239" x="2565400" y="3941763"/>
          <p14:tracePt t="246271" x="2578100" y="3929063"/>
          <p14:tracePt t="246287" x="2578100" y="3916363"/>
          <p14:tracePt t="246304" x="2590800" y="3905250"/>
          <p14:tracePt t="246311" x="2603500" y="3905250"/>
          <p14:tracePt t="246321" x="2628900" y="3905250"/>
          <p14:tracePt t="246337" x="2641600" y="3892550"/>
          <p14:tracePt t="246359" x="2654300" y="3879850"/>
          <p14:tracePt t="246375" x="2667000" y="3879850"/>
          <p14:tracePt t="246431" x="2678113" y="3879850"/>
          <p14:tracePt t="246471" x="2690813" y="3867150"/>
          <p14:tracePt t="246807" x="2703513" y="3879850"/>
          <p14:tracePt t="246823" x="2716213" y="3879850"/>
          <p14:tracePt t="246831" x="2716213" y="3892550"/>
          <p14:tracePt t="246839" x="2728913" y="3892550"/>
          <p14:tracePt t="246847" x="2741613" y="3905250"/>
          <p14:tracePt t="246919" x="2754313" y="3916363"/>
          <p14:tracePt t="246952" x="2778125" y="3954463"/>
          <p14:tracePt t="246960" x="2803525" y="3992563"/>
          <p14:tracePt t="246968" x="2803525" y="4005263"/>
          <p14:tracePt t="246975" x="2828925" y="4029075"/>
          <p14:tracePt t="246986" x="2854325" y="4041775"/>
          <p14:tracePt t="246991" x="2879725" y="4067175"/>
          <p14:tracePt t="246999" x="2890838" y="4079875"/>
          <p14:tracePt t="247007" x="2890838" y="4092575"/>
          <p14:tracePt t="247015" x="2890838" y="4105275"/>
          <p14:tracePt t="247023" x="2916238" y="4117975"/>
          <p14:tracePt t="247031" x="2916238" y="4141788"/>
          <p14:tracePt t="247039" x="2928938" y="4154488"/>
          <p14:tracePt t="247047" x="2941638" y="4154488"/>
          <p14:tracePt t="247055" x="2941638" y="4179888"/>
          <p14:tracePt t="247063" x="2967038" y="4205288"/>
          <p14:tracePt t="247071" x="2967038" y="4230688"/>
          <p14:tracePt t="247079" x="2979738" y="4254500"/>
          <p14:tracePt t="247087" x="3016250" y="4305300"/>
          <p14:tracePt t="247095" x="3041650" y="4354513"/>
          <p14:tracePt t="247107" x="3079750" y="4418013"/>
          <p14:tracePt t="247111" x="3092450" y="4505325"/>
          <p14:tracePt t="247120" x="3141663" y="4579938"/>
          <p14:tracePt t="247127" x="3216275" y="4705350"/>
          <p14:tracePt t="247137" x="3279775" y="4805363"/>
          <p14:tracePt t="247143" x="3341688" y="4918075"/>
          <p14:tracePt t="247153" x="3367088" y="5005388"/>
          <p14:tracePt t="247159" x="3417888" y="5092700"/>
          <p14:tracePt t="247167" x="3441700" y="5168900"/>
          <p14:tracePt t="247175" x="3467100" y="5194300"/>
          <p14:tracePt t="247186" x="3479800" y="5205413"/>
          <p14:tracePt t="247191" x="3492500" y="5256213"/>
          <p14:tracePt t="247207" x="3505200" y="5268913"/>
          <p14:tracePt t="247215" x="3517900" y="5294313"/>
          <p14:tracePt t="247231" x="3517900" y="5305425"/>
          <p14:tracePt t="247239" x="3517900" y="5318125"/>
          <p14:tracePt t="247247" x="3530600" y="5343525"/>
          <p14:tracePt t="247263" x="3541713" y="5356225"/>
          <p14:tracePt t="247279" x="3554413" y="5368925"/>
          <p14:tracePt t="247295" x="3554413" y="5381625"/>
          <p14:tracePt t="247311" x="3579813" y="5407025"/>
          <p14:tracePt t="247320" x="3579813" y="5418138"/>
          <p14:tracePt t="247327" x="3592513" y="5430838"/>
          <p14:tracePt t="247337" x="3617913" y="5456238"/>
          <p14:tracePt t="247343" x="3630613" y="5481638"/>
          <p14:tracePt t="247352" x="3643313" y="5494338"/>
          <p14:tracePt t="247359" x="3643313" y="5518150"/>
          <p14:tracePt t="247368" x="3667125" y="5556250"/>
          <p14:tracePt t="247375" x="3679825" y="5556250"/>
          <p14:tracePt t="247383" x="3679825" y="5581650"/>
          <p14:tracePt t="247399" x="3692525" y="5594350"/>
          <p14:tracePt t="247415" x="3692525" y="5607050"/>
          <p14:tracePt t="247423" x="3692525" y="5619750"/>
          <p14:tracePt t="247447" x="3692525" y="5630863"/>
          <p14:tracePt t="247463" x="3692525" y="5656263"/>
          <p14:tracePt t="247479" x="3692525" y="5668963"/>
          <p14:tracePt t="247495" x="3692525" y="5694363"/>
          <p14:tracePt t="247519" x="3692525" y="5707063"/>
          <p14:tracePt t="247759" x="3692525" y="5732463"/>
          <p14:tracePt t="247784" x="3692525" y="5743575"/>
          <p14:tracePt t="247791" x="3692525" y="5781675"/>
          <p14:tracePt t="247807" x="3692525" y="5794375"/>
          <p14:tracePt t="247815" x="3679825" y="5832475"/>
          <p14:tracePt t="247823" x="3667125" y="5832475"/>
          <p14:tracePt t="247831" x="3654425" y="5843588"/>
          <p14:tracePt t="247839" x="3643313" y="5843588"/>
          <p14:tracePt t="247847" x="3630613" y="5843588"/>
          <p14:tracePt t="247855" x="3617913" y="5856288"/>
          <p14:tracePt t="247863" x="3592513" y="5856288"/>
          <p14:tracePt t="247879" x="3579813" y="5856288"/>
          <p14:tracePt t="247887" x="3554413" y="5856288"/>
          <p14:tracePt t="247903" x="3541713" y="5856288"/>
          <p14:tracePt t="247911" x="3530600" y="5856288"/>
          <p14:tracePt t="247919" x="3517900" y="5856288"/>
          <p14:tracePt t="247992" x="3505200" y="5856288"/>
          <p14:tracePt t="248008" x="3479800" y="5856288"/>
          <p14:tracePt t="248023" x="3479800" y="5832475"/>
          <p14:tracePt t="248031" x="3467100" y="5807075"/>
          <p14:tracePt t="248039" x="3454400" y="5794375"/>
          <p14:tracePt t="248047" x="3441700" y="5768975"/>
          <p14:tracePt t="248055" x="3429000" y="5756275"/>
          <p14:tracePt t="248063" x="3417888" y="5743575"/>
          <p14:tracePt t="248071" x="3392488" y="5719763"/>
          <p14:tracePt t="248079" x="3317875" y="5681663"/>
          <p14:tracePt t="248087" x="3267075" y="5668963"/>
          <p14:tracePt t="248095" x="3205163" y="5630863"/>
          <p14:tracePt t="248103" x="3167063" y="5607050"/>
          <p14:tracePt t="248111" x="3103563" y="5581650"/>
          <p14:tracePt t="248119" x="3054350" y="5543550"/>
          <p14:tracePt t="248127" x="3016250" y="5494338"/>
          <p14:tracePt t="248135" x="2967038" y="5468938"/>
          <p14:tracePt t="248143" x="2928938" y="5418138"/>
          <p14:tracePt t="248152" x="2890838" y="5381625"/>
          <p14:tracePt t="248159" x="2867025" y="5330825"/>
          <p14:tracePt t="248168" x="2867025" y="5281613"/>
          <p14:tracePt t="248175" x="2867025" y="5230813"/>
          <p14:tracePt t="248184" x="2841625" y="5143500"/>
          <p14:tracePt t="248191" x="2841625" y="5105400"/>
          <p14:tracePt t="248201" x="2841625" y="5068888"/>
          <p14:tracePt t="248207" x="2841625" y="5043488"/>
          <p14:tracePt t="248217" x="2841625" y="5005388"/>
          <p14:tracePt t="248223" x="2841625" y="4981575"/>
          <p14:tracePt t="248231" x="2841625" y="4956175"/>
          <p14:tracePt t="248239" x="2854325" y="4943475"/>
          <p14:tracePt t="248247" x="2867025" y="4930775"/>
          <p14:tracePt t="248255" x="2879725" y="4930775"/>
          <p14:tracePt t="248263" x="2903538" y="4905375"/>
          <p14:tracePt t="248271" x="2928938" y="4892675"/>
          <p14:tracePt t="248279" x="2979738" y="4868863"/>
          <p14:tracePt t="248287" x="3003550" y="4843463"/>
          <p14:tracePt t="248295" x="3041650" y="4805363"/>
          <p14:tracePt t="248303" x="3054350" y="4792663"/>
          <p14:tracePt t="248311" x="3092450" y="4779963"/>
          <p14:tracePt t="248319" x="3128963" y="4756150"/>
          <p14:tracePt t="248327" x="3179763" y="4705350"/>
          <p14:tracePt t="248335" x="3228975" y="4679950"/>
          <p14:tracePt t="248343" x="3267075" y="4667250"/>
          <p14:tracePt t="248352" x="3279775" y="4643438"/>
          <p14:tracePt t="248359" x="3317875" y="4643438"/>
          <p14:tracePt t="248368" x="3328988" y="4643438"/>
          <p14:tracePt t="248375" x="3367088" y="4643438"/>
          <p14:tracePt t="248385" x="3392488" y="4643438"/>
          <p14:tracePt t="248391" x="3417888" y="4643438"/>
          <p14:tracePt t="248402" x="3454400" y="4643438"/>
          <p14:tracePt t="248407" x="3505200" y="4679950"/>
          <p14:tracePt t="248417" x="3554413" y="4743450"/>
          <p14:tracePt t="248423" x="3579813" y="4768850"/>
          <p14:tracePt t="248431" x="3617913" y="4818063"/>
          <p14:tracePt t="248439" x="3617913" y="4856163"/>
          <p14:tracePt t="248447" x="3630613" y="4918075"/>
          <p14:tracePt t="248455" x="3630613" y="4956175"/>
          <p14:tracePt t="248463" x="3630613" y="5005388"/>
          <p14:tracePt t="248471" x="3630613" y="5056188"/>
          <p14:tracePt t="248479" x="3592513" y="5118100"/>
          <p14:tracePt t="248487" x="3554413" y="5156200"/>
          <p14:tracePt t="248495" x="3517900" y="5181600"/>
          <p14:tracePt t="248503" x="3379788" y="5243513"/>
          <p14:tracePt t="248511" x="3279775" y="5256213"/>
          <p14:tracePt t="248519" x="3079750" y="5256213"/>
          <p14:tracePt t="248527" x="2941638" y="5256213"/>
          <p14:tracePt t="248536" x="2803525" y="5256213"/>
          <p14:tracePt t="249095" x="2803525" y="5205413"/>
          <p14:tracePt t="249263" x="2867025" y="5205413"/>
          <p14:tracePt t="249271" x="2879725" y="5218113"/>
          <p14:tracePt t="249279" x="2903538" y="5243513"/>
          <p14:tracePt t="249287" x="2903538" y="5281613"/>
          <p14:tracePt t="249295" x="2903538" y="5330825"/>
          <p14:tracePt t="249311" x="2841625" y="5305425"/>
          <p14:tracePt t="249319" x="2754313" y="5268913"/>
          <p14:tracePt t="249327" x="2690813" y="5218113"/>
          <p14:tracePt t="249335" x="2616200" y="5181600"/>
          <p14:tracePt t="249343" x="2528888" y="5118100"/>
          <p14:tracePt t="249352" x="2441575" y="5092700"/>
          <p14:tracePt t="249359" x="2252663" y="5056188"/>
          <p14:tracePt t="249368" x="2078038" y="5043488"/>
          <p14:tracePt t="249375" x="1914525" y="5030788"/>
          <p14:tracePt t="249384" x="1739900" y="5030788"/>
          <p14:tracePt t="249391" x="1565275" y="5030788"/>
          <p14:tracePt t="249401" x="1389063" y="5030788"/>
          <p14:tracePt t="249407" x="1227138" y="5030788"/>
          <p14:tracePt t="249416" x="1189038" y="5018088"/>
          <p14:tracePt t="249423" x="1089025" y="5018088"/>
          <p14:tracePt t="249433" x="1050925" y="5018088"/>
          <p14:tracePt t="249439" x="950913" y="5018088"/>
          <p14:tracePt t="249448" x="901700" y="5018088"/>
          <p14:tracePt t="249455" x="863600" y="5018088"/>
          <p14:tracePt t="249463" x="850900" y="5018088"/>
          <p14:tracePt t="249471" x="838200" y="5030788"/>
          <p14:tracePt t="249479" x="814388" y="5056188"/>
          <p14:tracePt t="249487" x="814388" y="5081588"/>
          <p14:tracePt t="249495" x="814388" y="5118100"/>
          <p14:tracePt t="249503" x="814388" y="5156200"/>
          <p14:tracePt t="249511" x="825500" y="5230813"/>
          <p14:tracePt t="249519" x="889000" y="5294313"/>
          <p14:tracePt t="249527" x="976313" y="5381625"/>
          <p14:tracePt t="249535" x="1101725" y="5456238"/>
          <p14:tracePt t="249543" x="1227138" y="5556250"/>
          <p14:tracePt t="249551" x="1289050" y="5630863"/>
          <p14:tracePt t="249559" x="1476375" y="5743575"/>
          <p14:tracePt t="249567" x="1752600" y="5832475"/>
          <p14:tracePt t="249575" x="1990725" y="5907088"/>
          <p14:tracePt t="249584" x="2265363" y="5969000"/>
          <p14:tracePt t="249591" x="2554288" y="6007100"/>
          <p14:tracePt t="249601" x="2979738" y="6056313"/>
          <p14:tracePt t="249607" x="3317875" y="6056313"/>
          <p14:tracePt t="249617" x="3505200" y="6056313"/>
          <p14:tracePt t="249623" x="3779838" y="6056313"/>
          <p14:tracePt t="249633" x="4030663" y="6032500"/>
          <p14:tracePt t="249639" x="4381500" y="5907088"/>
          <p14:tracePt t="249649" x="4719638" y="5807075"/>
          <p14:tracePt t="249655" x="4932363" y="5668963"/>
          <p14:tracePt t="249663" x="5106988" y="5518150"/>
          <p14:tracePt t="249671" x="5319713" y="5381625"/>
          <p14:tracePt t="249679" x="5432425" y="5281613"/>
          <p14:tracePt t="249687" x="5545138" y="5130800"/>
          <p14:tracePt t="249695" x="5607050" y="4981575"/>
          <p14:tracePt t="249703" x="5619750" y="4843463"/>
          <p14:tracePt t="249711" x="5683250" y="4718050"/>
          <p14:tracePt t="249719" x="5695950" y="4579938"/>
          <p14:tracePt t="249727" x="5695950" y="4518025"/>
          <p14:tracePt t="249735" x="5695950" y="4479925"/>
          <p14:tracePt t="249768" x="5670550" y="4430713"/>
          <p14:tracePt t="249775" x="5595938" y="4341813"/>
          <p14:tracePt t="249784" x="5507038" y="4305300"/>
          <p14:tracePt t="249791" x="5419725" y="4267200"/>
          <p14:tracePt t="249800" x="5294313" y="4230688"/>
          <p14:tracePt t="249807" x="5219700" y="4179888"/>
          <p14:tracePt t="249817" x="5057775" y="4141788"/>
          <p14:tracePt t="249823" x="4856163" y="4079875"/>
          <p14:tracePt t="249832" x="4719638" y="4079875"/>
          <p14:tracePt t="249839" x="4568825" y="4054475"/>
          <p14:tracePt t="249849" x="4456113" y="4029075"/>
          <p14:tracePt t="249855" x="4318000" y="4017963"/>
          <p14:tracePt t="249863" x="4294188" y="4017963"/>
          <p14:tracePt t="249871" x="4243388" y="4017963"/>
          <p14:tracePt t="249879" x="4192588" y="4017963"/>
          <p14:tracePt t="249887" x="4156075" y="4017963"/>
          <p14:tracePt t="249895" x="4105275" y="4017963"/>
          <p14:tracePt t="249903" x="4056063" y="4017963"/>
          <p14:tracePt t="249911" x="4030663" y="4017963"/>
          <p14:tracePt t="249919" x="3979863" y="4029075"/>
          <p14:tracePt t="249927" x="3968750" y="4041775"/>
          <p14:tracePt t="249935" x="3968750" y="4067175"/>
          <p14:tracePt t="249943" x="3956050" y="4105275"/>
          <p14:tracePt t="249951" x="3956050" y="4154488"/>
          <p14:tracePt t="249959" x="3956050" y="4205288"/>
          <p14:tracePt t="249967" x="3956050" y="4305300"/>
          <p14:tracePt t="249975" x="3956050" y="4405313"/>
          <p14:tracePt t="249984" x="3956050" y="4543425"/>
          <p14:tracePt t="249991" x="3956050" y="4667250"/>
          <p14:tracePt t="250001" x="3956050" y="4805363"/>
          <p14:tracePt t="250007" x="3992563" y="4879975"/>
          <p14:tracePt t="250016" x="4056063" y="5005388"/>
          <p14:tracePt t="250023" x="4143375" y="5092700"/>
          <p14:tracePt t="250033" x="4205288" y="5205413"/>
          <p14:tracePt t="250039" x="4268788" y="5281613"/>
          <p14:tracePt t="250050" x="4394200" y="5343525"/>
          <p14:tracePt t="250055" x="4468813" y="5430838"/>
          <p14:tracePt t="250066" x="4530725" y="5456238"/>
          <p14:tracePt t="250071" x="4656138" y="5507038"/>
          <p14:tracePt t="250079" x="4768850" y="5507038"/>
          <p14:tracePt t="250087" x="4919663" y="5507038"/>
          <p14:tracePt t="250095" x="5045075" y="5507038"/>
          <p14:tracePt t="250103" x="5132388" y="5507038"/>
          <p14:tracePt t="250111" x="5181600" y="5494338"/>
          <p14:tracePt t="250119" x="5232400" y="5456238"/>
          <p14:tracePt t="250127" x="5307013" y="5394325"/>
          <p14:tracePt t="250135" x="5357813" y="5343525"/>
          <p14:tracePt t="250143" x="5370513" y="5305425"/>
          <p14:tracePt t="250151" x="5394325" y="5243513"/>
          <p14:tracePt t="250159" x="5394325" y="5181600"/>
          <p14:tracePt t="250167" x="5394325" y="5118100"/>
          <p14:tracePt t="250175" x="5394325" y="5030788"/>
          <p14:tracePt t="250184" x="5394325" y="4992688"/>
          <p14:tracePt t="250191" x="5394325" y="4930775"/>
          <p14:tracePt t="250200" x="5345113" y="4843463"/>
          <p14:tracePt t="250207" x="5307013" y="4779963"/>
          <p14:tracePt t="250216" x="5245100" y="4705350"/>
          <p14:tracePt t="250223" x="5194300" y="4667250"/>
          <p14:tracePt t="250233" x="5145088" y="4630738"/>
          <p14:tracePt t="250239" x="5068888" y="4579938"/>
          <p14:tracePt t="250248" x="5019675" y="4543425"/>
          <p14:tracePt t="250255" x="4981575" y="4467225"/>
          <p14:tracePt t="250265" x="4945063" y="4454525"/>
          <p14:tracePt t="250271" x="4881563" y="4430713"/>
          <p14:tracePt t="250279" x="4856163" y="4430713"/>
          <p14:tracePt t="250287" x="4819650" y="4418013"/>
          <p14:tracePt t="250303" x="4794250" y="4418013"/>
          <p14:tracePt t="250335" x="4781550" y="4418013"/>
          <p14:tracePt t="250343" x="4781550" y="4467225"/>
          <p14:tracePt t="250351" x="4781550" y="4518025"/>
          <p14:tracePt t="250359" x="4781550" y="4579938"/>
          <p14:tracePt t="250367" x="4781550" y="4656138"/>
          <p14:tracePt t="250375" x="4781550" y="4730750"/>
          <p14:tracePt t="250383" x="4781550" y="4805363"/>
          <p14:tracePt t="250391" x="4819650" y="4879975"/>
          <p14:tracePt t="250400" x="4881563" y="4956175"/>
          <p14:tracePt t="250407" x="4906963" y="4981575"/>
          <p14:tracePt t="250418" x="4981575" y="5005388"/>
          <p14:tracePt t="250423" x="5057775" y="5043488"/>
          <p14:tracePt t="250432" x="5106988" y="5056188"/>
          <p14:tracePt t="250439" x="5181600" y="5068888"/>
          <p14:tracePt t="250448" x="5245100" y="5081588"/>
          <p14:tracePt t="250455" x="5294313" y="5081588"/>
          <p14:tracePt t="250465" x="5307013" y="5081588"/>
          <p14:tracePt t="250471" x="5332413" y="5081588"/>
          <p14:tracePt t="250479" x="5357813" y="5081588"/>
          <p14:tracePt t="250487" x="5383213" y="5081588"/>
          <p14:tracePt t="250495" x="5407025" y="5081588"/>
          <p14:tracePt t="250503" x="5432425" y="5081588"/>
          <p14:tracePt t="250511" x="5445125" y="5068888"/>
          <p14:tracePt t="250519" x="5457825" y="5056188"/>
          <p14:tracePt t="250527" x="5495925" y="5043488"/>
          <p14:tracePt t="250535" x="5495925" y="5018088"/>
          <p14:tracePt t="250543" x="5519738" y="5005388"/>
          <p14:tracePt t="250551" x="5532438" y="5005388"/>
          <p14:tracePt t="250559" x="5545138" y="4992688"/>
          <p14:tracePt t="250575" x="5557838" y="4981575"/>
          <p14:tracePt t="250607" x="5557838" y="4968875"/>
          <p14:tracePt t="250647" x="5570538" y="4968875"/>
          <p14:tracePt t="250655" x="5583238" y="4956175"/>
          <p14:tracePt t="250671" x="5595938" y="4956175"/>
          <p14:tracePt t="250680" x="5595938" y="4943475"/>
          <p14:tracePt t="250687" x="5619750" y="4930775"/>
          <p14:tracePt t="250711" x="5632450" y="4930775"/>
          <p14:tracePt t="250719" x="5645150" y="4918075"/>
          <p14:tracePt t="250727" x="5645150" y="4892675"/>
          <p14:tracePt t="250735" x="5670550" y="4879975"/>
          <p14:tracePt t="250743" x="5683250" y="4879975"/>
          <p14:tracePt t="250751" x="5708650" y="4856163"/>
          <p14:tracePt t="250759" x="5732463" y="4856163"/>
          <p14:tracePt t="250767" x="5770563" y="4856163"/>
          <p14:tracePt t="250775" x="5821363" y="4843463"/>
          <p14:tracePt t="250783" x="5870575" y="4830763"/>
          <p14:tracePt t="250791" x="5895975" y="4792663"/>
          <p14:tracePt t="250799" x="5908675" y="4779963"/>
          <p14:tracePt t="250807" x="5957888" y="4743450"/>
          <p14:tracePt t="250817" x="5970588" y="4743450"/>
          <p14:tracePt t="250823" x="5970588" y="4730750"/>
          <p14:tracePt t="250832" x="5995988" y="4705350"/>
          <p14:tracePt t="250839" x="6008688" y="4705350"/>
          <p14:tracePt t="250849" x="6021388" y="4692650"/>
          <p14:tracePt t="250855" x="6021388" y="4679950"/>
          <p14:tracePt t="250864" x="6034088" y="4667250"/>
          <p14:tracePt t="250881" x="6045200" y="4630738"/>
          <p14:tracePt t="250887" x="6057900" y="4618038"/>
          <p14:tracePt t="250895" x="6057900" y="4605338"/>
          <p14:tracePt t="250903" x="6057900" y="4592638"/>
          <p14:tracePt t="250911" x="6057900" y="4567238"/>
          <p14:tracePt t="250919" x="6057900" y="4543425"/>
          <p14:tracePt t="250935" x="6070600" y="4518025"/>
          <p14:tracePt t="250951" x="6070600" y="4505325"/>
          <p14:tracePt t="250967" x="6096000" y="4479925"/>
          <p14:tracePt t="251016" x="6096000" y="4467225"/>
          <p14:tracePt t="251032" x="6096000" y="4454525"/>
          <p14:tracePt t="251052" x="6096000" y="4443413"/>
          <p14:tracePt t="251056" x="6108700" y="4430713"/>
          <p14:tracePt t="251087" x="6108700" y="4418013"/>
          <p14:tracePt t="251351" x="6134100" y="4467225"/>
          <p14:tracePt t="251359" x="6157913" y="4530725"/>
          <p14:tracePt t="251367" x="6170613" y="4579938"/>
          <p14:tracePt t="251375" x="6170613" y="4656138"/>
          <p14:tracePt t="251383" x="6170613" y="4730750"/>
          <p14:tracePt t="251391" x="6170613" y="4830763"/>
          <p14:tracePt t="251399" x="6170613" y="4868863"/>
          <p14:tracePt t="251407" x="6157913" y="4956175"/>
          <p14:tracePt t="251416" x="6108700" y="5030788"/>
          <p14:tracePt t="251423" x="6108700" y="5056188"/>
          <p14:tracePt t="251432" x="6034088" y="5105400"/>
          <p14:tracePt t="251439" x="5945188" y="5130800"/>
          <p14:tracePt t="251449" x="5845175" y="5168900"/>
          <p14:tracePt t="251455" x="5821363" y="5181600"/>
          <p14:tracePt t="251463" x="5745163" y="5194300"/>
          <p14:tracePt t="251471" x="5670550" y="5194300"/>
          <p14:tracePt t="251480" x="5583238" y="5194300"/>
          <p14:tracePt t="251487" x="5470525" y="5194300"/>
          <p14:tracePt t="251497" x="5370513" y="5194300"/>
          <p14:tracePt t="251503" x="5294313" y="5194300"/>
          <p14:tracePt t="251511" x="5219700" y="5168900"/>
          <p14:tracePt t="251519" x="5106988" y="5118100"/>
          <p14:tracePt t="251527" x="5032375" y="5068888"/>
          <p14:tracePt t="251535" x="4981575" y="5018088"/>
          <p14:tracePt t="251543" x="4932363" y="4981575"/>
          <p14:tracePt t="251551" x="4856163" y="4905375"/>
          <p14:tracePt t="251559" x="4832350" y="4892675"/>
          <p14:tracePt t="251567" x="4806950" y="4868863"/>
          <p14:tracePt t="251575" x="4794250" y="4830763"/>
          <p14:tracePt t="251583" x="4781550" y="4818063"/>
          <p14:tracePt t="251591" x="4768850" y="4792663"/>
          <p14:tracePt t="251599" x="4756150" y="4756150"/>
          <p14:tracePt t="251607" x="4756150" y="4730750"/>
          <p14:tracePt t="251615" x="4743450" y="4692650"/>
          <p14:tracePt t="251623" x="4743450" y="4630738"/>
          <p14:tracePt t="251632" x="4743450" y="4567238"/>
          <p14:tracePt t="251639" x="4743450" y="4518025"/>
          <p14:tracePt t="251649" x="4743450" y="4443413"/>
          <p14:tracePt t="251655" x="4743450" y="4392613"/>
          <p14:tracePt t="251665" x="4768850" y="4292600"/>
          <p14:tracePt t="251671" x="4768850" y="4254500"/>
          <p14:tracePt t="251681" x="4781550" y="4205288"/>
          <p14:tracePt t="251687" x="4843463" y="4105275"/>
          <p14:tracePt t="251695" x="4894263" y="4054475"/>
          <p14:tracePt t="251703" x="4945063" y="3992563"/>
          <p14:tracePt t="251711" x="4981575" y="3916363"/>
          <p14:tracePt t="251719" x="5032375" y="3854450"/>
          <p14:tracePt t="251727" x="5045075" y="3816350"/>
          <p14:tracePt t="251735" x="5132388" y="3741738"/>
          <p14:tracePt t="251743" x="5157788" y="3703638"/>
          <p14:tracePt t="251751" x="5194300" y="3667125"/>
          <p14:tracePt t="251759" x="5219700" y="3641725"/>
          <p14:tracePt t="251767" x="5281613" y="3590925"/>
          <p14:tracePt t="251775" x="5345113" y="3567113"/>
          <p14:tracePt t="251783" x="5383213" y="3541713"/>
          <p14:tracePt t="251791" x="5419725" y="3516313"/>
          <p14:tracePt t="251799" x="5470525" y="3479800"/>
          <p14:tracePt t="251807" x="5545138" y="3429000"/>
          <p14:tracePt t="251816" x="5583238" y="3429000"/>
          <p14:tracePt t="251823" x="5607050" y="3416300"/>
          <p14:tracePt t="251832" x="5619750" y="3416300"/>
          <p14:tracePt t="251839" x="5657850" y="3378200"/>
          <p14:tracePt t="251855" x="5708650" y="3378200"/>
          <p14:tracePt t="251865" x="5732463" y="3378200"/>
          <p14:tracePt t="251871" x="5770563" y="3367088"/>
          <p14:tracePt t="251880" x="5783263" y="3367088"/>
          <p14:tracePt t="251887" x="5821363" y="3367088"/>
          <p14:tracePt t="251898" x="5845175" y="3367088"/>
          <p14:tracePt t="251903" x="5895975" y="3367088"/>
          <p14:tracePt t="251911" x="5970588" y="3328988"/>
          <p14:tracePt t="251919" x="6008688" y="3328988"/>
          <p14:tracePt t="251927" x="6034088" y="3328988"/>
          <p14:tracePt t="251935" x="6070600" y="3328988"/>
          <p14:tracePt t="251943" x="6121400" y="3328988"/>
          <p14:tracePt t="251951" x="6157913" y="3328988"/>
          <p14:tracePt t="251959" x="6170613" y="3328988"/>
          <p14:tracePt t="251967" x="6221413" y="3328988"/>
          <p14:tracePt t="251975" x="6259513" y="3328988"/>
          <p14:tracePt t="251983" x="6296025" y="3328988"/>
          <p14:tracePt t="251999" x="6359525" y="3328988"/>
          <p14:tracePt t="252007" x="6434138" y="3328988"/>
          <p14:tracePt t="252015" x="6472238" y="3328988"/>
          <p14:tracePt t="252023" x="6534150" y="3328988"/>
          <p14:tracePt t="252031" x="6596063" y="3341688"/>
          <p14:tracePt t="252039" x="6684963" y="3341688"/>
          <p14:tracePt t="252048" x="6708775" y="3341688"/>
          <p14:tracePt t="252065" x="6734175" y="3341688"/>
          <p14:tracePt t="252071" x="6797675" y="3390900"/>
          <p14:tracePt t="252080" x="6834188" y="3429000"/>
          <p14:tracePt t="252087" x="6846888" y="3429000"/>
          <p14:tracePt t="252098" x="6910388" y="3454400"/>
          <p14:tracePt t="252103" x="6934200" y="3479800"/>
          <p14:tracePt t="252114" x="6946900" y="3490913"/>
          <p14:tracePt t="252119" x="6959600" y="3516313"/>
          <p14:tracePt t="252127" x="6985000" y="3516313"/>
          <p14:tracePt t="252135" x="7021513" y="3529013"/>
          <p14:tracePt t="252143" x="7072313" y="3554413"/>
          <p14:tracePt t="252151" x="7085013" y="3567113"/>
          <p14:tracePt t="252159" x="7110413" y="3579813"/>
          <p14:tracePt t="252167" x="7134225" y="3590925"/>
          <p14:tracePt t="252175" x="7172325" y="3616325"/>
          <p14:tracePt t="252183" x="7172325" y="3629025"/>
          <p14:tracePt t="252191" x="7197725" y="3654425"/>
          <p14:tracePt t="252199" x="7223125" y="3667125"/>
          <p14:tracePt t="252207" x="7272338" y="3716338"/>
          <p14:tracePt t="252215" x="7285038" y="3716338"/>
          <p14:tracePt t="252223" x="7323138" y="3754438"/>
          <p14:tracePt t="252232" x="7359650" y="3779838"/>
          <p14:tracePt t="252239" x="7372350" y="3803650"/>
          <p14:tracePt t="252248" x="7397750" y="3841750"/>
          <p14:tracePt t="252255" x="7423150" y="3867150"/>
          <p14:tracePt t="252265" x="7448550" y="3916363"/>
          <p14:tracePt t="252271" x="7459663" y="3954463"/>
          <p14:tracePt t="252280" x="7485063" y="4017963"/>
          <p14:tracePt t="252287" x="7497763" y="4029075"/>
          <p14:tracePt t="252298" x="7510463" y="4054475"/>
          <p14:tracePt t="252303" x="7535863" y="4117975"/>
          <p14:tracePt t="252312" x="7561263" y="4167188"/>
          <p14:tracePt t="252319" x="7572375" y="4205288"/>
          <p14:tracePt t="252327" x="7597775" y="4267200"/>
          <p14:tracePt t="252335" x="7610475" y="4279900"/>
          <p14:tracePt t="252343" x="7623175" y="4318000"/>
          <p14:tracePt t="252351" x="7623175" y="4354513"/>
          <p14:tracePt t="252359" x="7635875" y="4379913"/>
          <p14:tracePt t="252367" x="7635875" y="4418013"/>
          <p14:tracePt t="252375" x="7635875" y="4454525"/>
          <p14:tracePt t="252383" x="7635875" y="4467225"/>
          <p14:tracePt t="252391" x="7635875" y="4492625"/>
          <p14:tracePt t="252399" x="7635875" y="4505325"/>
          <p14:tracePt t="252407" x="7635875" y="4543425"/>
          <p14:tracePt t="252415" x="7635875" y="4579938"/>
          <p14:tracePt t="252423" x="7635875" y="4605338"/>
          <p14:tracePt t="252431" x="7635875" y="4643438"/>
          <p14:tracePt t="252439" x="7635875" y="4679950"/>
          <p14:tracePt t="252448" x="7623175" y="4718050"/>
          <p14:tracePt t="252455" x="7572375" y="4768850"/>
          <p14:tracePt t="252464" x="7497763" y="4830763"/>
          <p14:tracePt t="252471" x="7459663" y="4856163"/>
          <p14:tracePt t="252481" x="7448550" y="4879975"/>
          <p14:tracePt t="252487" x="7435850" y="4892675"/>
          <p14:tracePt t="253008" x="7435850" y="4905375"/>
          <p14:tracePt t="253017" x="7423150" y="4879975"/>
          <p14:tracePt t="253024" x="7397750" y="4856163"/>
          <p14:tracePt t="253033" x="7397750" y="4843463"/>
          <p14:tracePt t="253040" x="7385050" y="4805363"/>
          <p14:tracePt t="253049" x="7372350" y="4805363"/>
          <p14:tracePt t="253063" x="7348538" y="4805363"/>
          <p14:tracePt t="253263" x="7348538" y="4830763"/>
          <p14:tracePt t="253271" x="7335838" y="4830763"/>
          <p14:tracePt t="253335" x="7335838" y="4818063"/>
          <p14:tracePt t="253375" x="7323138" y="4818063"/>
          <p14:tracePt t="253383" x="7323138" y="4805363"/>
          <p14:tracePt t="253423" x="7310438" y="4805363"/>
          <p14:tracePt t="253439" x="7297738" y="4805363"/>
          <p14:tracePt t="253463" x="7285038" y="4805363"/>
          <p14:tracePt t="253471" x="7272338" y="4805363"/>
          <p14:tracePt t="253480" x="7246938" y="4805363"/>
          <p14:tracePt t="253496" x="7235825" y="4779963"/>
          <p14:tracePt t="253503" x="7197725" y="4779963"/>
          <p14:tracePt t="253513" x="7159625" y="4779963"/>
          <p14:tracePt t="253519" x="7097713" y="4792663"/>
          <p14:tracePt t="253528" x="7059613" y="4830763"/>
          <p14:tracePt t="253535" x="6997700" y="4843463"/>
          <p14:tracePt t="253545" x="6959600" y="4879975"/>
          <p14:tracePt t="253551" x="6934200" y="4905375"/>
          <p14:tracePt t="253559" x="6921500" y="4905375"/>
          <p14:tracePt t="253567" x="6884988" y="4968875"/>
          <p14:tracePt t="253575" x="6808788" y="5056188"/>
          <p14:tracePt t="253583" x="6721475" y="5118100"/>
          <p14:tracePt t="253591" x="6672263" y="5156200"/>
          <p14:tracePt t="253599" x="6546850" y="5230813"/>
          <p14:tracePt t="253607" x="6472238" y="5330825"/>
          <p14:tracePt t="253615" x="6408738" y="5407025"/>
          <p14:tracePt t="253623" x="6408738" y="5430838"/>
          <p14:tracePt t="253631" x="6359525" y="5481638"/>
          <p14:tracePt t="253639" x="6346825" y="5530850"/>
          <p14:tracePt t="253647" x="6334125" y="5568950"/>
          <p14:tracePt t="253655" x="6321425" y="5594350"/>
          <p14:tracePt t="253664" x="6321425" y="5619750"/>
          <p14:tracePt t="253671" x="6321425" y="5630863"/>
          <p14:tracePt t="253687" x="6321425" y="5643563"/>
          <p14:tracePt t="253696" x="6321425" y="5656263"/>
          <p14:tracePt t="253703" x="6321425" y="5668963"/>
          <p14:tracePt t="253713" x="6296025" y="5681663"/>
          <p14:tracePt t="253719" x="6283325" y="5681663"/>
          <p14:tracePt t="253729" x="6270625" y="5681663"/>
          <p14:tracePt t="253751" x="6246813" y="5681663"/>
          <p14:tracePt t="253951" x="6234113" y="5681663"/>
          <p14:tracePt t="253959" x="6196013" y="5694363"/>
          <p14:tracePt t="253967" x="6134100" y="5756275"/>
          <p14:tracePt t="253975" x="6134100" y="5768975"/>
          <p14:tracePt t="253983" x="6121400" y="5732463"/>
          <p14:tracePt t="253991" x="6108700" y="5656263"/>
          <p14:tracePt t="253999" x="6070600" y="5607050"/>
          <p14:tracePt t="254007" x="6057900" y="5556250"/>
          <p14:tracePt t="254023" x="6057900" y="5543550"/>
          <p14:tracePt t="254031" x="6057900" y="5530850"/>
          <p14:tracePt t="254046" x="6034088" y="5518150"/>
          <p14:tracePt t="254047" x="6021388" y="5494338"/>
          <p14:tracePt t="254055" x="6021388" y="5481638"/>
          <p14:tracePt t="254071" x="6008688" y="5468938"/>
          <p14:tracePt t="254175" x="6096000" y="5518150"/>
          <p14:tracePt t="254183" x="6157913" y="5556250"/>
          <p14:tracePt t="254191" x="6296025" y="5581650"/>
          <p14:tracePt t="254199" x="6434138" y="5581650"/>
          <p14:tracePt t="254207" x="6534150" y="5581650"/>
          <p14:tracePt t="254215" x="6684963" y="5568950"/>
          <p14:tracePt t="254223" x="6808788" y="5481638"/>
          <p14:tracePt t="254231" x="6821488" y="5456238"/>
          <p14:tracePt t="254239" x="6934200" y="5381625"/>
          <p14:tracePt t="254247" x="7134225" y="5294313"/>
          <p14:tracePt t="254255" x="7272338" y="5194300"/>
          <p14:tracePt t="254263" x="7359650" y="5118100"/>
          <p14:tracePt t="254271" x="7359650" y="5105400"/>
          <p14:tracePt t="254279" x="7397750" y="5056188"/>
          <p14:tracePt t="254287" x="7423150" y="5043488"/>
          <p14:tracePt t="254296" x="7423150" y="5018088"/>
          <p14:tracePt t="254303" x="7435850" y="5005388"/>
          <p14:tracePt t="254312" x="7435850" y="4992688"/>
          <p14:tracePt t="254330" x="7435850" y="4981575"/>
          <p14:tracePt t="254335" x="7435850" y="4943475"/>
          <p14:tracePt t="254344" x="7435850" y="4905375"/>
          <p14:tracePt t="254351" x="7423150" y="4892675"/>
          <p14:tracePt t="254360" x="7397750" y="4856163"/>
          <p14:tracePt t="254367" x="7372350" y="4830763"/>
          <p14:tracePt t="254375" x="7348538" y="4779963"/>
          <p14:tracePt t="254383" x="7323138" y="4756150"/>
          <p14:tracePt t="254391" x="7285038" y="4705350"/>
          <p14:tracePt t="254399" x="7197725" y="4679950"/>
          <p14:tracePt t="254407" x="7097713" y="4667250"/>
          <p14:tracePt t="254415" x="6959600" y="4618038"/>
          <p14:tracePt t="254423" x="6859588" y="4618038"/>
          <p14:tracePt t="254431" x="6721475" y="4605338"/>
          <p14:tracePt t="254439" x="6659563" y="4605338"/>
          <p14:tracePt t="254447" x="6596063" y="4605338"/>
          <p14:tracePt t="254455" x="6572250" y="4605338"/>
          <p14:tracePt t="254463" x="6483350" y="4605338"/>
          <p14:tracePt t="254471" x="6383338" y="4605338"/>
          <p14:tracePt t="254479" x="6296025" y="4605338"/>
          <p14:tracePt t="254487" x="6208713" y="4630738"/>
          <p14:tracePt t="254495" x="6196013" y="4630738"/>
          <p14:tracePt t="254503" x="6157913" y="4643438"/>
          <p14:tracePt t="254512" x="6134100" y="4667250"/>
          <p14:tracePt t="254519" x="6070600" y="4705350"/>
          <p14:tracePt t="254530" x="5983288" y="4756150"/>
          <p14:tracePt t="254535" x="5921375" y="4792663"/>
          <p14:tracePt t="254545" x="5857875" y="4868863"/>
          <p14:tracePt t="254551" x="5821363" y="4905375"/>
          <p14:tracePt t="254561" x="5757863" y="4992688"/>
          <p14:tracePt t="254567" x="5719763" y="5056188"/>
          <p14:tracePt t="254577" x="5708650" y="5168900"/>
          <p14:tracePt t="254583" x="5708650" y="5243513"/>
          <p14:tracePt t="254591" x="5708650" y="5381625"/>
          <p14:tracePt t="254599" x="5708650" y="5530850"/>
          <p14:tracePt t="254607" x="5732463" y="5607050"/>
          <p14:tracePt t="254615" x="5821363" y="5743575"/>
          <p14:tracePt t="254623" x="5945188" y="5907088"/>
          <p14:tracePt t="254631" x="6045200" y="5994400"/>
          <p14:tracePt t="254639" x="6234113" y="6081713"/>
          <p14:tracePt t="254647" x="6584950" y="6207125"/>
          <p14:tracePt t="254655" x="6884988" y="6281738"/>
          <p14:tracePt t="254663" x="7134225" y="6294438"/>
          <p14:tracePt t="254671" x="7548563" y="6294438"/>
          <p14:tracePt t="254679" x="7923213" y="6145213"/>
          <p14:tracePt t="254687" x="8186738" y="6007100"/>
          <p14:tracePt t="254695" x="8661400" y="5681663"/>
          <p14:tracePt t="254703" x="8763000" y="5594350"/>
          <p14:tracePt t="254712" x="8824913" y="5468938"/>
          <p14:tracePt t="254719" x="8963025" y="5243513"/>
          <p14:tracePt t="254728" x="9050338" y="5018088"/>
          <p14:tracePt t="254735" x="9063038" y="4743450"/>
          <p14:tracePt t="254745" x="9063038" y="4505325"/>
          <p14:tracePt t="254751" x="9063038" y="4330700"/>
          <p14:tracePt t="254760" x="9012238" y="4179888"/>
          <p14:tracePt t="254767" x="8950325" y="4029075"/>
          <p14:tracePt t="254776" x="8837613" y="3916363"/>
          <p14:tracePt t="254783" x="8812213" y="3829050"/>
          <p14:tracePt t="254791" x="8686800" y="3729038"/>
          <p14:tracePt t="254799" x="8612188" y="3641725"/>
          <p14:tracePt t="254807" x="8512175" y="3554413"/>
          <p14:tracePt t="254815" x="8435975" y="3516313"/>
          <p14:tracePt t="254823" x="8399463" y="3503613"/>
          <p14:tracePt t="254831" x="8312150" y="3503613"/>
          <p14:tracePt t="254839" x="8086725" y="3503613"/>
          <p14:tracePt t="254847" x="7848600" y="3503613"/>
          <p14:tracePt t="254855" x="7535863" y="3503613"/>
          <p14:tracePt t="254863" x="7348538" y="3503613"/>
          <p14:tracePt t="254871" x="7123113" y="3503613"/>
          <p14:tracePt t="254879" x="6784975" y="3503613"/>
          <p14:tracePt t="254887" x="6521450" y="3554413"/>
          <p14:tracePt t="254895" x="6296025" y="3654425"/>
          <p14:tracePt t="254903" x="6096000" y="3703638"/>
          <p14:tracePt t="254912" x="6008688" y="3741738"/>
          <p14:tracePt t="254919" x="5945188" y="3841750"/>
          <p14:tracePt t="254929" x="5808663" y="3929063"/>
          <p14:tracePt t="254935" x="5757863" y="3992563"/>
          <p14:tracePt t="254945" x="5657850" y="4105275"/>
          <p14:tracePt t="254951" x="5619750" y="4192588"/>
          <p14:tracePt t="254961" x="5570538" y="4318000"/>
          <p14:tracePt t="254967" x="5570538" y="4430713"/>
          <p14:tracePt t="254977" x="5557838" y="4530725"/>
          <p14:tracePt t="254983" x="5557838" y="4656138"/>
          <p14:tracePt t="254991" x="5557838" y="4768850"/>
          <p14:tracePt t="254999" x="5557838" y="4868863"/>
          <p14:tracePt t="255007" x="5583238" y="4943475"/>
          <p14:tracePt t="255015" x="5632450" y="5030788"/>
          <p14:tracePt t="255023" x="5708650" y="5105400"/>
          <p14:tracePt t="255031" x="5783263" y="5168900"/>
          <p14:tracePt t="255039" x="5908675" y="5230813"/>
          <p14:tracePt t="255047" x="6034088" y="5281613"/>
          <p14:tracePt t="255055" x="6096000" y="5305425"/>
          <p14:tracePt t="255063" x="6196013" y="5343525"/>
          <p14:tracePt t="255071" x="6208713" y="5343525"/>
          <p14:tracePt t="255079" x="6259513" y="5343525"/>
          <p14:tracePt t="255087" x="6308725" y="5356225"/>
          <p14:tracePt t="255095" x="6383338" y="5356225"/>
          <p14:tracePt t="255103" x="6421438" y="5356225"/>
          <p14:tracePt t="255111" x="6459538" y="5330825"/>
          <p14:tracePt t="255119" x="6496050" y="5294313"/>
          <p14:tracePt t="255128" x="6534150" y="5256213"/>
          <p14:tracePt t="255135" x="6546850" y="5218113"/>
          <p14:tracePt t="255144" x="6584950" y="5143500"/>
          <p14:tracePt t="255151" x="6596063" y="5056188"/>
          <p14:tracePt t="255161" x="6608763" y="4956175"/>
          <p14:tracePt t="255167" x="6608763" y="4879975"/>
          <p14:tracePt t="255176" x="6608763" y="4818063"/>
          <p14:tracePt t="255183" x="6608763" y="4768850"/>
          <p14:tracePt t="255194" x="6608763" y="4643438"/>
          <p14:tracePt t="255199" x="6572250" y="4554538"/>
          <p14:tracePt t="255207" x="6546850" y="4518025"/>
          <p14:tracePt t="255215" x="6521450" y="4454525"/>
          <p14:tracePt t="255223" x="6472238" y="4418013"/>
          <p14:tracePt t="255231" x="6383338" y="4341813"/>
          <p14:tracePt t="255239" x="6321425" y="4305300"/>
          <p14:tracePt t="255247" x="6234113" y="4279900"/>
          <p14:tracePt t="255255" x="6083300" y="4241800"/>
          <p14:tracePt t="255263" x="5945188" y="4205288"/>
          <p14:tracePt t="255271" x="5857875" y="4179888"/>
          <p14:tracePt t="255279" x="5719763" y="4179888"/>
          <p14:tracePt t="255287" x="5595938" y="4129088"/>
          <p14:tracePt t="255295" x="5470525" y="4129088"/>
          <p14:tracePt t="255303" x="5294313" y="4141788"/>
          <p14:tracePt t="255312" x="5170488" y="4167188"/>
          <p14:tracePt t="255319" x="5132388" y="4179888"/>
          <p14:tracePt t="255328" x="5057775" y="4241800"/>
          <p14:tracePt t="255335" x="4932363" y="4305300"/>
          <p14:tracePt t="255344" x="4881563" y="4367213"/>
          <p14:tracePt t="255351" x="4768850" y="4479925"/>
          <p14:tracePt t="255361" x="4756150" y="4518025"/>
          <p14:tracePt t="255367" x="4756150" y="4567238"/>
          <p14:tracePt t="255376" x="4756150" y="4643438"/>
          <p14:tracePt t="255383" x="4756150" y="4692650"/>
          <p14:tracePt t="255393" x="4756150" y="4779963"/>
          <p14:tracePt t="255399" x="4781550" y="4868863"/>
          <p14:tracePt t="255407" x="4856163" y="4956175"/>
          <p14:tracePt t="255415" x="4945063" y="5030788"/>
          <p14:tracePt t="255423" x="5045075" y="5118100"/>
          <p14:tracePt t="255431" x="5245100" y="5181600"/>
          <p14:tracePt t="255439" x="5332413" y="5281613"/>
          <p14:tracePt t="255447" x="5595938" y="5318125"/>
          <p14:tracePt t="255455" x="5921375" y="5381625"/>
          <p14:tracePt t="255463" x="6108700" y="5381625"/>
          <p14:tracePt t="255471" x="6208713" y="5381625"/>
          <p14:tracePt t="255479" x="6270625" y="5356225"/>
          <p14:tracePt t="255487" x="6383338" y="5294313"/>
          <p14:tracePt t="255495" x="6446838" y="5243513"/>
          <p14:tracePt t="255503" x="6546850" y="5168900"/>
          <p14:tracePt t="255511" x="6572250" y="5118100"/>
          <p14:tracePt t="255519" x="6608763" y="5005388"/>
          <p14:tracePt t="255528" x="6621463" y="4918075"/>
          <p14:tracePt t="255535" x="6621463" y="4856163"/>
          <p14:tracePt t="255544" x="6634163" y="4792663"/>
          <p14:tracePt t="255551" x="6646863" y="4679950"/>
          <p14:tracePt t="255561" x="6646863" y="4618038"/>
          <p14:tracePt t="255567" x="6646863" y="4530725"/>
          <p14:tracePt t="255577" x="6634163" y="4454525"/>
          <p14:tracePt t="255583" x="6634163" y="4405313"/>
          <p14:tracePt t="255594" x="6559550" y="4367213"/>
          <p14:tracePt t="255599" x="6508750" y="4330700"/>
          <p14:tracePt t="255607" x="6434138" y="4279900"/>
          <p14:tracePt t="255615" x="6334125" y="4267200"/>
          <p14:tracePt t="255623" x="6196013" y="4254500"/>
          <p14:tracePt t="255631" x="6070600" y="4241800"/>
          <p14:tracePt t="255639" x="5895975" y="4241800"/>
          <p14:tracePt t="255647" x="5732463" y="4241800"/>
          <p14:tracePt t="255655" x="5570538" y="4241800"/>
          <p14:tracePt t="255663" x="5445125" y="4241800"/>
          <p14:tracePt t="255671" x="5357813" y="4292600"/>
          <p14:tracePt t="255679" x="5257800" y="4367213"/>
          <p14:tracePt t="255687" x="5170488" y="4430713"/>
          <p14:tracePt t="255695" x="5145088" y="4479925"/>
          <p14:tracePt t="255703" x="5132388" y="4530725"/>
          <p14:tracePt t="255712" x="5106988" y="4618038"/>
          <p14:tracePt t="255719" x="5106988" y="4679950"/>
          <p14:tracePt t="255728" x="5106988" y="4768850"/>
          <p14:tracePt t="255735" x="5170488" y="4843463"/>
          <p14:tracePt t="255744" x="5294313" y="4930775"/>
          <p14:tracePt t="255751" x="5332413" y="4956175"/>
          <p14:tracePt t="255761" x="5419725" y="4981575"/>
          <p14:tracePt t="255767" x="5719763" y="5030788"/>
          <p14:tracePt t="255777" x="6057900" y="5030788"/>
          <p14:tracePt t="255783" x="6234113" y="5030788"/>
          <p14:tracePt t="255794" x="6359525" y="4992688"/>
          <p14:tracePt t="255799" x="6546850" y="4992688"/>
          <p14:tracePt t="255809" x="6734175" y="4930775"/>
          <p14:tracePt t="255815" x="6797675" y="4918075"/>
          <p14:tracePt t="255823" x="6834188" y="4918075"/>
          <p14:tracePt t="255831" x="6859588" y="4868863"/>
          <p14:tracePt t="255839" x="6972300" y="4756150"/>
          <p14:tracePt t="255847" x="7034213" y="4705350"/>
          <p14:tracePt t="255855" x="7085013" y="4618038"/>
          <p14:tracePt t="255863" x="7097713" y="4579938"/>
          <p14:tracePt t="255871" x="7097713" y="4543425"/>
          <p14:tracePt t="255879" x="7097713" y="4492625"/>
          <p14:tracePt t="255887" x="7097713" y="4443413"/>
          <p14:tracePt t="255895" x="7097713" y="4430713"/>
          <p14:tracePt t="255903" x="7097713" y="4392613"/>
          <p14:tracePt t="255919" x="7085013" y="4354513"/>
          <p14:tracePt t="255928" x="7072313" y="4354513"/>
          <p14:tracePt t="255935" x="7059613" y="4341813"/>
          <p14:tracePt t="255944" x="7010400" y="4341813"/>
          <p14:tracePt t="255951" x="6897688" y="4318000"/>
          <p14:tracePt t="255961" x="6797675" y="4318000"/>
          <p14:tracePt t="255967" x="6672263" y="4318000"/>
          <p14:tracePt t="255977" x="6572250" y="4318000"/>
          <p14:tracePt t="255983" x="6434138" y="4318000"/>
          <p14:tracePt t="255994" x="6359525" y="4341813"/>
          <p14:tracePt t="255999" x="6346825" y="4367213"/>
          <p14:tracePt t="256009" x="6283325" y="4392613"/>
          <p14:tracePt t="256015" x="6196013" y="4430713"/>
          <p14:tracePt t="256023" x="6157913" y="4454525"/>
          <p14:tracePt t="256031" x="6134100" y="4479925"/>
          <p14:tracePt t="256044" x="6083300" y="4505325"/>
          <p14:tracePt t="256047" x="6045200" y="4543425"/>
          <p14:tracePt t="256055" x="6021388" y="4554538"/>
          <p14:tracePt t="256063" x="5995988" y="4579938"/>
          <p14:tracePt t="256071" x="5983288" y="4579938"/>
          <p14:tracePt t="256079" x="5957888" y="4605338"/>
          <p14:tracePt t="256087" x="5957888" y="4618038"/>
          <p14:tracePt t="256095" x="5945188" y="4643438"/>
          <p14:tracePt t="256103" x="5932488" y="4667250"/>
          <p14:tracePt t="256743" x="5883275" y="4667250"/>
          <p14:tracePt t="256775" x="5895975" y="4605338"/>
          <p14:tracePt t="256783" x="5908675" y="4592638"/>
          <p14:tracePt t="257064" x="5895975" y="4592638"/>
          <p14:tracePt t="257072" x="5832475" y="4605338"/>
          <p14:tracePt t="257080" x="5795963" y="4618038"/>
          <p14:tracePt t="257088" x="5757863" y="4618038"/>
          <p14:tracePt t="257095" x="5732463" y="4605338"/>
          <p14:tracePt t="257104" x="5719763" y="4579938"/>
          <p14:tracePt t="257112" x="5708650" y="4579938"/>
          <p14:tracePt t="257151" x="5708650" y="4630738"/>
          <p14:tracePt t="257159" x="5708650" y="4679950"/>
          <p14:tracePt t="257168" x="5708650" y="4730750"/>
          <p14:tracePt t="257177" x="5708650" y="4768850"/>
          <p14:tracePt t="257184" x="5708650" y="4830763"/>
          <p14:tracePt t="257194" x="5719763" y="4892675"/>
          <p14:tracePt t="257199" x="5732463" y="4943475"/>
          <p14:tracePt t="257208" x="5745163" y="4981575"/>
          <p14:tracePt t="257215" x="5745163" y="5005388"/>
          <p14:tracePt t="257224" x="5770563" y="5068888"/>
          <p14:tracePt t="257231" x="5770563" y="5105400"/>
          <p14:tracePt t="257240" x="5783263" y="5143500"/>
          <p14:tracePt t="257247" x="5821363" y="5194300"/>
          <p14:tracePt t="257255" x="5895975" y="5230813"/>
          <p14:tracePt t="257263" x="5945188" y="5268913"/>
          <p14:tracePt t="257271" x="6070600" y="5305425"/>
          <p14:tracePt t="257279" x="6208713" y="5330825"/>
          <p14:tracePt t="257287" x="6346825" y="5381625"/>
          <p14:tracePt t="257295" x="6534150" y="5407025"/>
          <p14:tracePt t="257303" x="6759575" y="5443538"/>
          <p14:tracePt t="257311" x="6997700" y="5443538"/>
          <p14:tracePt t="257319" x="7159625" y="5443538"/>
          <p14:tracePt t="257327" x="7348538" y="5443538"/>
          <p14:tracePt t="257335" x="7448550" y="5443538"/>
          <p14:tracePt t="257343" x="7561263" y="5443538"/>
          <p14:tracePt t="257351" x="7635875" y="5443538"/>
          <p14:tracePt t="257359" x="7661275" y="5407025"/>
          <p14:tracePt t="257367" x="7710488" y="5356225"/>
          <p14:tracePt t="257376" x="7773988" y="5243513"/>
          <p14:tracePt t="257383" x="7835900" y="5156200"/>
          <p14:tracePt t="257393" x="7897813" y="5043488"/>
          <p14:tracePt t="257399" x="7948613" y="4892675"/>
          <p14:tracePt t="257408" x="7986713" y="4768850"/>
          <p14:tracePt t="257415" x="8035925" y="4630738"/>
          <p14:tracePt t="257425" x="8061325" y="4492625"/>
          <p14:tracePt t="257431" x="8086725" y="4367213"/>
          <p14:tracePt t="257441" x="8086725" y="4279900"/>
          <p14:tracePt t="257447" x="8086725" y="4230688"/>
          <p14:tracePt t="257455" x="8086725" y="4154488"/>
          <p14:tracePt t="257463" x="8048625" y="4067175"/>
          <p14:tracePt t="257471" x="8035925" y="4017963"/>
          <p14:tracePt t="257479" x="7961313" y="3905250"/>
          <p14:tracePt t="257487" x="7874000" y="3829050"/>
          <p14:tracePt t="257495" x="7874000" y="3792538"/>
          <p14:tracePt t="257503" x="7810500" y="3703638"/>
          <p14:tracePt t="257511" x="7697788" y="3641725"/>
          <p14:tracePt t="257519" x="7535863" y="3554413"/>
          <p14:tracePt t="257527" x="7435850" y="3479800"/>
          <p14:tracePt t="257535" x="7348538" y="3441700"/>
          <p14:tracePt t="257543" x="7272338" y="3429000"/>
          <p14:tracePt t="257551" x="7085013" y="3390900"/>
          <p14:tracePt t="257559" x="6972300" y="3378200"/>
          <p14:tracePt t="257567" x="6834188" y="3354388"/>
          <p14:tracePt t="257576" x="6659563" y="3354388"/>
          <p14:tracePt t="257583" x="6634163" y="3354388"/>
          <p14:tracePt t="257592" x="6534150" y="3354388"/>
          <p14:tracePt t="257599" x="6459538" y="3378200"/>
          <p14:tracePt t="257608" x="6408738" y="3416300"/>
          <p14:tracePt t="257615" x="6296025" y="3467100"/>
          <p14:tracePt t="257624" x="6208713" y="3516313"/>
          <p14:tracePt t="257631" x="6134100" y="3541713"/>
          <p14:tracePt t="257640" x="6121400" y="3541713"/>
          <p14:tracePt t="258231" x="6234113" y="3579813"/>
          <p14:tracePt t="258240" x="6634163" y="3603625"/>
          <p14:tracePt t="258247" x="6721475" y="3603625"/>
          <p14:tracePt t="258256" x="6746875" y="3603625"/>
          <p14:tracePt t="258263" x="6759575" y="3603625"/>
          <p14:tracePt t="258503" x="6734175" y="3616325"/>
          <p14:tracePt t="258511" x="6508750" y="3616325"/>
          <p14:tracePt t="258519" x="6308725" y="3590925"/>
          <p14:tracePt t="258527" x="6083300" y="3503613"/>
          <p14:tracePt t="258535" x="5857875" y="3378200"/>
          <p14:tracePt t="258543" x="5607050" y="3267075"/>
          <p14:tracePt t="258551" x="5470525" y="3216275"/>
          <p14:tracePt t="258559" x="5232400" y="3203575"/>
          <p14:tracePt t="258567" x="4981575" y="3178175"/>
          <p14:tracePt t="258575" x="4881563" y="3178175"/>
          <p14:tracePt t="258583" x="4668838" y="3216275"/>
          <p14:tracePt t="258592" x="4556125" y="3278188"/>
          <p14:tracePt t="258599" x="4443413" y="3367088"/>
          <p14:tracePt t="258608" x="4330700" y="3554413"/>
          <p14:tracePt t="258615" x="4281488" y="3679825"/>
          <p14:tracePt t="258625" x="4243388" y="3941763"/>
          <p14:tracePt t="258631" x="4243388" y="4279900"/>
          <p14:tracePt t="258640" x="4294188" y="4667250"/>
          <p14:tracePt t="258647" x="4456113" y="4905375"/>
          <p14:tracePt t="258657" x="4581525" y="5230813"/>
          <p14:tracePt t="258663" x="4732338" y="5607050"/>
          <p14:tracePt t="258673" x="5032375" y="5969000"/>
          <p14:tracePt t="258679" x="5106988" y="6069013"/>
          <p14:tracePt t="258687" x="5519738" y="6332538"/>
          <p14:tracePt t="258695" x="5983288" y="6583363"/>
          <p14:tracePt t="258703" x="6408738" y="6807200"/>
          <p14:tracePt t="258872" x="10377488" y="5043488"/>
          <p14:tracePt t="258879" x="10239375" y="4981575"/>
          <p14:tracePt t="258887" x="10139363" y="4879975"/>
          <p14:tracePt t="258895" x="9988550" y="4805363"/>
          <p14:tracePt t="258903" x="9963150" y="4768850"/>
          <p14:tracePt t="258911" x="9839325" y="4692650"/>
          <p14:tracePt t="258919" x="9563100" y="4605338"/>
          <p14:tracePt t="258927" x="9450388" y="4530725"/>
          <p14:tracePt t="258935" x="9024938" y="4454525"/>
          <p14:tracePt t="258943" x="8724900" y="4279900"/>
          <p14:tracePt t="258951" x="8361363" y="4192588"/>
          <p14:tracePt t="258959" x="8010525" y="4154488"/>
          <p14:tracePt t="258967" x="7673975" y="4105275"/>
          <p14:tracePt t="258975" x="7435850" y="4079875"/>
          <p14:tracePt t="258983" x="7123113" y="4079875"/>
          <p14:tracePt t="258991" x="6734175" y="4067175"/>
          <p14:tracePt t="258999" x="6434138" y="4067175"/>
          <p14:tracePt t="259008" x="6146800" y="4092575"/>
          <p14:tracePt t="259015" x="5957888" y="4092575"/>
          <p14:tracePt t="259024" x="5719763" y="4117975"/>
          <p14:tracePt t="259031" x="5570538" y="4154488"/>
          <p14:tracePt t="259041" x="5394325" y="4230688"/>
          <p14:tracePt t="259047" x="5068888" y="4379913"/>
          <p14:tracePt t="259057" x="4794250" y="4467225"/>
          <p14:tracePt t="259063" x="4530725" y="4618038"/>
          <p14:tracePt t="259072" x="4443413" y="4730750"/>
          <p14:tracePt t="259079" x="4368800" y="4830763"/>
          <p14:tracePt t="259089" x="4281488" y="4956175"/>
          <p14:tracePt t="259095" x="4143375" y="5043488"/>
          <p14:tracePt t="259103" x="4030663" y="5156200"/>
          <p14:tracePt t="259111" x="3979863" y="5281613"/>
          <p14:tracePt t="259119" x="3943350" y="5368925"/>
          <p14:tracePt t="259127" x="3943350" y="5418138"/>
          <p14:tracePt t="259135" x="3943350" y="5468938"/>
          <p14:tracePt t="259143" x="3943350" y="5518150"/>
          <p14:tracePt t="259151" x="3956050" y="5543550"/>
          <p14:tracePt t="259159" x="4005263" y="5594350"/>
          <p14:tracePt t="259167" x="4068763" y="5643563"/>
          <p14:tracePt t="259175" x="4143375" y="5681663"/>
          <p14:tracePt t="259183" x="4181475" y="5707063"/>
          <p14:tracePt t="259191" x="4217988" y="5743575"/>
          <p14:tracePt t="259199" x="4256088" y="5768975"/>
          <p14:tracePt t="259208" x="4294188" y="5781675"/>
          <p14:tracePt t="259215" x="4318000" y="5807075"/>
          <p14:tracePt t="259224" x="4343400" y="5832475"/>
          <p14:tracePt t="259231" x="4356100" y="5856288"/>
          <p14:tracePt t="259241" x="4368800" y="5868988"/>
          <p14:tracePt t="259247" x="4368800" y="5894388"/>
          <p14:tracePt t="259257" x="4381500" y="5894388"/>
          <p14:tracePt t="259273" x="4394200" y="5907088"/>
          <p14:tracePt t="259343" x="4394200" y="5868988"/>
          <p14:tracePt t="259351" x="4394200" y="5794375"/>
          <p14:tracePt t="259359" x="4394200" y="5732463"/>
          <p14:tracePt t="259367" x="4394200" y="5681663"/>
          <p14:tracePt t="259375" x="4394200" y="5619750"/>
          <p14:tracePt t="259383" x="4394200" y="5581650"/>
          <p14:tracePt t="259391" x="4394200" y="5556250"/>
          <p14:tracePt t="259399" x="4394200" y="5518150"/>
          <p14:tracePt t="259407" x="4394200" y="5456238"/>
          <p14:tracePt t="259415" x="4406900" y="5418138"/>
          <p14:tracePt t="259424" x="4456113" y="5356225"/>
          <p14:tracePt t="259431" x="4456113" y="5294313"/>
          <p14:tracePt t="259441" x="4494213" y="5194300"/>
          <p14:tracePt t="259447" x="4518025" y="5105400"/>
          <p14:tracePt t="259456" x="4568825" y="4992688"/>
          <p14:tracePt t="259463" x="4594225" y="4918075"/>
          <p14:tracePt t="259473" x="4643438" y="4843463"/>
          <p14:tracePt t="259479" x="4719638" y="4743450"/>
          <p14:tracePt t="259488" x="4768850" y="4705350"/>
          <p14:tracePt t="259495" x="4843463" y="4605338"/>
          <p14:tracePt t="259505" x="4932363" y="4543425"/>
          <p14:tracePt t="259511" x="5019675" y="4467225"/>
          <p14:tracePt t="259519" x="5068888" y="4418013"/>
          <p14:tracePt t="259527" x="5094288" y="4392613"/>
          <p14:tracePt t="259535" x="5145088" y="4341813"/>
          <p14:tracePt t="259543" x="5194300" y="4318000"/>
          <p14:tracePt t="259551" x="5257800" y="4279900"/>
          <p14:tracePt t="259559" x="5270500" y="4217988"/>
          <p14:tracePt t="259567" x="5307013" y="4192588"/>
          <p14:tracePt t="259575" x="5357813" y="4167188"/>
          <p14:tracePt t="259583" x="5419725" y="4141788"/>
          <p14:tracePt t="259591" x="5483225" y="4117975"/>
          <p14:tracePt t="259599" x="5532438" y="4105275"/>
          <p14:tracePt t="259607" x="5583238" y="4079875"/>
          <p14:tracePt t="259615" x="5695950" y="4067175"/>
          <p14:tracePt t="259623" x="5821363" y="4054475"/>
          <p14:tracePt t="259631" x="5945188" y="4029075"/>
          <p14:tracePt t="259640" x="6096000" y="4017963"/>
          <p14:tracePt t="259647" x="6183313" y="4017963"/>
          <p14:tracePt t="259656" x="6234113" y="4017963"/>
          <p14:tracePt t="259663" x="6283325" y="4017963"/>
          <p14:tracePt t="259673" x="6321425" y="4017963"/>
          <p14:tracePt t="259679" x="6359525" y="4017963"/>
          <p14:tracePt t="259687" x="6408738" y="4017963"/>
          <p14:tracePt t="259695" x="6421438" y="4017963"/>
          <p14:tracePt t="259705" x="6446838" y="4017963"/>
          <p14:tracePt t="259719" x="6472238" y="4017963"/>
          <p14:tracePt t="259727" x="6496050" y="4029075"/>
          <p14:tracePt t="259735" x="6534150" y="4054475"/>
          <p14:tracePt t="259743" x="6572250" y="4105275"/>
          <p14:tracePt t="259751" x="6596063" y="4154488"/>
          <p14:tracePt t="259759" x="6634163" y="4230688"/>
          <p14:tracePt t="259767" x="6708775" y="4318000"/>
          <p14:tracePt t="259775" x="6746875" y="4430713"/>
          <p14:tracePt t="259783" x="6821488" y="4518025"/>
          <p14:tracePt t="259791" x="6834188" y="4579938"/>
          <p14:tracePt t="259799" x="6897688" y="4667250"/>
          <p14:tracePt t="259807" x="6946900" y="4743450"/>
          <p14:tracePt t="259815" x="6959600" y="4779963"/>
          <p14:tracePt t="259824" x="6997700" y="4830763"/>
          <p14:tracePt t="259831" x="6997700" y="4856163"/>
          <p14:tracePt t="259840" x="7010400" y="4856163"/>
          <p14:tracePt t="259847" x="7010400" y="4879975"/>
          <p14:tracePt t="259863" x="7010400" y="4892675"/>
          <p14:tracePt t="259889" x="7010400" y="4905375"/>
          <p14:tracePt t="259895" x="7010400" y="4918075"/>
          <p14:tracePt t="259906" x="7010400" y="4930775"/>
          <p14:tracePt t="259919" x="6985000" y="4956175"/>
          <p14:tracePt t="259935" x="6959600" y="4981575"/>
          <p14:tracePt t="259943" x="6921500" y="5005388"/>
          <p14:tracePt t="259951" x="6897688" y="5018088"/>
          <p14:tracePt t="259959" x="6834188" y="5030788"/>
          <p14:tracePt t="259967" x="6734175" y="5068888"/>
          <p14:tracePt t="259975" x="6672263" y="5092700"/>
          <p14:tracePt t="259983" x="6634163" y="5118100"/>
          <p14:tracePt t="259991" x="6521450" y="5156200"/>
          <p14:tracePt t="259999" x="6459538" y="5156200"/>
          <p14:tracePt t="260007" x="6334125" y="5194300"/>
          <p14:tracePt t="260015" x="6221413" y="5205413"/>
          <p14:tracePt t="260024" x="6121400" y="5205413"/>
          <p14:tracePt t="260031" x="6045200" y="5205413"/>
          <p14:tracePt t="260040" x="5932488" y="5205413"/>
          <p14:tracePt t="260047" x="5921375" y="5218113"/>
          <p14:tracePt t="260057" x="5883275" y="5243513"/>
          <p14:tracePt t="260063" x="5795963" y="5243513"/>
          <p14:tracePt t="260073" x="5708650" y="5268913"/>
          <p14:tracePt t="260079" x="5619750" y="5268913"/>
          <p14:tracePt t="260089" x="5507038" y="5268913"/>
          <p14:tracePt t="260095" x="5383213" y="5268913"/>
          <p14:tracePt t="260104" x="5319713" y="5268913"/>
          <p14:tracePt t="260111" x="5181600" y="5268913"/>
          <p14:tracePt t="260119" x="5106988" y="5268913"/>
          <p14:tracePt t="260127" x="5045075" y="5268913"/>
          <p14:tracePt t="260135" x="5006975" y="5256213"/>
          <p14:tracePt t="260159" x="4981575" y="5243513"/>
          <p14:tracePt t="260167" x="4956175" y="5230813"/>
          <p14:tracePt t="260175" x="4932363" y="5218113"/>
          <p14:tracePt t="260183" x="4932363" y="5205413"/>
          <p14:tracePt t="260191" x="4932363" y="5181600"/>
          <p14:tracePt t="260199" x="4932363" y="5156200"/>
          <p14:tracePt t="260207" x="4919663" y="5118100"/>
          <p14:tracePt t="260215" x="4919663" y="5081588"/>
          <p14:tracePt t="260223" x="4919663" y="5043488"/>
          <p14:tracePt t="260231" x="4919663" y="5005388"/>
          <p14:tracePt t="260240" x="4919663" y="4968875"/>
          <p14:tracePt t="260247" x="4919663" y="4918075"/>
          <p14:tracePt t="260256" x="4932363" y="4856163"/>
          <p14:tracePt t="260263" x="4945063" y="4818063"/>
          <p14:tracePt t="260273" x="4994275" y="4756150"/>
          <p14:tracePt t="260279" x="5057775" y="4667250"/>
          <p14:tracePt t="260289" x="5170488" y="4554538"/>
          <p14:tracePt t="260295" x="5257800" y="4479925"/>
          <p14:tracePt t="260306" x="5307013" y="4379913"/>
          <p14:tracePt t="260311" x="5407025" y="4279900"/>
          <p14:tracePt t="260322" x="5483225" y="4192588"/>
          <p14:tracePt t="260327" x="5570538" y="4154488"/>
          <p14:tracePt t="260335" x="5708650" y="4067175"/>
          <p14:tracePt t="260343" x="5808663" y="3979863"/>
          <p14:tracePt t="260351" x="5932488" y="3929063"/>
          <p14:tracePt t="260359" x="5970588" y="3879850"/>
          <p14:tracePt t="260367" x="6021388" y="3841750"/>
          <p14:tracePt t="260375" x="6096000" y="3816350"/>
          <p14:tracePt t="260383" x="6183313" y="3779838"/>
          <p14:tracePt t="260391" x="6296025" y="3741738"/>
          <p14:tracePt t="260399" x="6408738" y="3703638"/>
          <p14:tracePt t="260407" x="6508750" y="3692525"/>
          <p14:tracePt t="260415" x="6659563" y="3667125"/>
          <p14:tracePt t="260423" x="6708775" y="3654425"/>
          <p14:tracePt t="260431" x="6797675" y="3641725"/>
          <p14:tracePt t="260440" x="6846888" y="3641725"/>
          <p14:tracePt t="260447" x="6985000" y="3641725"/>
          <p14:tracePt t="260456" x="7046913" y="3679825"/>
          <p14:tracePt t="260463" x="7072313" y="3703638"/>
          <p14:tracePt t="260472" x="7123113" y="3741738"/>
          <p14:tracePt t="260479" x="7123113" y="3767138"/>
          <p14:tracePt t="260489" x="7172325" y="3816350"/>
          <p14:tracePt t="260495" x="7223125" y="3867150"/>
          <p14:tracePt t="260505" x="7235825" y="3929063"/>
          <p14:tracePt t="260511" x="7272338" y="3992563"/>
          <p14:tracePt t="260522" x="7272338" y="4041775"/>
          <p14:tracePt t="260527" x="7285038" y="4154488"/>
          <p14:tracePt t="260535" x="7323138" y="4205288"/>
          <p14:tracePt t="260543" x="7323138" y="4267200"/>
          <p14:tracePt t="260551" x="7348538" y="4341813"/>
          <p14:tracePt t="260559" x="7348538" y="4430713"/>
          <p14:tracePt t="260567" x="7348538" y="4505325"/>
          <p14:tracePt t="260575" x="7348538" y="4579938"/>
          <p14:tracePt t="260583" x="7335838" y="4630738"/>
          <p14:tracePt t="260591" x="7285038" y="4679950"/>
          <p14:tracePt t="261143" x="7285038" y="4667250"/>
          <p14:tracePt t="261151" x="7423150" y="4579938"/>
          <p14:tracePt t="261159" x="7535863" y="4543425"/>
          <p14:tracePt t="261167" x="7561263" y="4543425"/>
          <p14:tracePt t="261375" x="7523163" y="4618038"/>
          <p14:tracePt t="261383" x="7497763" y="4643438"/>
          <p14:tracePt t="261391" x="7435850" y="4656138"/>
          <p14:tracePt t="261399" x="7372350" y="4667250"/>
          <p14:tracePt t="261407" x="7297738" y="4679950"/>
          <p14:tracePt t="261415" x="7172325" y="4730750"/>
          <p14:tracePt t="261423" x="7021513" y="4792663"/>
          <p14:tracePt t="261431" x="6559550" y="4892675"/>
          <p14:tracePt t="261439" x="6246813" y="4981575"/>
          <p14:tracePt t="261447" x="5870575" y="5005388"/>
          <p14:tracePt t="261455" x="5619750" y="5018088"/>
          <p14:tracePt t="261463" x="5157788" y="5105400"/>
          <p14:tracePt t="261471" x="4781550" y="5105400"/>
          <p14:tracePt t="261479" x="4418013" y="5156200"/>
          <p14:tracePt t="261488" x="4017963" y="5230813"/>
          <p14:tracePt t="261495" x="3643313" y="5256213"/>
          <p14:tracePt t="261505" x="3241675" y="5318125"/>
          <p14:tracePt t="261511" x="3054350" y="5343525"/>
          <p14:tracePt t="261520" x="2967038" y="5343525"/>
          <p14:tracePt t="261527" x="2916238" y="5343525"/>
          <p14:tracePt t="261538" x="2867025" y="5343525"/>
          <p14:tracePt t="261543" x="2790825" y="5343525"/>
          <p14:tracePt t="261554" x="2767013" y="5318125"/>
          <p14:tracePt t="261559" x="2741613" y="5294313"/>
          <p14:tracePt t="261567" x="2728913" y="5256213"/>
          <p14:tracePt t="261575" x="2716213" y="5194300"/>
          <p14:tracePt t="261583" x="2690813" y="5143500"/>
          <p14:tracePt t="261591" x="2690813" y="5105400"/>
          <p14:tracePt t="261599" x="2690813" y="5030788"/>
          <p14:tracePt t="261607" x="2667000" y="4943475"/>
          <p14:tracePt t="261615" x="2667000" y="4868863"/>
          <p14:tracePt t="261623" x="2667000" y="4768850"/>
          <p14:tracePt t="261631" x="2667000" y="4667250"/>
          <p14:tracePt t="261639" x="2667000" y="4554538"/>
          <p14:tracePt t="261647" x="2667000" y="4467225"/>
          <p14:tracePt t="261655" x="2667000" y="4379913"/>
          <p14:tracePt t="261663" x="2716213" y="4279900"/>
          <p14:tracePt t="261671" x="2778125" y="4167188"/>
          <p14:tracePt t="261679" x="2854325" y="4067175"/>
          <p14:tracePt t="261688" x="2967038" y="3954463"/>
          <p14:tracePt t="261695" x="3141663" y="3829050"/>
          <p14:tracePt t="261705" x="3279775" y="3716338"/>
          <p14:tracePt t="261711" x="3367088" y="3629025"/>
          <p14:tracePt t="261721" x="3530600" y="3529013"/>
          <p14:tracePt t="261727" x="3956050" y="3328988"/>
          <p14:tracePt t="261735" x="4343400" y="3128963"/>
          <p14:tracePt t="261743" x="4732338" y="2978150"/>
          <p14:tracePt t="261754" x="4868863" y="2941638"/>
          <p14:tracePt t="261759" x="5081588" y="2916238"/>
          <p14:tracePt t="261767" x="5319713" y="2828925"/>
          <p14:tracePt t="261775" x="5595938" y="2828925"/>
          <p14:tracePt t="261783" x="5670550" y="2816225"/>
          <p14:tracePt t="261791" x="5870575" y="2816225"/>
          <p14:tracePt t="261799" x="6008688" y="2816225"/>
          <p14:tracePt t="261807" x="6121400" y="2816225"/>
          <p14:tracePt t="261815" x="6146800" y="2816225"/>
          <p14:tracePt t="261823" x="6157913" y="2816225"/>
          <p14:tracePt t="261831" x="6196013" y="2840038"/>
          <p14:tracePt t="261839" x="6296025" y="2916238"/>
          <p14:tracePt t="261847" x="6408738" y="2978150"/>
          <p14:tracePt t="261855" x="6472238" y="3041650"/>
          <p14:tracePt t="261863" x="6546850" y="3090863"/>
          <p14:tracePt t="261871" x="6621463" y="3190875"/>
          <p14:tracePt t="261879" x="6734175" y="3254375"/>
          <p14:tracePt t="261888" x="6797675" y="3328988"/>
          <p14:tracePt t="261895" x="6834188" y="3416300"/>
          <p14:tracePt t="261905" x="6897688" y="3479800"/>
          <p14:tracePt t="261911" x="6921500" y="3554413"/>
          <p14:tracePt t="261921" x="6959600" y="3616325"/>
          <p14:tracePt t="261927" x="6959600" y="3679825"/>
          <p14:tracePt t="261936" x="6959600" y="3754438"/>
          <p14:tracePt t="261943" x="6985000" y="3854450"/>
          <p14:tracePt t="261953" x="6985000" y="3967163"/>
          <p14:tracePt t="261959" x="6985000" y="4092575"/>
          <p14:tracePt t="261967" x="6985000" y="4217988"/>
          <p14:tracePt t="261975" x="6921500" y="4318000"/>
          <p14:tracePt t="261983" x="6897688" y="4443413"/>
          <p14:tracePt t="261991" x="6884988" y="4567238"/>
          <p14:tracePt t="261999" x="6846888" y="4692650"/>
          <p14:tracePt t="262007" x="6684963" y="4792663"/>
          <p14:tracePt t="262015" x="6621463" y="4868863"/>
          <p14:tracePt t="262023" x="6496050" y="4930775"/>
          <p14:tracePt t="262031" x="6370638" y="5005388"/>
          <p14:tracePt t="262039" x="6134100" y="5068888"/>
          <p14:tracePt t="262055" x="5732463" y="5130800"/>
          <p14:tracePt t="262063" x="5545138" y="5143500"/>
          <p14:tracePt t="262071" x="5357813" y="5156200"/>
          <p14:tracePt t="262079" x="5181600" y="5156200"/>
          <p14:tracePt t="262088" x="4956175" y="5156200"/>
          <p14:tracePt t="262095" x="4706938" y="5156200"/>
          <p14:tracePt t="262104" x="4543425" y="5156200"/>
          <p14:tracePt t="262111" x="4418013" y="5156200"/>
          <p14:tracePt t="262120" x="4305300" y="5156200"/>
          <p14:tracePt t="262127" x="4192588" y="5105400"/>
          <p14:tracePt t="262137" x="4092575" y="5030788"/>
          <p14:tracePt t="262143" x="4043363" y="4943475"/>
          <p14:tracePt t="262153" x="4017963" y="4856163"/>
          <p14:tracePt t="262159" x="3979863" y="4768850"/>
          <p14:tracePt t="262169" x="3956050" y="4643438"/>
          <p14:tracePt t="262175" x="3917950" y="4543425"/>
          <p14:tracePt t="262183" x="3917950" y="4430713"/>
          <p14:tracePt t="262191" x="3917950" y="4330700"/>
          <p14:tracePt t="262199" x="3917950" y="4205288"/>
          <p14:tracePt t="262207" x="3917950" y="4092575"/>
          <p14:tracePt t="262215" x="3943350" y="4005263"/>
          <p14:tracePt t="262223" x="3992563" y="3879850"/>
          <p14:tracePt t="262231" x="4056063" y="3754438"/>
          <p14:tracePt t="262239" x="4081463" y="3716338"/>
          <p14:tracePt t="262247" x="4130675" y="3641725"/>
          <p14:tracePt t="262255" x="4394200" y="3516313"/>
          <p14:tracePt t="262263" x="4794250" y="3278188"/>
          <p14:tracePt t="262271" x="4919663" y="3154363"/>
          <p14:tracePt t="262279" x="5345113" y="2990850"/>
          <p14:tracePt t="262287" x="5657850" y="2852738"/>
          <p14:tracePt t="262295" x="6008688" y="2752725"/>
          <p14:tracePt t="262304" x="6208713" y="2690813"/>
          <p14:tracePt t="262311" x="6596063" y="2652713"/>
          <p14:tracePt t="262320" x="6985000" y="2652713"/>
          <p14:tracePt t="262327" x="7272338" y="2716213"/>
          <p14:tracePt t="262336" x="7523163" y="2778125"/>
          <p14:tracePt t="262343" x="7635875" y="2852738"/>
          <p14:tracePt t="262353" x="7735888" y="2903538"/>
          <p14:tracePt t="262359" x="7848600" y="2952750"/>
          <p14:tracePt t="262369" x="7935913" y="3003550"/>
          <p14:tracePt t="262375" x="7999413" y="3078163"/>
          <p14:tracePt t="262383" x="8048625" y="3190875"/>
          <p14:tracePt t="262391" x="8123238" y="3316288"/>
          <p14:tracePt t="262399" x="8212138" y="3416300"/>
          <p14:tracePt t="262407" x="8274050" y="3516313"/>
          <p14:tracePt t="262415" x="8324850" y="3590925"/>
          <p14:tracePt t="262423" x="8361363" y="3703638"/>
          <p14:tracePt t="262431" x="8412163" y="3816350"/>
          <p14:tracePt t="262439" x="8424863" y="3854450"/>
          <p14:tracePt t="262447" x="8435975" y="3954463"/>
          <p14:tracePt t="262455" x="8448675" y="4017963"/>
          <p14:tracePt t="262463" x="8448675" y="4129088"/>
          <p14:tracePt t="262471" x="8448675" y="4217988"/>
          <p14:tracePt t="262479" x="8448675" y="4267200"/>
          <p14:tracePt t="262487" x="8448675" y="4330700"/>
          <p14:tracePt t="262495" x="8424863" y="4443413"/>
          <p14:tracePt t="262504" x="8399463" y="4530725"/>
          <p14:tracePt t="262511" x="8399463" y="4579938"/>
          <p14:tracePt t="262520" x="8348663" y="4656138"/>
          <p14:tracePt t="262527" x="8335963" y="4656138"/>
          <p14:tracePt t="262537" x="8299450" y="4718050"/>
          <p14:tracePt t="262543" x="8261350" y="4792663"/>
          <p14:tracePt t="262552" x="8186738" y="4843463"/>
          <p14:tracePt t="262559" x="8123238" y="4868863"/>
          <p14:tracePt t="262569" x="8061325" y="4879975"/>
          <p14:tracePt t="262575" x="7848600" y="4943475"/>
          <p14:tracePt t="262583" x="7685088" y="4992688"/>
          <p14:tracePt t="262591" x="7585075" y="5005388"/>
          <p14:tracePt t="262599" x="7297738" y="5081588"/>
          <p14:tracePt t="262607" x="7059613" y="5081588"/>
          <p14:tracePt t="262615" x="6972300" y="5081588"/>
          <p14:tracePt t="262623" x="6872288" y="5081588"/>
          <p14:tracePt t="262631" x="6734175" y="5081588"/>
          <p14:tracePt t="262639" x="6684963" y="5081588"/>
          <p14:tracePt t="262647" x="6634163" y="5068888"/>
          <p14:tracePt t="262655" x="6559550" y="5043488"/>
          <p14:tracePt t="262663" x="6508750" y="5018088"/>
          <p14:tracePt t="262671" x="6483350" y="4981575"/>
          <p14:tracePt t="262679" x="6472238" y="4943475"/>
          <p14:tracePt t="262687" x="6421438" y="4868863"/>
          <p14:tracePt t="262695" x="6396038" y="4805363"/>
          <p14:tracePt t="262704" x="6359525" y="4730750"/>
          <p14:tracePt t="262711" x="6321425" y="4643438"/>
          <p14:tracePt t="262720" x="6283325" y="4592638"/>
          <p14:tracePt t="262727" x="6270625" y="4479925"/>
          <p14:tracePt t="262737" x="6221413" y="4392613"/>
          <p14:tracePt t="262743" x="6196013" y="4318000"/>
          <p14:tracePt t="262753" x="6170613" y="4205288"/>
          <p14:tracePt t="262759" x="6157913" y="4117975"/>
          <p14:tracePt t="262768" x="6157913" y="4017963"/>
          <p14:tracePt t="262775" x="6157913" y="3929063"/>
          <p14:tracePt t="262785" x="6157913" y="3829050"/>
          <p14:tracePt t="262791" x="6170613" y="3741738"/>
          <p14:tracePt t="262799" x="6246813" y="3654425"/>
          <p14:tracePt t="262807" x="6308725" y="3541713"/>
          <p14:tracePt t="262815" x="6346825" y="3454400"/>
          <p14:tracePt t="262823" x="6408738" y="3390900"/>
          <p14:tracePt t="262831" x="6483350" y="3328988"/>
          <p14:tracePt t="262839" x="6546850" y="3254375"/>
          <p14:tracePt t="262847" x="6621463" y="3203575"/>
          <p14:tracePt t="262855" x="6746875" y="3128963"/>
          <p14:tracePt t="262863" x="6797675" y="3116263"/>
          <p14:tracePt t="262871" x="6872288" y="3078163"/>
          <p14:tracePt t="262879" x="6934200" y="3065463"/>
          <p14:tracePt t="262887" x="7010400" y="3028950"/>
          <p14:tracePt t="262904" x="7110413" y="3003550"/>
          <p14:tracePt t="262911" x="7146925" y="3003550"/>
          <p14:tracePt t="262920" x="7197725" y="2990850"/>
          <p14:tracePt t="262927" x="7235825" y="2965450"/>
          <p14:tracePt t="262936" x="7323138" y="2952750"/>
          <p14:tracePt t="262943" x="7410450" y="2928938"/>
          <p14:tracePt t="262959" x="7435850" y="2928938"/>
          <p14:tracePt t="262975" x="7485063" y="2928938"/>
          <p14:tracePt t="262985" x="7523163" y="2928938"/>
          <p14:tracePt t="262991" x="7548563" y="2928938"/>
          <p14:tracePt t="262999" x="7572375" y="2928938"/>
          <p14:tracePt t="263007" x="7597775" y="2928938"/>
          <p14:tracePt t="263015" x="7610475" y="2941638"/>
          <p14:tracePt t="263036" x="7623175" y="2952750"/>
          <p14:tracePt t="263039" x="7635875" y="2965450"/>
          <p14:tracePt t="263047" x="7648575" y="2990850"/>
          <p14:tracePt t="263055" x="7661275" y="3016250"/>
          <p14:tracePt t="263063" x="7673975" y="3041650"/>
          <p14:tracePt t="263071" x="7697788" y="3065463"/>
          <p14:tracePt t="263079" x="7710488" y="3090863"/>
          <p14:tracePt t="263087" x="7735888" y="3128963"/>
          <p14:tracePt t="263095" x="7735888" y="3141663"/>
          <p14:tracePt t="263104" x="7761288" y="3178175"/>
          <p14:tracePt t="263111" x="7761288" y="3190875"/>
          <p14:tracePt t="263119" x="7773988" y="3216275"/>
          <p14:tracePt t="263127" x="7785100" y="3241675"/>
          <p14:tracePt t="263136" x="7797800" y="3254375"/>
          <p14:tracePt t="263143" x="7810500" y="3267075"/>
          <p14:tracePt t="263223" x="7810500" y="3278188"/>
          <p14:tracePt t="263415" x="7823200" y="3303588"/>
          <p14:tracePt t="263423" x="7823200" y="3378200"/>
          <p14:tracePt t="263431" x="7797800" y="3441700"/>
          <p14:tracePt t="263439" x="7773988" y="3529013"/>
          <p14:tracePt t="263447" x="7748588" y="3579813"/>
          <p14:tracePt t="263455" x="7723188" y="3641725"/>
          <p14:tracePt t="263463" x="7697788" y="3716338"/>
          <p14:tracePt t="263471" x="7661275" y="3741738"/>
          <p14:tracePt t="263479" x="7661275" y="3767138"/>
          <p14:tracePt t="263487" x="7623175" y="3792538"/>
          <p14:tracePt t="263495" x="7623175" y="3829050"/>
          <p14:tracePt t="263503" x="7610475" y="3841750"/>
          <p14:tracePt t="263511" x="7597775" y="3854450"/>
          <p14:tracePt t="263520" x="7572375" y="3879850"/>
          <p14:tracePt t="263527" x="7561263" y="3905250"/>
          <p14:tracePt t="263536" x="7535863" y="3929063"/>
          <p14:tracePt t="263543" x="7497763" y="3967163"/>
          <p14:tracePt t="263553" x="7459663" y="3979863"/>
          <p14:tracePt t="263559" x="7448550" y="3979863"/>
          <p14:tracePt t="263569" x="7372350" y="4029075"/>
          <p14:tracePt t="263575" x="7285038" y="4067175"/>
          <p14:tracePt t="263585" x="7210425" y="4092575"/>
          <p14:tracePt t="263591" x="7085013" y="4129088"/>
          <p14:tracePt t="263599" x="6997700" y="4154488"/>
          <p14:tracePt t="263607" x="6934200" y="4192588"/>
          <p14:tracePt t="263615" x="6884988" y="4217988"/>
          <p14:tracePt t="263623" x="6872288" y="4254500"/>
          <p14:tracePt t="263631" x="6859588" y="4279900"/>
          <p14:tracePt t="263639" x="6834188" y="4292600"/>
          <p14:tracePt t="263647" x="6834188" y="4305300"/>
          <p14:tracePt t="263655" x="6834188" y="4318000"/>
          <p14:tracePt t="263663" x="6834188" y="4330700"/>
          <p14:tracePt t="263671" x="6808788" y="4379913"/>
          <p14:tracePt t="263679" x="6808788" y="4418013"/>
          <p14:tracePt t="263687" x="6808788" y="4430713"/>
          <p14:tracePt t="263695" x="6808788" y="4467225"/>
          <p14:tracePt t="263703" x="6808788" y="4505325"/>
          <p14:tracePt t="263711" x="6808788" y="4554538"/>
          <p14:tracePt t="263719" x="6808788" y="4618038"/>
          <p14:tracePt t="263727" x="6808788" y="4667250"/>
          <p14:tracePt t="263736" x="6808788" y="4730750"/>
          <p14:tracePt t="263743" x="6808788" y="4779963"/>
          <p14:tracePt t="263752" x="6808788" y="4818063"/>
          <p14:tracePt t="263759" x="6808788" y="4856163"/>
          <p14:tracePt t="263768" x="6808788" y="4879975"/>
          <p14:tracePt t="263775" x="6808788" y="4905375"/>
          <p14:tracePt t="263785" x="6808788" y="4918075"/>
          <p14:tracePt t="263791" x="6808788" y="4943475"/>
          <p14:tracePt t="263802" x="6808788" y="4968875"/>
          <p14:tracePt t="263807" x="6808788" y="4992688"/>
          <p14:tracePt t="263815" x="6808788" y="5005388"/>
          <p14:tracePt t="263823" x="6821488" y="5030788"/>
          <p14:tracePt t="263839" x="6834188" y="5043488"/>
          <p14:tracePt t="263863" x="6846888" y="5056188"/>
          <p14:tracePt t="263895" x="6872288" y="5056188"/>
          <p14:tracePt t="263943" x="6884988" y="5056188"/>
          <p14:tracePt t="263999" x="6910388" y="5056188"/>
          <p14:tracePt t="264071" x="6859588" y="5056188"/>
          <p14:tracePt t="264079" x="6821488" y="5056188"/>
          <p14:tracePt t="264087" x="6784975" y="5056188"/>
          <p14:tracePt t="264095" x="6734175" y="5081588"/>
          <p14:tracePt t="264103" x="6696075" y="5092700"/>
          <p14:tracePt t="264111" x="6621463" y="5105400"/>
          <p14:tracePt t="264119" x="6584950" y="5143500"/>
          <p14:tracePt t="264127" x="6559550" y="5143500"/>
          <p14:tracePt t="264136" x="6496050" y="5181600"/>
          <p14:tracePt t="264143" x="6483350" y="5194300"/>
          <p14:tracePt t="264152" x="6472238" y="5194300"/>
          <p14:tracePt t="264159" x="6459538" y="5205413"/>
          <p14:tracePt t="264168" x="6434138" y="5218113"/>
          <p14:tracePt t="264185" x="6421438" y="5218113"/>
          <p14:tracePt t="264199" x="6408738" y="5230813"/>
          <p14:tracePt t="264217" x="6396038" y="5230813"/>
          <p14:tracePt t="264239" x="6383338" y="5243513"/>
          <p14:tracePt t="264271" x="6370638" y="5256213"/>
          <p14:tracePt t="264352" x="6383338" y="5256213"/>
          <p14:tracePt t="264360" x="6421438" y="5256213"/>
          <p14:tracePt t="264369" x="6496050" y="5256213"/>
          <p14:tracePt t="264375" x="6584950" y="5194300"/>
          <p14:tracePt t="264385" x="6672263" y="5168900"/>
          <p14:tracePt t="264391" x="6734175" y="5130800"/>
          <p14:tracePt t="264401" x="6784975" y="5081588"/>
          <p14:tracePt t="264407" x="6834188" y="5030788"/>
          <p14:tracePt t="264417" x="6884988" y="4992688"/>
          <p14:tracePt t="264423" x="6884988" y="4930775"/>
          <p14:tracePt t="264431" x="6910388" y="4856163"/>
          <p14:tracePt t="264439" x="6934200" y="4768850"/>
          <p14:tracePt t="264447" x="6934200" y="4667250"/>
          <p14:tracePt t="264455" x="6934200" y="4592638"/>
          <p14:tracePt t="264463" x="6934200" y="4467225"/>
          <p14:tracePt t="264471" x="6934200" y="4392613"/>
          <p14:tracePt t="264479" x="6910388" y="4279900"/>
          <p14:tracePt t="264487" x="6872288" y="4205288"/>
          <p14:tracePt t="264495" x="6834188" y="4117975"/>
          <p14:tracePt t="264503" x="6821488" y="4079875"/>
          <p14:tracePt t="264511" x="6746875" y="4029075"/>
          <p14:tracePt t="264519" x="6684963" y="3992563"/>
          <p14:tracePt t="264527" x="6596063" y="3954463"/>
          <p14:tracePt t="264535" x="6472238" y="3916363"/>
          <p14:tracePt t="264543" x="6359525" y="3892550"/>
          <p14:tracePt t="264552" x="6283325" y="3867150"/>
          <p14:tracePt t="264559" x="6096000" y="3867150"/>
          <p14:tracePt t="264568" x="6021388" y="3841750"/>
          <p14:tracePt t="264575" x="5957888" y="3841750"/>
          <p14:tracePt t="264585" x="5921375" y="3841750"/>
          <p14:tracePt t="264591" x="5857875" y="3841750"/>
          <p14:tracePt t="264601" x="5783263" y="3854450"/>
          <p14:tracePt t="264607" x="5719763" y="3916363"/>
          <p14:tracePt t="264616" x="5695950" y="3954463"/>
          <p14:tracePt t="264623" x="5683250" y="4005263"/>
          <p14:tracePt t="264634" x="5670550" y="4079875"/>
          <p14:tracePt t="264639" x="5670550" y="4141788"/>
          <p14:tracePt t="264647" x="5670550" y="4217988"/>
          <p14:tracePt t="264655" x="5670550" y="4279900"/>
          <p14:tracePt t="264663" x="5670550" y="4367213"/>
          <p14:tracePt t="264671" x="5670550" y="4418013"/>
          <p14:tracePt t="264679" x="5708650" y="4467225"/>
          <p14:tracePt t="264687" x="5732463" y="4554538"/>
          <p14:tracePt t="264695" x="5783263" y="4605338"/>
          <p14:tracePt t="264703" x="5808663" y="4630738"/>
          <p14:tracePt t="264711" x="5870575" y="4679950"/>
          <p14:tracePt t="264719" x="5883275" y="4679950"/>
          <p14:tracePt t="264727" x="5921375" y="4692650"/>
          <p14:tracePt t="264735" x="5970588" y="4692650"/>
          <p14:tracePt t="264759" x="6070600" y="4656138"/>
          <p14:tracePt t="264768" x="6157913" y="4605338"/>
          <p14:tracePt t="264775" x="6196013" y="4567238"/>
          <p14:tracePt t="264785" x="6308725" y="4518025"/>
          <p14:tracePt t="264791" x="6383338" y="4443413"/>
          <p14:tracePt t="264800" x="6483350" y="4341813"/>
          <p14:tracePt t="264807" x="6572250" y="4279900"/>
          <p14:tracePt t="264816" x="6634163" y="4192588"/>
          <p14:tracePt t="264823" x="6708775" y="4117975"/>
          <p14:tracePt t="264834" x="6746875" y="4079875"/>
          <p14:tracePt t="264839" x="6759575" y="4067175"/>
          <p14:tracePt t="264847" x="6808788" y="4029075"/>
          <p14:tracePt t="264855" x="6846888" y="3979863"/>
          <p14:tracePt t="264863" x="6872288" y="3967163"/>
          <p14:tracePt t="264871" x="6872288" y="3954463"/>
          <p14:tracePt t="264879" x="6872288" y="3941763"/>
          <p14:tracePt t="264887" x="6872288" y="3916363"/>
          <p14:tracePt t="264895" x="6872288" y="3892550"/>
          <p14:tracePt t="264903" x="6872288" y="3854450"/>
          <p14:tracePt t="264911" x="6872288" y="3841750"/>
          <p14:tracePt t="264919" x="6872288" y="3816350"/>
          <p14:tracePt t="264927" x="6872288" y="3803650"/>
          <p14:tracePt t="264943" x="6872288" y="3792538"/>
          <p14:tracePt t="264959" x="6872288" y="3779838"/>
          <p14:tracePt t="265015" x="6872288" y="3767138"/>
          <p14:tracePt t="265503" x="6910388" y="3767138"/>
          <p14:tracePt t="265511" x="6959600" y="3779838"/>
          <p14:tracePt t="265519" x="7010400" y="3779838"/>
          <p14:tracePt t="265527" x="7072313" y="3792538"/>
          <p14:tracePt t="265535" x="7159625" y="3829050"/>
          <p14:tracePt t="265543" x="7235825" y="3829050"/>
          <p14:tracePt t="265551" x="7272338" y="3841750"/>
          <p14:tracePt t="265559" x="7310438" y="3867150"/>
          <p14:tracePt t="265568" x="7348538" y="3879850"/>
          <p14:tracePt t="265575" x="7372350" y="3892550"/>
          <p14:tracePt t="265584" x="7459663" y="3892550"/>
          <p14:tracePt t="265591" x="7523163" y="3892550"/>
          <p14:tracePt t="265601" x="7572375" y="3892550"/>
          <p14:tracePt t="265607" x="7623175" y="3892550"/>
          <p14:tracePt t="265617" x="7673975" y="3892550"/>
          <p14:tracePt t="265623" x="7710488" y="3892550"/>
          <p14:tracePt t="265633" x="7748588" y="3892550"/>
          <p14:tracePt t="265639" x="7773988" y="3892550"/>
          <p14:tracePt t="265649" x="7797800" y="3892550"/>
          <p14:tracePt t="265655" x="7810500" y="3892550"/>
          <p14:tracePt t="265663" x="7823200" y="3892550"/>
          <p14:tracePt t="265671" x="7835900" y="3892550"/>
          <p14:tracePt t="265767" x="7810500" y="3892550"/>
          <p14:tracePt t="265776" x="7810500" y="3905250"/>
          <p14:tracePt t="265793" x="7810500" y="3916363"/>
          <p14:tracePt t="265800" x="7810500" y="3929063"/>
          <p14:tracePt t="265808" x="7810500" y="3954463"/>
          <p14:tracePt t="265818" x="7810500" y="3979863"/>
          <p14:tracePt t="265825" x="7810500" y="4017963"/>
          <p14:tracePt t="265836" x="7810500" y="4067175"/>
          <p14:tracePt t="265839" x="7810500" y="4079875"/>
          <p14:tracePt t="265855" x="7810500" y="4105275"/>
          <p14:tracePt t="265871" x="7810500" y="4129088"/>
          <p14:tracePt t="265879" x="7810500" y="4141788"/>
          <p14:tracePt t="265887" x="7810500" y="4154488"/>
          <p14:tracePt t="265895" x="7810500" y="4167188"/>
          <p14:tracePt t="265983" x="7810500" y="4179888"/>
          <p14:tracePt t="266000" x="7810500" y="4192588"/>
          <p14:tracePt t="266007" x="7810500" y="4205288"/>
          <p14:tracePt t="266016" x="7810500" y="4230688"/>
          <p14:tracePt t="266023" x="7823200" y="4267200"/>
          <p14:tracePt t="266032" x="7823200" y="4305300"/>
          <p14:tracePt t="266039" x="7823200" y="4341813"/>
          <p14:tracePt t="266048" x="7848600" y="4379913"/>
          <p14:tracePt t="266055" x="7848600" y="4418013"/>
          <p14:tracePt t="266066" x="7848600" y="4430713"/>
          <p14:tracePt t="266071" x="7848600" y="4454525"/>
          <p14:tracePt t="266079" x="7848600" y="4467225"/>
          <p14:tracePt t="266151" x="7848600" y="4492625"/>
          <p14:tracePt t="266167" x="7848600" y="4505325"/>
          <p14:tracePt t="266175" x="7848600" y="4530725"/>
          <p14:tracePt t="266183" x="7848600" y="4543425"/>
          <p14:tracePt t="266191" x="7848600" y="4567238"/>
          <p14:tracePt t="266200" x="7848600" y="4579938"/>
          <p14:tracePt t="266207" x="7835900" y="4618038"/>
          <p14:tracePt t="266217" x="7810500" y="4643438"/>
          <p14:tracePt t="266223" x="7785100" y="4656138"/>
          <p14:tracePt t="266232" x="7761288" y="4692650"/>
          <p14:tracePt t="266239" x="7748588" y="4692650"/>
          <p14:tracePt t="266249" x="7748588" y="4705350"/>
          <p14:tracePt t="266255" x="7697788" y="4743450"/>
          <p14:tracePt t="266263" x="7648575" y="4768850"/>
          <p14:tracePt t="266271" x="7597775" y="4779963"/>
          <p14:tracePt t="266279" x="7561263" y="4779963"/>
          <p14:tracePt t="266287" x="7523163" y="4805363"/>
          <p14:tracePt t="266295" x="7497763" y="4818063"/>
          <p14:tracePt t="266303" x="7497763" y="4830763"/>
          <p14:tracePt t="266319" x="7459663" y="4856163"/>
          <p14:tracePt t="266375" x="7459663" y="4868863"/>
          <p14:tracePt t="266441" x="7459663" y="4879975"/>
          <p14:tracePt t="266449" x="7423150" y="4918075"/>
          <p14:tracePt t="266457" x="7359650" y="4956175"/>
          <p14:tracePt t="266466" x="7235825" y="4981575"/>
          <p14:tracePt t="266471" x="7134225" y="5018088"/>
          <p14:tracePt t="266482" x="6972300" y="5043488"/>
          <p14:tracePt t="266487" x="6821488" y="5092700"/>
          <p14:tracePt t="266495" x="6621463" y="5105400"/>
          <p14:tracePt t="266503" x="6421438" y="5130800"/>
          <p14:tracePt t="266511" x="6296025" y="5143500"/>
          <p14:tracePt t="266519" x="6057900" y="5143500"/>
          <p14:tracePt t="266527" x="5932488" y="5143500"/>
          <p14:tracePt t="266535" x="5783263" y="5143500"/>
          <p14:tracePt t="266543" x="5657850" y="5143500"/>
          <p14:tracePt t="266551" x="5507038" y="5130800"/>
          <p14:tracePt t="266559" x="5407025" y="5105400"/>
          <p14:tracePt t="266567" x="5319713" y="5092700"/>
          <p14:tracePt t="266575" x="5257800" y="5068888"/>
          <p14:tracePt t="266583" x="5207000" y="5043488"/>
          <p14:tracePt t="266591" x="5094288" y="5018088"/>
          <p14:tracePt t="266600" x="4981575" y="4981575"/>
          <p14:tracePt t="266607" x="4968875" y="4981575"/>
          <p14:tracePt t="266616" x="4945063" y="4981575"/>
          <p14:tracePt t="266623" x="4881563" y="4981575"/>
          <p14:tracePt t="266632" x="4806950" y="4968875"/>
          <p14:tracePt t="266639" x="4743450" y="4956175"/>
          <p14:tracePt t="266649" x="4668838" y="4930775"/>
          <p14:tracePt t="266655" x="4630738" y="4918075"/>
          <p14:tracePt t="266665" x="4594225" y="4905375"/>
          <p14:tracePt t="266681" x="4581525" y="4892675"/>
          <p14:tracePt t="266695" x="4581525" y="4879975"/>
          <p14:tracePt t="266703" x="4594225" y="4856163"/>
          <p14:tracePt t="266711" x="4594225" y="4843463"/>
          <p14:tracePt t="266719" x="4594225" y="4805363"/>
          <p14:tracePt t="266727" x="4594225" y="4792663"/>
          <p14:tracePt t="266735" x="4594225" y="4756150"/>
          <p14:tracePt t="266743" x="4594225" y="4743450"/>
          <p14:tracePt t="266751" x="4594225" y="4705350"/>
          <p14:tracePt t="266759" x="4581525" y="4692650"/>
          <p14:tracePt t="266775" x="4556125" y="4679950"/>
          <p14:tracePt t="266783" x="4556125" y="4667250"/>
          <p14:tracePt t="266799" x="4556125" y="4656138"/>
          <p14:tracePt t="266807" x="4556125" y="4618038"/>
          <p14:tracePt t="266816" x="4556125" y="4605338"/>
          <p14:tracePt t="266983" x="4568825" y="4592638"/>
          <p14:tracePt t="266991" x="4581525" y="4579938"/>
          <p14:tracePt t="266999" x="4594225" y="4579938"/>
          <p14:tracePt t="267007" x="4606925" y="4579938"/>
          <p14:tracePt t="267016" x="4606925" y="4567238"/>
          <p14:tracePt t="267023" x="4619625" y="4567238"/>
          <p14:tracePt t="267032" x="4630738" y="4554538"/>
          <p14:tracePt t="267049" x="4643438" y="4554538"/>
          <p14:tracePt t="267055" x="4656138" y="4554538"/>
          <p14:tracePt t="267063" x="4706938" y="4543425"/>
          <p14:tracePt t="267071" x="4719638" y="4543425"/>
          <p14:tracePt t="267479" x="4719638" y="4518025"/>
          <p14:tracePt t="267487" x="4732338" y="4467225"/>
          <p14:tracePt t="267687" x="4743450" y="4467225"/>
          <p14:tracePt t="267697" x="4756150" y="4467225"/>
          <p14:tracePt t="267791" x="4768850" y="4479925"/>
          <p14:tracePt t="267831" x="4768850" y="4492625"/>
          <p14:tracePt t="267839" x="4781550" y="4492625"/>
          <p14:tracePt t="267935" x="4781550" y="4505325"/>
          <p14:tracePt t="268047" x="4794250" y="4518025"/>
          <p14:tracePt t="268095" x="4806950" y="4518025"/>
          <p14:tracePt t="268127" x="4819650" y="4530725"/>
          <p14:tracePt t="268135" x="4832350" y="4567238"/>
          <p14:tracePt t="268143" x="4843463" y="4605338"/>
          <p14:tracePt t="268151" x="4843463" y="4618038"/>
          <p14:tracePt t="268159" x="4881563" y="4656138"/>
          <p14:tracePt t="268167" x="4894263" y="4667250"/>
          <p14:tracePt t="268175" x="4945063" y="4679950"/>
          <p14:tracePt t="268183" x="4956175" y="4679950"/>
          <p14:tracePt t="268215" x="4968875" y="4679950"/>
          <p14:tracePt t="268599" x="4994275" y="4718050"/>
          <p14:tracePt t="268607" x="5057775" y="4805363"/>
          <p14:tracePt t="268639" x="5094288" y="4818063"/>
          <p14:tracePt t="268647" x="5270500" y="4818063"/>
          <p14:tracePt t="268655" x="5383213" y="4818063"/>
          <p14:tracePt t="268664" x="5519738" y="4818063"/>
          <p14:tracePt t="268671" x="5632450" y="4856163"/>
          <p14:tracePt t="268680" x="5683250" y="4905375"/>
          <p14:tracePt t="268687" x="5745163" y="4956175"/>
          <p14:tracePt t="268696" x="5821363" y="4992688"/>
          <p14:tracePt t="268703" x="5895975" y="5043488"/>
          <p14:tracePt t="268713" x="5945188" y="5068888"/>
          <p14:tracePt t="268719" x="5995988" y="5105400"/>
          <p14:tracePt t="268729" x="6070600" y="5143500"/>
          <p14:tracePt t="268735" x="6146800" y="5181600"/>
          <p14:tracePt t="268743" x="6196013" y="5194300"/>
          <p14:tracePt t="268751" x="6221413" y="5194300"/>
          <p14:tracePt t="268759" x="6234113" y="5194300"/>
          <p14:tracePt t="268767" x="6246813" y="5205413"/>
          <p14:tracePt t="268807" x="6259513" y="5205413"/>
          <p14:tracePt t="268823" x="6270625" y="5205413"/>
          <p14:tracePt t="268855" x="6283325" y="5205413"/>
          <p14:tracePt t="268865" x="6296025" y="5205413"/>
          <p14:tracePt t="268895" x="6321425" y="5205413"/>
          <p14:tracePt t="268903" x="6334125" y="5168900"/>
          <p14:tracePt t="268912" x="6334125" y="5118100"/>
          <p14:tracePt t="268919" x="6334125" y="5068888"/>
          <p14:tracePt t="268928" x="6296025" y="4992688"/>
          <p14:tracePt t="269152" x="6296025" y="5030788"/>
          <p14:tracePt t="269161" x="6296025" y="5043488"/>
          <p14:tracePt t="269177" x="6296025" y="5030788"/>
          <p14:tracePt t="269184" x="6296025" y="5018088"/>
          <p14:tracePt t="269191" x="6296025" y="5005388"/>
          <p14:tracePt t="269231" x="6283325" y="5005388"/>
          <p14:tracePt t="269239" x="6246813" y="4992688"/>
          <p14:tracePt t="269247" x="6208713" y="4992688"/>
          <p14:tracePt t="269255" x="6157913" y="4992688"/>
          <p14:tracePt t="269263" x="6121400" y="4992688"/>
          <p14:tracePt t="269271" x="6045200" y="4992688"/>
          <p14:tracePt t="269280" x="5921375" y="5043488"/>
          <p14:tracePt t="269287" x="5783263" y="5118100"/>
          <p14:tracePt t="269296" x="5657850" y="5130800"/>
          <p14:tracePt t="269303" x="5483225" y="5156200"/>
          <p14:tracePt t="269312" x="5332413" y="5181600"/>
          <p14:tracePt t="269319" x="5194300" y="5194300"/>
          <p14:tracePt t="269328" x="5145088" y="5218113"/>
          <p14:tracePt t="269335" x="5057775" y="5230813"/>
          <p14:tracePt t="269345" x="5006975" y="5243513"/>
          <p14:tracePt t="269351" x="4968875" y="5243513"/>
          <p14:tracePt t="269359" x="4932363" y="5243513"/>
          <p14:tracePt t="269367" x="4906963" y="5256213"/>
          <p14:tracePt t="269383" x="4894263" y="5256213"/>
          <p14:tracePt t="269399" x="4881563" y="5256213"/>
          <p14:tracePt t="269423" x="4868863" y="5256213"/>
          <p14:tracePt t="269431" x="4856163" y="5256213"/>
          <p14:tracePt t="269439" x="4832350" y="5256213"/>
          <p14:tracePt t="269447" x="4794250" y="5256213"/>
          <p14:tracePt t="269455" x="4768850" y="5256213"/>
          <p14:tracePt t="269463" x="4743450" y="5256213"/>
          <p14:tracePt t="269471" x="4732338" y="5243513"/>
          <p14:tracePt t="269480" x="4719638" y="5243513"/>
          <p14:tracePt t="269496" x="4706938" y="5243513"/>
          <p14:tracePt t="269503" x="4706938" y="5230813"/>
          <p14:tracePt t="269519" x="4694238" y="5230813"/>
          <p14:tracePt t="269528" x="4694238" y="5205413"/>
          <p14:tracePt t="269535" x="4694238" y="5194300"/>
          <p14:tracePt t="269545" x="4694238" y="5143500"/>
          <p14:tracePt t="269551" x="4694238" y="5118100"/>
          <p14:tracePt t="269559" x="4694238" y="5068888"/>
          <p14:tracePt t="269567" x="4743450" y="5005388"/>
          <p14:tracePt t="269575" x="4756150" y="4930775"/>
          <p14:tracePt t="269583" x="4781550" y="4905375"/>
          <p14:tracePt t="269591" x="4806950" y="4843463"/>
          <p14:tracePt t="269599" x="4832350" y="4818063"/>
          <p14:tracePt t="269607" x="4843463" y="4768850"/>
          <p14:tracePt t="269615" x="4843463" y="4730750"/>
          <p14:tracePt t="269623" x="4868863" y="4679950"/>
          <p14:tracePt t="269631" x="4868863" y="4667250"/>
          <p14:tracePt t="269639" x="4881563" y="4618038"/>
          <p14:tracePt t="269647" x="4881563" y="4605338"/>
          <p14:tracePt t="269655" x="4881563" y="4592638"/>
          <p14:tracePt t="269663" x="4881563" y="4579938"/>
          <p14:tracePt t="269680" x="4894263" y="4567238"/>
          <p14:tracePt t="269751" x="4894263" y="4543425"/>
          <p14:tracePt t="269759" x="4906963" y="4518025"/>
          <p14:tracePt t="269767" x="4906963" y="4505325"/>
          <p14:tracePt t="269775" x="4919663" y="4467225"/>
          <p14:tracePt t="269783" x="4932363" y="4430713"/>
          <p14:tracePt t="269791" x="4932363" y="4405313"/>
          <p14:tracePt t="269799" x="4945063" y="4354513"/>
          <p14:tracePt t="269807" x="4945063" y="4330700"/>
          <p14:tracePt t="269815" x="4945063" y="4292600"/>
          <p14:tracePt t="269823" x="4945063" y="4267200"/>
          <p14:tracePt t="269831" x="4945063" y="4230688"/>
          <p14:tracePt t="269839" x="4945063" y="4217988"/>
          <p14:tracePt t="269847" x="4945063" y="4179888"/>
          <p14:tracePt t="269855" x="4945063" y="4141788"/>
          <p14:tracePt t="269863" x="4945063" y="4129088"/>
          <p14:tracePt t="269871" x="4945063" y="4092575"/>
          <p14:tracePt t="269879" x="4945063" y="4054475"/>
          <p14:tracePt t="269887" x="4945063" y="4029075"/>
          <p14:tracePt t="269896" x="4968875" y="3979863"/>
          <p14:tracePt t="269903" x="4968875" y="3954463"/>
          <p14:tracePt t="269913" x="4968875" y="3916363"/>
          <p14:tracePt t="269919" x="4981575" y="3892550"/>
          <p14:tracePt t="269929" x="4994275" y="3854450"/>
          <p14:tracePt t="269935" x="4994275" y="3816350"/>
          <p14:tracePt t="269945" x="4994275" y="3779838"/>
          <p14:tracePt t="269951" x="5019675" y="3754438"/>
          <p14:tracePt t="269961" x="5019675" y="3729038"/>
          <p14:tracePt t="269975" x="5019675" y="3703638"/>
          <p14:tracePt t="269983" x="5032375" y="3692525"/>
          <p14:tracePt t="270231" x="5081588" y="3654425"/>
          <p14:tracePt t="270239" x="5319713" y="3629025"/>
          <p14:tracePt t="270247" x="5345113" y="3616325"/>
          <p14:tracePt t="270255" x="5445125" y="3616325"/>
          <p14:tracePt t="270264" x="5532438" y="3629025"/>
          <p14:tracePt t="270271" x="5595938" y="3667125"/>
          <p14:tracePt t="270281" x="5732463" y="3667125"/>
          <p14:tracePt t="270287" x="5821363" y="3667125"/>
          <p14:tracePt t="270296" x="5870575" y="3667125"/>
          <p14:tracePt t="270303" x="5970588" y="3679825"/>
          <p14:tracePt t="270313" x="6034088" y="3679825"/>
          <p14:tracePt t="270319" x="6096000" y="3679825"/>
          <p14:tracePt t="270328" x="6208713" y="3679825"/>
          <p14:tracePt t="270335" x="6246813" y="3679825"/>
          <p14:tracePt t="270344" x="6283325" y="3679825"/>
          <p14:tracePt t="270351" x="6346825" y="3679825"/>
          <p14:tracePt t="270361" x="6383338" y="3679825"/>
          <p14:tracePt t="270367" x="6408738" y="3679825"/>
          <p14:tracePt t="270376" x="6446838" y="3679825"/>
          <p14:tracePt t="270383" x="6483350" y="3679825"/>
          <p14:tracePt t="270391" x="6496050" y="3679825"/>
          <p14:tracePt t="270399" x="6546850" y="3679825"/>
          <p14:tracePt t="270407" x="6596063" y="3679825"/>
          <p14:tracePt t="270415" x="6696075" y="3679825"/>
          <p14:tracePt t="270423" x="6721475" y="3679825"/>
          <p14:tracePt t="270431" x="6808788" y="3679825"/>
          <p14:tracePt t="270439" x="6884988" y="3679825"/>
          <p14:tracePt t="270447" x="6985000" y="3679825"/>
          <p14:tracePt t="270455" x="7072313" y="3679825"/>
          <p14:tracePt t="270463" x="7134225" y="3679825"/>
          <p14:tracePt t="270471" x="7197725" y="3679825"/>
          <p14:tracePt t="270479" x="7235825" y="3679825"/>
          <p14:tracePt t="270487" x="7259638" y="3679825"/>
          <p14:tracePt t="270495" x="7272338" y="3692525"/>
          <p14:tracePt t="270512" x="7297738" y="3692525"/>
          <p14:tracePt t="270519" x="7310438" y="3692525"/>
          <p14:tracePt t="270528" x="7323138" y="3692525"/>
          <p14:tracePt t="270535" x="7359650" y="3692525"/>
          <p14:tracePt t="270545" x="7410450" y="3692525"/>
          <p14:tracePt t="270551" x="7448550" y="3692525"/>
          <p14:tracePt t="270559" x="7485063" y="3692525"/>
          <p14:tracePt t="270567" x="7548563" y="3692525"/>
          <p14:tracePt t="270577" x="7585075" y="3692525"/>
          <p14:tracePt t="270583" x="7597775" y="3692525"/>
          <p14:tracePt t="270591" x="7623175" y="3692525"/>
          <p14:tracePt t="270607" x="7635875" y="3692525"/>
          <p14:tracePt t="270695" x="7648575" y="3692525"/>
          <p14:tracePt t="270703" x="7661275" y="3692525"/>
          <p14:tracePt t="270751" x="7673975" y="3692525"/>
          <p14:tracePt t="270759" x="7673975" y="3703638"/>
          <p14:tracePt t="270783" x="7685088" y="3729038"/>
          <p14:tracePt t="270792" x="7685088" y="3754438"/>
          <p14:tracePt t="270807" x="7710488" y="3792538"/>
          <p14:tracePt t="270815" x="7735888" y="3841750"/>
          <p14:tracePt t="270823" x="7735888" y="3867150"/>
          <p14:tracePt t="270831" x="7735888" y="3905250"/>
          <p14:tracePt t="270839" x="7735888" y="3954463"/>
          <p14:tracePt t="270847" x="7735888" y="4017963"/>
          <p14:tracePt t="270855" x="7735888" y="4105275"/>
          <p14:tracePt t="270863" x="7748588" y="4167188"/>
          <p14:tracePt t="270871" x="7748588" y="4254500"/>
          <p14:tracePt t="270879" x="7748588" y="4279900"/>
          <p14:tracePt t="270887" x="7748588" y="4330700"/>
          <p14:tracePt t="270895" x="7748588" y="4367213"/>
          <p14:tracePt t="270903" x="7748588" y="4392613"/>
          <p14:tracePt t="270919" x="7748588" y="4418013"/>
          <p14:tracePt t="270935" x="7761288" y="4430713"/>
          <p14:tracePt t="270992" x="7761288" y="4443413"/>
          <p14:tracePt t="270999" x="7773988" y="4454525"/>
          <p14:tracePt t="271007" x="7785100" y="4467225"/>
          <p14:tracePt t="271015" x="7785100" y="4492625"/>
          <p14:tracePt t="271023" x="7797800" y="4505325"/>
          <p14:tracePt t="271031" x="7823200" y="4518025"/>
          <p14:tracePt t="271045" x="7823200" y="4543425"/>
          <p14:tracePt t="271047" x="7823200" y="4592638"/>
          <p14:tracePt t="271063" x="7823200" y="4630738"/>
          <p14:tracePt t="271071" x="7848600" y="4643438"/>
          <p14:tracePt t="271079" x="7848600" y="4656138"/>
          <p14:tracePt t="271087" x="7848600" y="4667250"/>
          <p14:tracePt t="271095" x="7848600" y="4679950"/>
          <p14:tracePt t="271144" x="7886700" y="4667250"/>
          <p14:tracePt t="271151" x="7910513" y="4605338"/>
          <p14:tracePt t="271161" x="7948613" y="4543425"/>
          <p14:tracePt t="271167" x="7986713" y="4492625"/>
          <p14:tracePt t="271176" x="7999413" y="4454525"/>
          <p14:tracePt t="271183" x="8010525" y="4418013"/>
          <p14:tracePt t="271193" x="8023225" y="4405313"/>
          <p14:tracePt t="271327" x="8035925" y="4379913"/>
          <p14:tracePt t="271335" x="8048625" y="4379913"/>
          <p14:tracePt t="271351" x="8074025" y="4367213"/>
          <p14:tracePt t="271360" x="8086725" y="4367213"/>
          <p14:tracePt t="271368" x="8099425" y="4354513"/>
          <p14:tracePt t="271383" x="8110538" y="4354513"/>
          <p14:tracePt t="271503" x="8123238" y="4354513"/>
          <p14:tracePt t="271514" x="8135938" y="4367213"/>
          <p14:tracePt t="271529" x="8148638" y="4405313"/>
          <p14:tracePt t="271537" x="8148638" y="4418013"/>
          <p14:tracePt t="271544" x="8161338" y="4443413"/>
          <p14:tracePt t="271551" x="8174038" y="4454525"/>
          <p14:tracePt t="271561" x="8174038" y="4467225"/>
          <p14:tracePt t="271577" x="8174038" y="4479925"/>
          <p14:tracePt t="271593" x="8174038" y="4492625"/>
          <p14:tracePt t="271655" x="8174038" y="4518025"/>
          <p14:tracePt t="271671" x="8174038" y="4530725"/>
          <p14:tracePt t="271687" x="8174038" y="4554538"/>
          <p14:tracePt t="271695" x="8174038" y="4567238"/>
          <p14:tracePt t="271711" x="8174038" y="4592638"/>
          <p14:tracePt t="271719" x="8186738" y="4592638"/>
          <p14:tracePt t="271728" x="8186738" y="4605338"/>
          <p14:tracePt t="271735" x="8199438" y="4643438"/>
          <p14:tracePt t="271751" x="8199438" y="4656138"/>
          <p14:tracePt t="271760" x="8199438" y="4667250"/>
          <p14:tracePt t="271767" x="8199438" y="4679950"/>
          <p14:tracePt t="271776" x="8199438" y="4692650"/>
          <p14:tracePt t="271783" x="8199438" y="4705350"/>
          <p14:tracePt t="271793" x="8199438" y="4718050"/>
          <p14:tracePt t="271816" x="8199438" y="4730750"/>
          <p14:tracePt t="271824" x="8199438" y="4743450"/>
          <p14:tracePt t="271839" x="8199438" y="4756150"/>
          <p14:tracePt t="271847" x="8199438" y="4768850"/>
          <p14:tracePt t="271855" x="8199438" y="4779963"/>
          <p14:tracePt t="271863" x="8212138" y="4779963"/>
          <p14:tracePt t="271879" x="8212138" y="4792663"/>
          <p14:tracePt t="271887" x="8212138" y="4805363"/>
          <p14:tracePt t="271895" x="8212138" y="4818063"/>
          <p14:tracePt t="271911" x="8212138" y="4843463"/>
          <p14:tracePt t="271919" x="8212138" y="4856163"/>
          <p14:tracePt t="271927" x="8212138" y="4868863"/>
          <p14:tracePt t="271935" x="8212138" y="4879975"/>
          <p14:tracePt t="271944" x="8212138" y="4905375"/>
          <p14:tracePt t="271960" x="8212138" y="4930775"/>
          <p14:tracePt t="271967" x="8212138" y="4943475"/>
          <p14:tracePt t="271976" x="8212138" y="4956175"/>
          <p14:tracePt t="271983" x="8212138" y="4981575"/>
          <p14:tracePt t="271999" x="8212138" y="4992688"/>
          <p14:tracePt t="272010" x="8212138" y="5005388"/>
          <p14:tracePt t="272015" x="8199438" y="5018088"/>
          <p14:tracePt t="272023" x="8174038" y="5030788"/>
          <p14:tracePt t="272031" x="8148638" y="5030788"/>
          <p14:tracePt t="272044" x="8123238" y="5030788"/>
          <p14:tracePt t="272047" x="8074025" y="5030788"/>
          <p14:tracePt t="272055" x="7974013" y="5030788"/>
          <p14:tracePt t="272063" x="7861300" y="5030788"/>
          <p14:tracePt t="272071" x="7735888" y="5030788"/>
          <p14:tracePt t="272079" x="7623175" y="5030788"/>
          <p14:tracePt t="272087" x="7561263" y="5030788"/>
          <p14:tracePt t="272095" x="7485063" y="5030788"/>
          <p14:tracePt t="272103" x="7435850" y="5030788"/>
          <p14:tracePt t="272111" x="7335838" y="5030788"/>
          <p14:tracePt t="272119" x="7285038" y="5030788"/>
          <p14:tracePt t="272127" x="7235825" y="5030788"/>
          <p14:tracePt t="272135" x="7197725" y="5030788"/>
          <p14:tracePt t="272143" x="7159625" y="5043488"/>
          <p14:tracePt t="272151" x="7134225" y="5043488"/>
          <p14:tracePt t="272160" x="7123113" y="5043488"/>
          <p14:tracePt t="272167" x="7097713" y="5056188"/>
          <p14:tracePt t="272199" x="7085013" y="5056188"/>
          <p14:tracePt t="272208" x="7085013" y="5068888"/>
          <p14:tracePt t="272423" x="7110413" y="5081588"/>
          <p14:tracePt t="272431" x="7159625" y="5081588"/>
          <p14:tracePt t="272439" x="7272338" y="5081588"/>
          <p14:tracePt t="272447" x="7323138" y="5092700"/>
          <p14:tracePt t="272455" x="7372350" y="5092700"/>
          <p14:tracePt t="272463" x="7485063" y="5092700"/>
          <p14:tracePt t="272471" x="7535863" y="5068888"/>
          <p14:tracePt t="272479" x="7610475" y="5043488"/>
          <p14:tracePt t="272487" x="7685088" y="5018088"/>
          <p14:tracePt t="272495" x="7697788" y="5005388"/>
          <p14:tracePt t="272503" x="7710488" y="4992688"/>
          <p14:tracePt t="272511" x="7723188" y="4981575"/>
          <p14:tracePt t="272519" x="7735888" y="4981575"/>
          <p14:tracePt t="272567" x="7735888" y="4968875"/>
          <p14:tracePt t="272623" x="7748588" y="4956175"/>
          <p14:tracePt t="272639" x="7761288" y="4956175"/>
          <p14:tracePt t="272647" x="7773988" y="4956175"/>
          <p14:tracePt t="272656" x="7785100" y="4943475"/>
          <p14:tracePt t="272664" x="7797800" y="4943475"/>
          <p14:tracePt t="272672" x="7823200" y="4943475"/>
          <p14:tracePt t="272680" x="7835900" y="4943475"/>
          <p14:tracePt t="272687" x="7861300" y="4943475"/>
          <p14:tracePt t="272695" x="7874000" y="4943475"/>
          <p14:tracePt t="272703" x="7886700" y="4943475"/>
          <p14:tracePt t="272711" x="7910513" y="4943475"/>
          <p14:tracePt t="272727" x="7923213" y="4943475"/>
          <p14:tracePt t="272751" x="7935913" y="4943475"/>
          <p14:tracePt t="272767" x="7948613" y="4943475"/>
          <p14:tracePt t="272783" x="7961313" y="4943475"/>
          <p14:tracePt t="272799" x="7986713" y="4943475"/>
          <p14:tracePt t="272808" x="8010525" y="4943475"/>
          <p14:tracePt t="272815" x="8023225" y="4943475"/>
          <p14:tracePt t="272825" x="8035925" y="4943475"/>
          <p14:tracePt t="272831" x="8061325" y="4943475"/>
          <p14:tracePt t="272841" x="8086725" y="4943475"/>
          <p14:tracePt t="272847" x="8086725" y="4956175"/>
          <p14:tracePt t="272855" x="8099425" y="4956175"/>
          <p14:tracePt t="272863" x="8110538" y="4956175"/>
          <p14:tracePt t="272871" x="8123238" y="4956175"/>
          <p14:tracePt t="272879" x="8135938" y="4956175"/>
          <p14:tracePt t="272887" x="8148638" y="4956175"/>
          <p14:tracePt t="272895" x="8161338" y="4968875"/>
          <p14:tracePt t="272903" x="8186738" y="4968875"/>
          <p14:tracePt t="272911" x="8199438" y="4968875"/>
          <p14:tracePt t="272919" x="8223250" y="4968875"/>
          <p14:tracePt t="272927" x="8235950" y="4968875"/>
          <p14:tracePt t="273072" x="8248650" y="4968875"/>
          <p14:tracePt t="273151" x="8274050" y="4968875"/>
          <p14:tracePt t="273199" x="8286750" y="4968875"/>
          <p14:tracePt t="273215" x="8299450" y="4956175"/>
          <p14:tracePt t="273231" x="8312150" y="4956175"/>
          <p14:tracePt t="273255" x="8324850" y="4930775"/>
          <p14:tracePt t="273271" x="8335963" y="4930775"/>
          <p14:tracePt t="273287" x="8361363" y="4918075"/>
          <p14:tracePt t="273295" x="8386763" y="4905375"/>
          <p14:tracePt t="273303" x="8399463" y="4905375"/>
          <p14:tracePt t="273311" x="8424863" y="4879975"/>
          <p14:tracePt t="273319" x="8435975" y="4879975"/>
          <p14:tracePt t="273327" x="8448675" y="4868863"/>
          <p14:tracePt t="273335" x="8461375" y="4856163"/>
          <p14:tracePt t="273343" x="8499475" y="4830763"/>
          <p14:tracePt t="273351" x="8548688" y="4805363"/>
          <p14:tracePt t="273359" x="8599488" y="4779963"/>
          <p14:tracePt t="273367" x="8637588" y="4730750"/>
          <p14:tracePt t="273376" x="8661400" y="4718050"/>
          <p14:tracePt t="273383" x="8661400" y="4692650"/>
          <p14:tracePt t="273392" x="8661400" y="4679950"/>
          <p14:tracePt t="273399" x="8661400" y="4656138"/>
          <p14:tracePt t="273408" x="8686800" y="4630738"/>
          <p14:tracePt t="273415" x="8686800" y="4618038"/>
          <p14:tracePt t="273424" x="8686800" y="4605338"/>
          <p14:tracePt t="273431" x="8686800" y="4579938"/>
          <p14:tracePt t="273440" x="8686800" y="4554538"/>
          <p14:tracePt t="273447" x="8686800" y="4518025"/>
          <p14:tracePt t="273455" x="8686800" y="4479925"/>
          <p14:tracePt t="273463" x="8686800" y="4454525"/>
          <p14:tracePt t="273471" x="8686800" y="4430713"/>
          <p14:tracePt t="273479" x="8674100" y="4405313"/>
          <p14:tracePt t="273487" x="8650288" y="4379913"/>
          <p14:tracePt t="273495" x="8637588" y="4367213"/>
          <p14:tracePt t="273503" x="8612188" y="4354513"/>
          <p14:tracePt t="273511" x="8599488" y="4354513"/>
          <p14:tracePt t="273799" x="8599488" y="4341813"/>
          <p14:tracePt t="273967" x="8599488" y="4330700"/>
          <p14:tracePt t="273975" x="8599488" y="4318000"/>
          <p14:tracePt t="273983" x="8612188" y="4318000"/>
          <p14:tracePt t="274008" x="8637588" y="4318000"/>
          <p14:tracePt t="274015" x="8637588" y="4305300"/>
          <p14:tracePt t="274025" x="8650288" y="4292600"/>
          <p14:tracePt t="274311" x="8661400" y="4292600"/>
          <p14:tracePt t="274343" x="8674100" y="4292600"/>
          <p14:tracePt t="274447" x="8686800" y="4292600"/>
          <p14:tracePt t="274463" x="8699500" y="4292600"/>
          <p14:tracePt t="274479" x="8712200" y="4292600"/>
          <p14:tracePt t="274751" x="8724900" y="4292600"/>
          <p14:tracePt t="274799" x="8737600" y="4292600"/>
          <p14:tracePt t="274807" x="8750300" y="4305300"/>
          <p14:tracePt t="275327" x="8737600" y="4305300"/>
          <p14:tracePt t="275335" x="8724900" y="4305300"/>
          <p14:tracePt t="275591" x="8750300" y="4305300"/>
          <p14:tracePt t="275607" x="8763000" y="4305300"/>
          <p14:tracePt t="275640" x="8774113" y="4305300"/>
          <p14:tracePt t="275648" x="8799513" y="4305300"/>
          <p14:tracePt t="275679" x="8824913" y="4305300"/>
          <p14:tracePt t="275687" x="8837613" y="4292600"/>
          <p14:tracePt t="275863" x="8863013" y="4292600"/>
          <p14:tracePt t="275873" x="8874125" y="4292600"/>
          <p14:tracePt t="275881" x="8899525" y="4292600"/>
          <p14:tracePt t="275889" x="8924925" y="4279900"/>
          <p14:tracePt t="275895" x="8963025" y="4279900"/>
          <p14:tracePt t="275904" x="8986838" y="4279900"/>
          <p14:tracePt t="275911" x="8999538" y="4279900"/>
          <p14:tracePt t="275927" x="9012238" y="4279900"/>
          <p14:tracePt t="275935" x="9037638" y="4279900"/>
          <p14:tracePt t="275943" x="9050338" y="4267200"/>
          <p14:tracePt t="275951" x="9063038" y="4267200"/>
          <p14:tracePt t="276263" x="9050338" y="4254500"/>
          <p14:tracePt t="276273" x="9037638" y="4254500"/>
          <p14:tracePt t="276279" x="9012238" y="4254500"/>
          <p14:tracePt t="276289" x="8999538" y="4254500"/>
          <p14:tracePt t="276295" x="8986838" y="4254500"/>
          <p14:tracePt t="276305" x="8963025" y="4254500"/>
          <p14:tracePt t="276327" x="8950325" y="4254500"/>
          <p14:tracePt t="276655" x="8937625" y="4241800"/>
          <p14:tracePt t="276663" x="8937625" y="4230688"/>
          <p14:tracePt t="276680" x="8950325" y="4217988"/>
          <p14:tracePt t="276689" x="8963025" y="4217988"/>
          <p14:tracePt t="276697" x="8999538" y="4205288"/>
          <p14:tracePt t="276704" x="9012238" y="4179888"/>
          <p14:tracePt t="276711" x="9050338" y="4179888"/>
          <p14:tracePt t="276722" x="9075738" y="4179888"/>
          <p14:tracePt t="276727" x="9137650" y="4179888"/>
          <p14:tracePt t="276736" x="9150350" y="4179888"/>
          <p14:tracePt t="276743" x="9175750" y="4179888"/>
          <p14:tracePt t="276751" x="9188450" y="4179888"/>
          <p14:tracePt t="276759" x="9224963" y="4179888"/>
          <p14:tracePt t="276775" x="9237663" y="4179888"/>
          <p14:tracePt t="276783" x="9263063" y="4179888"/>
          <p14:tracePt t="276791" x="9275763" y="4179888"/>
          <p14:tracePt t="276807" x="9301163" y="4179888"/>
          <p14:tracePt t="276815" x="9312275" y="4179888"/>
          <p14:tracePt t="276823" x="9324975" y="4179888"/>
          <p14:tracePt t="276831" x="9337675" y="4179888"/>
          <p14:tracePt t="276855" x="9350375" y="4179888"/>
          <p14:tracePt t="276903" x="9375775" y="4179888"/>
          <p14:tracePt t="276920" x="9388475" y="4179888"/>
          <p14:tracePt t="276927" x="9401175" y="4179888"/>
          <p14:tracePt t="276936" x="9413875" y="4179888"/>
          <p14:tracePt t="276943" x="9450388" y="4179888"/>
          <p14:tracePt t="276951" x="9488488" y="4179888"/>
          <p14:tracePt t="276959" x="9525000" y="4179888"/>
          <p14:tracePt t="276967" x="9563100" y="4179888"/>
          <p14:tracePt t="276975" x="9575800" y="4179888"/>
          <p14:tracePt t="276983" x="9613900" y="4179888"/>
          <p14:tracePt t="276991" x="9650413" y="4179888"/>
          <p14:tracePt t="276999" x="9688513" y="4179888"/>
          <p14:tracePt t="277007" x="9701213" y="4179888"/>
          <p14:tracePt t="277015" x="9739313" y="4179888"/>
          <p14:tracePt t="277031" x="9788525" y="4179888"/>
          <p14:tracePt t="277039" x="9801225" y="4179888"/>
          <p14:tracePt t="277047" x="9826625" y="4179888"/>
          <p14:tracePt t="277072" x="9863138" y="4179888"/>
          <p14:tracePt t="277079" x="9888538" y="4167188"/>
          <p14:tracePt t="277089" x="9926638" y="4167188"/>
          <p14:tracePt t="277095" x="9952038" y="4167188"/>
          <p14:tracePt t="277105" x="9975850" y="4154488"/>
          <p14:tracePt t="277111" x="10026650" y="4154488"/>
          <p14:tracePt t="277121" x="10039350" y="4154488"/>
          <p14:tracePt t="277127" x="10064750" y="4154488"/>
          <p14:tracePt t="277136" x="10088563" y="4141788"/>
          <p14:tracePt t="277143" x="10101263" y="4141788"/>
          <p14:tracePt t="277151" x="10101263" y="4129088"/>
          <p14:tracePt t="277159" x="10113963" y="4129088"/>
          <p14:tracePt t="277167" x="10126663" y="4129088"/>
          <p14:tracePt t="277183" x="10139363" y="4129088"/>
          <p14:tracePt t="277199" x="10152063" y="4129088"/>
          <p14:tracePt t="277207" x="10164763" y="4129088"/>
          <p14:tracePt t="277223" x="10177463" y="4129088"/>
          <p14:tracePt t="277231" x="10201275" y="4129088"/>
          <p14:tracePt t="277239" x="10213975" y="4129088"/>
          <p14:tracePt t="277247" x="10239375" y="4129088"/>
          <p14:tracePt t="277255" x="10301288" y="4141788"/>
          <p14:tracePt t="277263" x="10313988" y="4141788"/>
          <p14:tracePt t="277272" x="10352088" y="4154488"/>
          <p14:tracePt t="277279" x="10390188" y="4154488"/>
          <p14:tracePt t="277288" x="10414000" y="4192588"/>
          <p14:tracePt t="277295" x="10464800" y="4205288"/>
          <p14:tracePt t="277304" x="10502900" y="4230688"/>
          <p14:tracePt t="277311" x="10514013" y="4241800"/>
          <p14:tracePt t="277321" x="10539413" y="4241800"/>
          <p14:tracePt t="277327" x="10552113" y="4241800"/>
          <p14:tracePt t="277336" x="10577513" y="4241800"/>
          <p14:tracePt t="277367" x="10590213" y="4241800"/>
          <p14:tracePt t="277383" x="10602913" y="4254500"/>
          <p14:tracePt t="277399" x="10626725" y="4267200"/>
          <p14:tracePt t="277407" x="10639425" y="4279900"/>
          <p14:tracePt t="277423" x="10652125" y="4292600"/>
          <p14:tracePt t="277431" x="10664825" y="4330700"/>
          <p14:tracePt t="277439" x="10677525" y="4330700"/>
          <p14:tracePt t="277447" x="10677525" y="4341813"/>
          <p14:tracePt t="277455" x="10715625" y="4379913"/>
          <p14:tracePt t="277463" x="10715625" y="4392613"/>
          <p14:tracePt t="277472" x="10715625" y="4405313"/>
          <p14:tracePt t="277479" x="10715625" y="4418013"/>
          <p14:tracePt t="277488" x="10726738" y="4430713"/>
          <p14:tracePt t="277505" x="10726738" y="4443413"/>
          <p14:tracePt t="277687" x="10726738" y="4454525"/>
          <p14:tracePt t="277695" x="10726738" y="4467225"/>
          <p14:tracePt t="277704" x="10726738" y="4479925"/>
          <p14:tracePt t="277711" x="10726738" y="4492625"/>
          <p14:tracePt t="277727" x="10726738" y="4505325"/>
          <p14:tracePt t="277736" x="10726738" y="4530725"/>
          <p14:tracePt t="277754" x="10715625" y="4530725"/>
          <p14:tracePt t="277769" x="10702925" y="4543425"/>
          <p14:tracePt t="277799" x="10702925" y="4554538"/>
          <p14:tracePt t="277815" x="10702925" y="4567238"/>
          <p14:tracePt t="277823" x="10702925" y="4579938"/>
          <p14:tracePt t="277831" x="10702925" y="4592638"/>
          <p14:tracePt t="277863" x="10702925" y="4605338"/>
          <p14:tracePt t="277887" x="10715625" y="4605338"/>
          <p14:tracePt t="277895" x="10739438" y="4605338"/>
          <p14:tracePt t="277904" x="10764838" y="4605338"/>
          <p14:tracePt t="277920" x="10802938" y="4605338"/>
          <p14:tracePt t="277927" x="10839450" y="4605338"/>
          <p14:tracePt t="277943" x="10864850" y="4605338"/>
          <p14:tracePt t="277975" x="10877550" y="4605338"/>
          <p14:tracePt t="278295" x="10864850" y="4605338"/>
          <p14:tracePt t="278303" x="10828338" y="4605338"/>
          <p14:tracePt t="278311" x="10815638" y="4605338"/>
          <p14:tracePt t="278320" x="10739438" y="4605338"/>
          <p14:tracePt t="278327" x="10677525" y="4605338"/>
          <p14:tracePt t="278337" x="10564813" y="4605338"/>
          <p14:tracePt t="278343" x="10477500" y="4605338"/>
          <p14:tracePt t="278353" x="10426700" y="4605338"/>
          <p14:tracePt t="278359" x="10390188" y="4605338"/>
          <p14:tracePt t="278369" x="10352088" y="4605338"/>
          <p14:tracePt t="278375" x="10339388" y="4605338"/>
          <p14:tracePt t="278383" x="10313988" y="4605338"/>
          <p14:tracePt t="278391" x="10301288" y="4605338"/>
          <p14:tracePt t="278463" x="10277475" y="4605338"/>
          <p14:tracePt t="278495" x="10264775" y="4605338"/>
          <p14:tracePt t="278503" x="10239375" y="4605338"/>
          <p14:tracePt t="278511" x="10226675" y="4605338"/>
          <p14:tracePt t="278639" x="10239375" y="4605338"/>
          <p14:tracePt t="278647" x="10301288" y="4605338"/>
          <p14:tracePt t="278655" x="10364788" y="4605338"/>
          <p14:tracePt t="278663" x="10452100" y="4605338"/>
          <p14:tracePt t="278671" x="10539413" y="4592638"/>
          <p14:tracePt t="278679" x="10590213" y="4592638"/>
          <p14:tracePt t="278687" x="10639425" y="4592638"/>
          <p14:tracePt t="278695" x="10664825" y="4579938"/>
          <p14:tracePt t="278703" x="10690225" y="4567238"/>
          <p14:tracePt t="278711" x="10739438" y="4543425"/>
          <p14:tracePt t="278720" x="10777538" y="4530725"/>
          <p14:tracePt t="278727" x="10815638" y="4530725"/>
          <p14:tracePt t="278737" x="10852150" y="4518025"/>
          <p14:tracePt t="278743" x="10864850" y="4518025"/>
          <p14:tracePt t="278753" x="10877550" y="4518025"/>
          <p14:tracePt t="278759" x="10890250" y="4518025"/>
          <p14:tracePt t="278768" x="10902950" y="4518025"/>
          <p14:tracePt t="278783" x="10915650" y="4518025"/>
          <p14:tracePt t="278791" x="10928350" y="4518025"/>
          <p14:tracePt t="278799" x="10939463" y="4518025"/>
          <p14:tracePt t="278807" x="10964863" y="4518025"/>
          <p14:tracePt t="278815" x="10990263" y="4518025"/>
          <p14:tracePt t="278823" x="11002963" y="4492625"/>
          <p14:tracePt t="278839" x="11015663" y="4492625"/>
          <p14:tracePt t="278847" x="11028363" y="4492625"/>
          <p14:tracePt t="278863" x="11052175" y="4492625"/>
          <p14:tracePt t="278871" x="11064875" y="4492625"/>
          <p14:tracePt t="278879" x="11077575" y="4492625"/>
          <p14:tracePt t="278887" x="11090275" y="4492625"/>
          <p14:tracePt t="278911" x="11102975" y="4492625"/>
          <p14:tracePt t="278943" x="11115675" y="4492625"/>
          <p14:tracePt t="278953" x="11128375" y="4492625"/>
          <p14:tracePt t="278959" x="11141075" y="4492625"/>
          <p14:tracePt t="279015" x="11164888" y="4492625"/>
          <p14:tracePt t="279071" x="11177588" y="4492625"/>
          <p14:tracePt t="279111" x="11202988" y="4492625"/>
          <p14:tracePt t="279527" x="11164888" y="4492625"/>
          <p14:tracePt t="279536" x="11077575" y="4530725"/>
          <p14:tracePt t="279543" x="11028363" y="4530725"/>
          <p14:tracePt t="279552" x="11002963" y="4530725"/>
          <p14:tracePt t="279559" x="10990263" y="4530725"/>
          <p14:tracePt t="279568" x="10952163" y="4530725"/>
          <p14:tracePt t="279575" x="10939463" y="4530725"/>
          <p14:tracePt t="279785" x="10939463" y="4518025"/>
          <p14:tracePt t="279800" x="10952163" y="4505325"/>
          <p14:tracePt t="279807" x="10952163" y="4492625"/>
          <p14:tracePt t="279815" x="10964863" y="4479925"/>
          <p14:tracePt t="279823" x="10964863" y="4467225"/>
          <p14:tracePt t="279879" x="10964863" y="4454525"/>
          <p14:tracePt t="279951" x="10977563" y="4430713"/>
          <p14:tracePt t="280007" x="10990263" y="4430713"/>
          <p14:tracePt t="280056" x="10990263" y="4418013"/>
          <p14:tracePt t="280783" x="10964863" y="4492625"/>
          <p14:tracePt t="280791" x="10928350" y="4579938"/>
          <p14:tracePt t="280800" x="10864850" y="4667250"/>
          <p14:tracePt t="280807" x="10852150" y="4730750"/>
          <p14:tracePt t="280817" x="10802938" y="4830763"/>
          <p14:tracePt t="280823" x="10777538" y="4918075"/>
          <p14:tracePt t="280836" x="10739438" y="5005388"/>
          <p14:tracePt t="280840" x="10726738" y="5081588"/>
          <p14:tracePt t="283047" x="10664825" y="5130800"/>
          <p14:tracePt t="283055" x="10639425" y="5105400"/>
          <p14:tracePt t="283064" x="10626725" y="5092700"/>
          <p14:tracePt t="283071" x="10626725" y="5081588"/>
          <p14:tracePt t="283080" x="10614025" y="5068888"/>
          <p14:tracePt t="283151" x="10602913" y="5043488"/>
          <p14:tracePt t="283319" x="10602913" y="5056188"/>
          <p14:tracePt t="283329" x="10602913" y="5105400"/>
          <p14:tracePt t="283338" x="10602913" y="5118100"/>
          <p14:tracePt t="283345" x="10602913" y="5130800"/>
          <p14:tracePt t="283895" x="10490200" y="5105400"/>
          <p14:tracePt t="283903" x="10152063" y="4856163"/>
          <p14:tracePt t="284143" x="10152063" y="4905375"/>
          <p14:tracePt t="284151" x="10177463" y="5018088"/>
          <p14:tracePt t="284183" x="10188575" y="5018088"/>
          <p14:tracePt t="284191" x="10188575" y="5005388"/>
          <p14:tracePt t="284248" x="10201275" y="5005388"/>
          <p14:tracePt t="284257" x="10213975" y="5005388"/>
          <p14:tracePt t="284265" x="10252075" y="5005388"/>
          <p14:tracePt t="284272" x="10301288" y="5005388"/>
          <p14:tracePt t="284280" x="10339388" y="5005388"/>
          <p14:tracePt t="284287" x="10364788" y="5005388"/>
          <p14:tracePt t="284297" x="10414000" y="5018088"/>
          <p14:tracePt t="284303" x="10452100" y="5018088"/>
          <p14:tracePt t="284312" x="10477500" y="5043488"/>
          <p14:tracePt t="284329" x="10502900" y="5056188"/>
          <p14:tracePt t="284343" x="10526713" y="5056188"/>
          <p14:tracePt t="284463" x="10539413" y="5056188"/>
          <p14:tracePt t="284527" x="10552113" y="5056188"/>
          <p14:tracePt t="284561" x="10564813" y="5043488"/>
          <p14:tracePt t="284568" x="10577513" y="5030788"/>
          <p14:tracePt t="284583" x="10614025" y="5005388"/>
          <p14:tracePt t="284591" x="10639425" y="5005388"/>
          <p14:tracePt t="284599" x="10652125" y="5005388"/>
          <p14:tracePt t="284607" x="10677525" y="4992688"/>
          <p14:tracePt t="284615" x="10715625" y="4968875"/>
          <p14:tracePt t="284623" x="10752138" y="4956175"/>
          <p14:tracePt t="284631" x="10752138" y="4943475"/>
          <p14:tracePt t="284639" x="10802938" y="4905375"/>
          <p14:tracePt t="284647" x="10828338" y="4892675"/>
          <p14:tracePt t="284655" x="10839450" y="4892675"/>
          <p14:tracePt t="284664" x="10890250" y="4879975"/>
          <p14:tracePt t="284671" x="10939463" y="4843463"/>
          <p14:tracePt t="284680" x="10964863" y="4818063"/>
          <p14:tracePt t="284687" x="10977563" y="4805363"/>
          <p14:tracePt t="284696" x="10990263" y="4779963"/>
          <p14:tracePt t="284703" x="11002963" y="4768850"/>
          <p14:tracePt t="284713" x="11028363" y="4768850"/>
          <p14:tracePt t="284967" x="11028363" y="4792663"/>
          <p14:tracePt t="284991" x="11015663" y="4805363"/>
          <p14:tracePt t="284999" x="11002963" y="4818063"/>
          <p14:tracePt t="285015" x="10964863" y="4843463"/>
          <p14:tracePt t="285031" x="10952163" y="4856163"/>
          <p14:tracePt t="285039" x="10939463" y="4856163"/>
          <p14:tracePt t="285055" x="10902950" y="4868863"/>
          <p14:tracePt t="285087" x="10877550" y="4868863"/>
          <p14:tracePt t="285119" x="10864850" y="4868863"/>
          <p14:tracePt t="285127" x="10828338" y="4879975"/>
          <p14:tracePt t="285135" x="10828338" y="4892675"/>
          <p14:tracePt t="285143" x="10815638" y="4892675"/>
          <p14:tracePt t="285159" x="10802938" y="4892675"/>
          <p14:tracePt t="285167" x="10790238" y="4905375"/>
          <p14:tracePt t="285191" x="10764838" y="4930775"/>
          <p14:tracePt t="285223" x="10752138" y="4930775"/>
          <p14:tracePt t="285231" x="10690225" y="4981575"/>
          <p14:tracePt t="285247" x="10652125" y="5005388"/>
          <p14:tracePt t="285263" x="10626725" y="5005388"/>
          <p14:tracePt t="285271" x="10626725" y="5018088"/>
          <p14:tracePt t="285287" x="10614025" y="5030788"/>
          <p14:tracePt t="285393" x="10602913" y="5030788"/>
          <p14:tracePt t="285536" x="10602913" y="5018088"/>
          <p14:tracePt t="285552" x="10602913" y="5005388"/>
          <p14:tracePt t="285560" x="10602913" y="4992688"/>
          <p14:tracePt t="285576" x="10602913" y="4981575"/>
          <p14:tracePt t="285591" x="10602913" y="4968875"/>
          <p14:tracePt t="285599" x="10602913" y="4956175"/>
          <p14:tracePt t="285607" x="10602913" y="4943475"/>
          <p14:tracePt t="285623" x="10602913" y="4930775"/>
          <p14:tracePt t="285631" x="10602913" y="4918075"/>
          <p14:tracePt t="285647" x="10602913" y="4905375"/>
          <p14:tracePt t="285663" x="10602913" y="4892675"/>
          <p14:tracePt t="285671" x="10602913" y="4879975"/>
          <p14:tracePt t="285687" x="10602913" y="4868863"/>
          <p14:tracePt t="285696" x="10602913" y="4856163"/>
          <p14:tracePt t="285713" x="10602913" y="4830763"/>
          <p14:tracePt t="285767" x="10614025" y="4830763"/>
          <p14:tracePt t="285799" x="10626725" y="4818063"/>
          <p14:tracePt t="285855" x="10626725" y="4805363"/>
          <p14:tracePt t="285896" x="10639425" y="4805363"/>
          <p14:tracePt t="285920" x="10652125" y="4805363"/>
          <p14:tracePt t="285929" x="10664825" y="4792663"/>
          <p14:tracePt t="285959" x="10677525" y="4792663"/>
          <p14:tracePt t="285967" x="10702925" y="4768850"/>
          <p14:tracePt t="285983" x="10702925" y="4756150"/>
          <p14:tracePt t="285991" x="10715625" y="4756150"/>
          <p14:tracePt t="286007" x="10726738" y="4756150"/>
          <p14:tracePt t="286023" x="10726738" y="4743450"/>
          <p14:tracePt t="286055" x="10739438" y="4730750"/>
          <p14:tracePt t="286063" x="10752138" y="4730750"/>
          <p14:tracePt t="286079" x="10752138" y="4718050"/>
          <p14:tracePt t="286096" x="10764838" y="4718050"/>
          <p14:tracePt t="286135" x="10777538" y="4705350"/>
          <p14:tracePt t="286175" x="10790238" y="4692650"/>
          <p14:tracePt t="286216" x="10790238" y="4679950"/>
          <p14:tracePt t="288191" x="10790238" y="4692650"/>
          <p14:tracePt t="288209" x="10790238" y="4705350"/>
          <p14:tracePt t="288231" x="10777538" y="4730750"/>
          <p14:tracePt t="288239" x="10764838" y="4730750"/>
          <p14:tracePt t="288271" x="10764838" y="4743450"/>
          <p14:tracePt t="288311" x="10752138" y="4743450"/>
          <p14:tracePt t="288504" x="10752138" y="4756150"/>
          <p14:tracePt t="288512" x="10790238" y="4805363"/>
          <p14:tracePt t="288520" x="10815638" y="4843463"/>
          <p14:tracePt t="288529" x="10877550" y="4892675"/>
          <p14:tracePt t="288536" x="10890250" y="4930775"/>
          <p14:tracePt t="288544" x="10928350" y="4956175"/>
          <p14:tracePt t="288551" x="10939463" y="5005388"/>
          <p14:tracePt t="288561" x="10939463" y="5056188"/>
          <p14:tracePt t="288567" x="10939463" y="5092700"/>
          <p14:tracePt t="288577" x="10939463" y="5130800"/>
          <p14:tracePt t="288711" x="10890250" y="5118100"/>
          <p14:tracePt t="288719" x="10877550" y="5081588"/>
          <p14:tracePt t="288727" x="10852150" y="5043488"/>
          <p14:tracePt t="288735" x="10852150" y="5018088"/>
          <p14:tracePt t="288743" x="10852150" y="4992688"/>
          <p14:tracePt t="288751" x="10828338" y="4968875"/>
          <p14:tracePt t="288767" x="10828338" y="4943475"/>
          <p14:tracePt t="288792" x="10828338" y="4930775"/>
          <p14:tracePt t="288839" x="10828338" y="4918075"/>
          <p14:tracePt t="288847" x="10839450" y="4892675"/>
          <p14:tracePt t="288879" x="10852150" y="4879975"/>
          <p14:tracePt t="288887" x="10852150" y="4868863"/>
          <p14:tracePt t="288904" x="10852150" y="4856163"/>
          <p14:tracePt t="288935" x="10852150" y="4830763"/>
          <p14:tracePt t="288943" x="10877550" y="4818063"/>
          <p14:tracePt t="288959" x="10890250" y="4779963"/>
          <p14:tracePt t="288983" x="10890250" y="4768850"/>
          <p14:tracePt t="289007" x="10890250" y="4743450"/>
          <p14:tracePt t="289416" x="10890250" y="4768850"/>
          <p14:tracePt t="289432" x="10890250" y="4779963"/>
          <p14:tracePt t="289447" x="10890250" y="4792663"/>
          <p14:tracePt t="289471" x="10877550" y="4805363"/>
          <p14:tracePt t="289511" x="10852150" y="4830763"/>
          <p14:tracePt t="289519" x="10839450" y="4830763"/>
          <p14:tracePt t="289527" x="10815638" y="4830763"/>
          <p14:tracePt t="289535" x="10790238" y="4843463"/>
          <p14:tracePt t="289543" x="10764838" y="4843463"/>
          <p14:tracePt t="289559" x="10739438" y="4843463"/>
          <p14:tracePt t="289567" x="10715625" y="4843463"/>
          <p14:tracePt t="289583" x="10690225" y="4843463"/>
          <p14:tracePt t="289599" x="10677525" y="4843463"/>
          <p14:tracePt t="289647" x="10652125" y="4843463"/>
          <p14:tracePt t="289687" x="10639425" y="4843463"/>
          <p14:tracePt t="289695" x="10639425" y="4830763"/>
          <p14:tracePt t="289703" x="10639425" y="4805363"/>
          <p14:tracePt t="289719" x="10639425" y="4779963"/>
          <p14:tracePt t="289727" x="10639425" y="4768850"/>
          <p14:tracePt t="289743" x="10639425" y="4743450"/>
          <p14:tracePt t="289751" x="10639425" y="4730750"/>
          <p14:tracePt t="289775" x="10639425" y="4718050"/>
          <p14:tracePt t="289791" x="10639425" y="4705350"/>
          <p14:tracePt t="289825" x="10639425" y="4692650"/>
          <p14:tracePt t="289839" x="10652125" y="4692650"/>
          <p14:tracePt t="290695" x="10664825" y="4692650"/>
          <p14:tracePt t="292199" x="10652125" y="4692650"/>
          <p14:tracePt t="292247" x="10639425" y="4692650"/>
          <p14:tracePt t="292295" x="10626725" y="4705350"/>
          <p14:tracePt t="292337" x="10614025" y="4705350"/>
          <p14:tracePt t="292519" x="10602913" y="4705350"/>
          <p14:tracePt t="292567" x="10602913" y="4692650"/>
          <p14:tracePt t="292728" x="10602913" y="4679950"/>
          <p14:tracePt t="292823" x="10602913" y="4667250"/>
          <p14:tracePt t="293303" x="10577513" y="4679950"/>
          <p14:tracePt t="293311" x="10552113" y="4692650"/>
          <p14:tracePt t="293320" x="10514013" y="4718050"/>
          <p14:tracePt t="293327" x="10477500" y="4756150"/>
          <p14:tracePt t="293336" x="10452100" y="4768850"/>
          <p14:tracePt t="293343" x="10426700" y="4792663"/>
          <p14:tracePt t="293353" x="10401300" y="4818063"/>
          <p14:tracePt t="293359" x="10352088" y="4843463"/>
          <p14:tracePt t="293367" x="10326688" y="4879975"/>
          <p14:tracePt t="293375" x="10288588" y="4905375"/>
          <p14:tracePt t="293383" x="10226675" y="4956175"/>
          <p14:tracePt t="293391" x="10201275" y="4981575"/>
          <p14:tracePt t="293399" x="10164763" y="5005388"/>
          <p14:tracePt t="293415" x="10139363" y="5030788"/>
          <p14:tracePt t="293423" x="10101263" y="5056188"/>
          <p14:tracePt t="293431" x="10088563" y="5056188"/>
          <p14:tracePt t="293439" x="10064750" y="5056188"/>
          <p14:tracePt t="293447" x="10013950" y="5092700"/>
          <p14:tracePt t="293455" x="9901238" y="5118100"/>
          <p14:tracePt t="293463" x="9826625" y="5156200"/>
          <p14:tracePt t="293471" x="9775825" y="5168900"/>
          <p14:tracePt t="293479" x="9726613" y="5168900"/>
          <p14:tracePt t="293488" x="9675813" y="5205413"/>
          <p14:tracePt t="293495" x="9650413" y="5218113"/>
          <p14:tracePt t="293504" x="9575800" y="5230813"/>
          <p14:tracePt t="293511" x="9525000" y="5230813"/>
          <p14:tracePt t="293521" x="9413875" y="5281613"/>
          <p14:tracePt t="293527" x="9388475" y="5294313"/>
          <p14:tracePt t="293536" x="9337675" y="5318125"/>
          <p14:tracePt t="293543" x="9275763" y="5330825"/>
          <p14:tracePt t="293553" x="9250363" y="5330825"/>
          <p14:tracePt t="293559" x="9224963" y="5330825"/>
          <p14:tracePt t="293567" x="9175750" y="5330825"/>
          <p14:tracePt t="293575" x="9088438" y="5343525"/>
          <p14:tracePt t="293583" x="8999538" y="5368925"/>
          <p14:tracePt t="293591" x="8937625" y="5381625"/>
          <p14:tracePt t="293599" x="8886825" y="5407025"/>
          <p14:tracePt t="293607" x="8774113" y="5430838"/>
          <p14:tracePt t="293615" x="8686800" y="5443538"/>
          <p14:tracePt t="293623" x="8661400" y="5456238"/>
          <p14:tracePt t="293631" x="8612188" y="5468938"/>
          <p14:tracePt t="293639" x="8524875" y="5494338"/>
          <p14:tracePt t="293647" x="8399463" y="5494338"/>
          <p14:tracePt t="293655" x="8335963" y="5494338"/>
          <p14:tracePt t="293663" x="8212138" y="5507038"/>
          <p14:tracePt t="293671" x="8148638" y="5507038"/>
          <p14:tracePt t="293679" x="8099425" y="5507038"/>
          <p14:tracePt t="293688" x="8086725" y="5494338"/>
          <p14:tracePt t="293695" x="8048625" y="5481638"/>
          <p14:tracePt t="293704" x="7948613" y="5481638"/>
          <p14:tracePt t="293711" x="7897813" y="5481638"/>
          <p14:tracePt t="293721" x="7874000" y="5468938"/>
          <p14:tracePt t="293736" x="7835900" y="5468938"/>
          <p14:tracePt t="293743" x="7761288" y="5468938"/>
          <p14:tracePt t="293752" x="7673975" y="5443538"/>
          <p14:tracePt t="293759" x="7623175" y="5443538"/>
          <p14:tracePt t="293769" x="7548563" y="5430838"/>
          <p14:tracePt t="293775" x="7448550" y="5407025"/>
          <p14:tracePt t="293783" x="7348538" y="5407025"/>
          <p14:tracePt t="293791" x="7210425" y="5381625"/>
          <p14:tracePt t="293799" x="7134225" y="5330825"/>
          <p14:tracePt t="293807" x="7034213" y="5330825"/>
          <p14:tracePt t="293815" x="6921500" y="5330825"/>
          <p14:tracePt t="293823" x="6808788" y="5330825"/>
          <p14:tracePt t="293831" x="6721475" y="5330825"/>
          <p14:tracePt t="293839" x="6684963" y="5330825"/>
          <p14:tracePt t="293847" x="6621463" y="5330825"/>
          <p14:tracePt t="293855" x="6584950" y="5330825"/>
          <p14:tracePt t="293863" x="6546850" y="5318125"/>
          <p14:tracePt t="293871" x="6496050" y="5318125"/>
          <p14:tracePt t="293879" x="6434138" y="5294313"/>
          <p14:tracePt t="293888" x="6359525" y="5268913"/>
          <p14:tracePt t="293895" x="6296025" y="5268913"/>
          <p14:tracePt t="293904" x="6221413" y="5256213"/>
          <p14:tracePt t="293911" x="6134100" y="5256213"/>
          <p14:tracePt t="293921" x="6021388" y="5256213"/>
          <p14:tracePt t="293927" x="5921375" y="5256213"/>
          <p14:tracePt t="293936" x="5808663" y="5256213"/>
          <p14:tracePt t="293943" x="5783263" y="5256213"/>
          <p14:tracePt t="293953" x="5708650" y="5256213"/>
          <p14:tracePt t="293959" x="5619750" y="5243513"/>
          <p14:tracePt t="293967" x="5607050" y="5230813"/>
          <p14:tracePt t="293975" x="5545138" y="5230813"/>
          <p14:tracePt t="293983" x="5495925" y="5230813"/>
          <p14:tracePt t="293991" x="5483225" y="5230813"/>
          <p14:tracePt t="293999" x="5370513" y="5230813"/>
          <p14:tracePt t="294007" x="5307013" y="5230813"/>
          <p14:tracePt t="294015" x="5257800" y="5230813"/>
          <p14:tracePt t="294023" x="5207000" y="5230813"/>
          <p14:tracePt t="294031" x="5132388" y="5230813"/>
          <p14:tracePt t="294039" x="5106988" y="5230813"/>
          <p14:tracePt t="294047" x="5045075" y="5230813"/>
          <p14:tracePt t="294055" x="4956175" y="5230813"/>
          <p14:tracePt t="294063" x="4894263" y="5230813"/>
          <p14:tracePt t="294071" x="4843463" y="5230813"/>
          <p14:tracePt t="294079" x="4743450" y="5230813"/>
          <p14:tracePt t="294087" x="4619625" y="5230813"/>
          <p14:tracePt t="294095" x="4518025" y="5243513"/>
          <p14:tracePt t="294104" x="4456113" y="5243513"/>
          <p14:tracePt t="294111" x="4368800" y="5256213"/>
          <p14:tracePt t="294120" x="4268788" y="5256213"/>
          <p14:tracePt t="294127" x="4130675" y="5281613"/>
          <p14:tracePt t="294137" x="4005263" y="5281613"/>
          <p14:tracePt t="294143" x="3892550" y="5281613"/>
          <p14:tracePt t="294153" x="3767138" y="5281613"/>
          <p14:tracePt t="294159" x="3705225" y="5281613"/>
          <p14:tracePt t="294175" x="3643313" y="5281613"/>
          <p14:tracePt t="294183" x="3592513" y="5281613"/>
          <p14:tracePt t="294191" x="3530600" y="5268913"/>
          <p14:tracePt t="294204" x="3454400" y="5230813"/>
          <p14:tracePt t="294207" x="3429000" y="5218113"/>
          <p14:tracePt t="294215" x="3405188" y="5205413"/>
          <p14:tracePt t="294223" x="3354388" y="5168900"/>
          <p14:tracePt t="294231" x="3292475" y="5130800"/>
          <p14:tracePt t="294239" x="3267075" y="5118100"/>
          <p14:tracePt t="294247" x="3205163" y="5081588"/>
          <p14:tracePt t="294255" x="3167063" y="5068888"/>
          <p14:tracePt t="294263" x="3079750" y="5043488"/>
          <p14:tracePt t="294271" x="2992438" y="5005388"/>
          <p14:tracePt t="294279" x="2916238" y="4981575"/>
          <p14:tracePt t="294287" x="2828925" y="4943475"/>
          <p14:tracePt t="294295" x="2741613" y="4905375"/>
          <p14:tracePt t="294304" x="2690813" y="4868863"/>
          <p14:tracePt t="294311" x="2603500" y="4830763"/>
          <p14:tracePt t="294321" x="2528888" y="4792663"/>
          <p14:tracePt t="294327" x="2452688" y="4756150"/>
          <p14:tracePt t="294337" x="2365375" y="4705350"/>
          <p14:tracePt t="294343" x="2316163" y="4656138"/>
          <p14:tracePt t="294352" x="2303463" y="4618038"/>
          <p14:tracePt t="294359" x="2278063" y="4554538"/>
          <p14:tracePt t="294369" x="2228850" y="4505325"/>
          <p14:tracePt t="294375" x="2216150" y="4443413"/>
          <p14:tracePt t="294385" x="2216150" y="4418013"/>
          <p14:tracePt t="294391" x="2190750" y="4367213"/>
          <p14:tracePt t="294399" x="2190750" y="4292600"/>
          <p14:tracePt t="294407" x="2165350" y="4241800"/>
          <p14:tracePt t="294415" x="2152650" y="4205288"/>
          <p14:tracePt t="294423" x="2152650" y="4167188"/>
          <p14:tracePt t="294431" x="2139950" y="4117975"/>
          <p14:tracePt t="294439" x="2116138" y="4054475"/>
          <p14:tracePt t="294447" x="2116138" y="4017963"/>
          <p14:tracePt t="294455" x="2116138" y="3992563"/>
          <p14:tracePt t="294463" x="2090738" y="3941763"/>
          <p14:tracePt t="294471" x="2090738" y="3905250"/>
          <p14:tracePt t="294479" x="2090738" y="3854450"/>
          <p14:tracePt t="294487" x="2090738" y="3816350"/>
          <p14:tracePt t="294495" x="2090738" y="3779838"/>
          <p14:tracePt t="294504" x="2090738" y="3741738"/>
          <p14:tracePt t="294511" x="2090738" y="3703638"/>
          <p14:tracePt t="294520" x="2090738" y="3667125"/>
          <p14:tracePt t="294527" x="2090738" y="3654425"/>
          <p14:tracePt t="294537" x="2090738" y="3616325"/>
          <p14:tracePt t="294543" x="2090738" y="3590925"/>
          <p14:tracePt t="294553" x="2090738" y="3567113"/>
          <p14:tracePt t="294559" x="2103438" y="3529013"/>
          <p14:tracePt t="294570" x="2116138" y="3490913"/>
          <p14:tracePt t="294575" x="2127250" y="3490913"/>
          <p14:tracePt t="294585" x="2127250" y="3467100"/>
          <p14:tracePt t="294591" x="2178050" y="3416300"/>
          <p14:tracePt t="294599" x="2203450" y="3390900"/>
          <p14:tracePt t="294607" x="2239963" y="3367088"/>
          <p14:tracePt t="294615" x="2278063" y="3328988"/>
          <p14:tracePt t="294623" x="2352675" y="3267075"/>
          <p14:tracePt t="294631" x="2378075" y="3254375"/>
          <p14:tracePt t="294639" x="2416175" y="3241675"/>
          <p14:tracePt t="294647" x="2416175" y="3228975"/>
          <p14:tracePt t="294655" x="2441575" y="3203575"/>
          <p14:tracePt t="294663" x="2490788" y="3165475"/>
          <p14:tracePt t="294679" x="2528888" y="3128963"/>
          <p14:tracePt t="294687" x="2554288" y="3116263"/>
          <p14:tracePt t="294695" x="2565400" y="3103563"/>
          <p14:tracePt t="294704" x="2578100" y="3090863"/>
          <p14:tracePt t="294711" x="2616200" y="3054350"/>
          <p14:tracePt t="294721" x="2654300" y="3028950"/>
          <p14:tracePt t="294727" x="2741613" y="3003550"/>
          <p14:tracePt t="294736" x="2803525" y="2965450"/>
          <p14:tracePt t="294743" x="2879725" y="2941638"/>
          <p14:tracePt t="294753" x="2967038" y="2903538"/>
          <p14:tracePt t="294759" x="2979738" y="2903538"/>
          <p14:tracePt t="294770" x="3028950" y="2903538"/>
          <p14:tracePt t="294775" x="3116263" y="2890838"/>
          <p14:tracePt t="294783" x="3205163" y="2878138"/>
          <p14:tracePt t="294791" x="3279775" y="2852738"/>
          <p14:tracePt t="294799" x="3328988" y="2840038"/>
          <p14:tracePt t="294807" x="3379788" y="2840038"/>
          <p14:tracePt t="294815" x="3429000" y="2828925"/>
          <p14:tracePt t="294823" x="3467100" y="2828925"/>
          <p14:tracePt t="294831" x="3554413" y="2816225"/>
          <p14:tracePt t="294839" x="3654425" y="2790825"/>
          <p14:tracePt t="294847" x="3692525" y="2790825"/>
          <p14:tracePt t="294855" x="3717925" y="2790825"/>
          <p14:tracePt t="294863" x="3779838" y="2790825"/>
          <p14:tracePt t="294871" x="3867150" y="2778125"/>
          <p14:tracePt t="294879" x="4056063" y="2752725"/>
          <p14:tracePt t="294887" x="4205288" y="2728913"/>
          <p14:tracePt t="294895" x="4305300" y="2728913"/>
          <p14:tracePt t="294904" x="4443413" y="2703513"/>
          <p14:tracePt t="294911" x="4556125" y="2703513"/>
          <p14:tracePt t="294920" x="4643438" y="2703513"/>
          <p14:tracePt t="294927" x="4756150" y="2703513"/>
          <p14:tracePt t="294937" x="4868863" y="2690813"/>
          <p14:tracePt t="294943" x="4968875" y="2652713"/>
          <p14:tracePt t="294952" x="4994275" y="2652713"/>
          <p14:tracePt t="294959" x="5045075" y="2640013"/>
          <p14:tracePt t="294968" x="5157788" y="2627313"/>
          <p14:tracePt t="294975" x="5245100" y="2627313"/>
          <p14:tracePt t="294984" x="5394325" y="2603500"/>
          <p14:tracePt t="294991" x="5407025" y="2603500"/>
          <p14:tracePt t="294999" x="5532438" y="2603500"/>
          <p14:tracePt t="295007" x="5619750" y="2603500"/>
          <p14:tracePt t="295015" x="5821363" y="2603500"/>
          <p14:tracePt t="295023" x="5983288" y="2603500"/>
          <p14:tracePt t="295037" x="6083300" y="2616200"/>
          <p14:tracePt t="295039" x="6234113" y="2627313"/>
          <p14:tracePt t="295047" x="6446838" y="2678113"/>
          <p14:tracePt t="295055" x="6584950" y="2690813"/>
          <p14:tracePt t="295063" x="6646863" y="2703513"/>
          <p14:tracePt t="295071" x="6772275" y="2703513"/>
          <p14:tracePt t="295079" x="6884988" y="2752725"/>
          <p14:tracePt t="295087" x="6910388" y="2765425"/>
          <p14:tracePt t="295095" x="6946900" y="2803525"/>
          <p14:tracePt t="295104" x="6997700" y="2803525"/>
          <p14:tracePt t="295111" x="7072313" y="2840038"/>
          <p14:tracePt t="295120" x="7185025" y="2865438"/>
          <p14:tracePt t="295127" x="7223125" y="2878138"/>
          <p14:tracePt t="295136" x="7285038" y="2903538"/>
          <p14:tracePt t="295143" x="7359650" y="2916238"/>
          <p14:tracePt t="295152" x="7397750" y="2928938"/>
          <p14:tracePt t="295159" x="7472363" y="2952750"/>
          <p14:tracePt t="295169" x="7497763" y="2965450"/>
          <p14:tracePt t="295175" x="7548563" y="2990850"/>
          <p14:tracePt t="295184" x="7597775" y="3016250"/>
          <p14:tracePt t="295191" x="7635875" y="3041650"/>
          <p14:tracePt t="295201" x="7661275" y="3065463"/>
          <p14:tracePt t="295207" x="7710488" y="3116263"/>
          <p14:tracePt t="295215" x="7748588" y="3128963"/>
          <p14:tracePt t="295223" x="7797800" y="3178175"/>
          <p14:tracePt t="295231" x="7861300" y="3228975"/>
          <p14:tracePt t="295239" x="7935913" y="3254375"/>
          <p14:tracePt t="295247" x="8023225" y="3267075"/>
          <p14:tracePt t="295255" x="8099425" y="3341688"/>
          <p14:tracePt t="295263" x="8161338" y="3390900"/>
          <p14:tracePt t="295271" x="8174038" y="3416300"/>
          <p14:tracePt t="295279" x="8212138" y="3467100"/>
          <p14:tracePt t="295287" x="8274050" y="3541713"/>
          <p14:tracePt t="295295" x="8348663" y="3603625"/>
          <p14:tracePt t="295303" x="8386763" y="3654425"/>
          <p14:tracePt t="295311" x="8448675" y="3716338"/>
          <p14:tracePt t="295320" x="8499475" y="3792538"/>
          <p14:tracePt t="295327" x="8548688" y="3841750"/>
          <p14:tracePt t="295336" x="8599488" y="3879850"/>
          <p14:tracePt t="295343" x="8612188" y="3905250"/>
          <p14:tracePt t="295352" x="8637588" y="3967163"/>
          <p14:tracePt t="295359" x="8650288" y="3992563"/>
          <p14:tracePt t="295369" x="8661400" y="4041775"/>
          <p14:tracePt t="295375" x="8686800" y="4079875"/>
          <p14:tracePt t="295384" x="8686800" y="4105275"/>
          <p14:tracePt t="295391" x="8712200" y="4141788"/>
          <p14:tracePt t="295401" x="8737600" y="4179888"/>
          <p14:tracePt t="295407" x="8737600" y="4217988"/>
          <p14:tracePt t="295415" x="8763000" y="4305300"/>
          <p14:tracePt t="295423" x="8774113" y="4367213"/>
          <p14:tracePt t="295431" x="8774113" y="4418013"/>
          <p14:tracePt t="295439" x="8786813" y="4505325"/>
          <p14:tracePt t="295447" x="8786813" y="4579938"/>
          <p14:tracePt t="295455" x="8786813" y="4667250"/>
          <p14:tracePt t="295463" x="8786813" y="4756150"/>
          <p14:tracePt t="295471" x="8786813" y="4843463"/>
          <p14:tracePt t="295479" x="8786813" y="4905375"/>
          <p14:tracePt t="295487" x="8774113" y="4992688"/>
          <p14:tracePt t="295495" x="8774113" y="5081588"/>
          <p14:tracePt t="295503" x="8774113" y="5130800"/>
          <p14:tracePt t="295511" x="8763000" y="5205413"/>
          <p14:tracePt t="295520" x="8750300" y="5256213"/>
          <p14:tracePt t="295527" x="8724900" y="5318125"/>
          <p14:tracePt t="295536" x="8712200" y="5356225"/>
          <p14:tracePt t="295543" x="8699500" y="5381625"/>
          <p14:tracePt t="295553" x="8699500" y="5407025"/>
          <p14:tracePt t="295559" x="8686800" y="5430838"/>
          <p14:tracePt t="295568" x="8686800" y="5468938"/>
          <p14:tracePt t="295575" x="8661400" y="5494338"/>
          <p14:tracePt t="295585" x="8650288" y="5518150"/>
          <p14:tracePt t="295591" x="8624888" y="5543550"/>
          <p14:tracePt t="295602" x="8574088" y="5594350"/>
          <p14:tracePt t="295607" x="8524875" y="5630863"/>
          <p14:tracePt t="295617" x="8461375" y="5656263"/>
          <p14:tracePt t="295623" x="8361363" y="5707063"/>
          <p14:tracePt t="295631" x="8223250" y="5781675"/>
          <p14:tracePt t="295639" x="8199438" y="5781675"/>
          <p14:tracePt t="295647" x="8123238" y="5781675"/>
          <p14:tracePt t="295655" x="7935913" y="5807075"/>
          <p14:tracePt t="295663" x="7848600" y="5843588"/>
          <p14:tracePt t="295671" x="7735888" y="5868988"/>
          <p14:tracePt t="295679" x="7610475" y="5868988"/>
          <p14:tracePt t="295687" x="7572375" y="5868988"/>
          <p14:tracePt t="295695" x="7423150" y="5868988"/>
          <p14:tracePt t="295703" x="7172325" y="5868988"/>
          <p14:tracePt t="295711" x="7021513" y="5868988"/>
          <p14:tracePt t="295719" x="6859588" y="5868988"/>
          <p14:tracePt t="295727" x="6708775" y="5832475"/>
          <p14:tracePt t="295736" x="6621463" y="5794375"/>
          <p14:tracePt t="295743" x="6483350" y="5732463"/>
          <p14:tracePt t="295752" x="6296025" y="5643563"/>
          <p14:tracePt t="295759" x="6070600" y="5543550"/>
          <p14:tracePt t="295769" x="5932488" y="5443538"/>
          <p14:tracePt t="295775" x="5770563" y="5356225"/>
          <p14:tracePt t="295784" x="5732463" y="5318125"/>
          <p14:tracePt t="295791" x="5695950" y="5256213"/>
          <p14:tracePt t="295801" x="5657850" y="5143500"/>
          <p14:tracePt t="295807" x="5619750" y="5081588"/>
          <p14:tracePt t="295817" x="5570538" y="5056188"/>
          <p14:tracePt t="295823" x="5570538" y="5018088"/>
          <p14:tracePt t="295831" x="5570538" y="4968875"/>
          <p14:tracePt t="295839" x="5557838" y="4930775"/>
          <p14:tracePt t="295847" x="5557838" y="4879975"/>
          <p14:tracePt t="295855" x="5557838" y="4818063"/>
          <p14:tracePt t="295863" x="5557838" y="4768850"/>
          <p14:tracePt t="295871" x="5557838" y="4718050"/>
          <p14:tracePt t="295879" x="5557838" y="4656138"/>
          <p14:tracePt t="295887" x="5557838" y="4567238"/>
          <p14:tracePt t="295895" x="5557838" y="4530725"/>
          <p14:tracePt t="295903" x="5557838" y="4479925"/>
          <p14:tracePt t="295911" x="5557838" y="4443413"/>
          <p14:tracePt t="295919" x="5557838" y="4392613"/>
          <p14:tracePt t="295927" x="5583238" y="4330700"/>
          <p14:tracePt t="295936" x="5583238" y="4292600"/>
          <p14:tracePt t="295943" x="5583238" y="4254500"/>
          <p14:tracePt t="295952" x="5595938" y="4217988"/>
          <p14:tracePt t="295959" x="5595938" y="4192588"/>
          <p14:tracePt t="295968" x="5632450" y="4154488"/>
          <p14:tracePt t="295975" x="5632450" y="4129088"/>
          <p14:tracePt t="295984" x="5632450" y="4105275"/>
          <p14:tracePt t="295991" x="5645150" y="4067175"/>
          <p14:tracePt t="296001" x="5645150" y="4054475"/>
          <p14:tracePt t="296007" x="5683250" y="4017963"/>
          <p14:tracePt t="296017" x="5708650" y="3979863"/>
          <p14:tracePt t="296023" x="5719763" y="3954463"/>
          <p14:tracePt t="296052" x="5783263" y="3892550"/>
          <p14:tracePt t="296055" x="5795963" y="3879850"/>
          <p14:tracePt t="296087" x="5795963" y="3867150"/>
          <p14:tracePt t="296095" x="5821363" y="3829050"/>
          <p14:tracePt t="296103" x="5821363" y="3816350"/>
          <p14:tracePt t="296111" x="5832475" y="3803650"/>
          <p14:tracePt t="296119" x="5845175" y="3803650"/>
          <p14:tracePt t="296127" x="5857875" y="3792538"/>
          <p14:tracePt t="296152" x="5870575" y="3792538"/>
          <p14:tracePt t="296191" x="5895975" y="3779838"/>
          <p14:tracePt t="296343" x="5908675" y="3767138"/>
          <p14:tracePt t="296391" x="5921375" y="3754438"/>
          <p14:tracePt t="296432" x="5932488" y="3754438"/>
          <p14:tracePt t="296511" x="5945188" y="3754438"/>
          <p14:tracePt t="296519" x="5957888" y="3741738"/>
          <p14:tracePt t="296527" x="5970588" y="3729038"/>
          <p14:tracePt t="296575" x="5983288" y="3729038"/>
          <p14:tracePt t="296585" x="6008688" y="3716338"/>
          <p14:tracePt t="296623" x="6021388" y="3703638"/>
          <p14:tracePt t="296639" x="6045200" y="3703638"/>
          <p14:tracePt t="296647" x="6057900" y="3692525"/>
          <p14:tracePt t="296655" x="6070600" y="3692525"/>
          <p14:tracePt t="296671" x="6083300" y="3679825"/>
          <p14:tracePt t="296703" x="6096000" y="3667125"/>
          <p14:tracePt t="296719" x="6108700" y="3667125"/>
          <p14:tracePt t="296735" x="6121400" y="3667125"/>
          <p14:tracePt t="296751" x="6134100" y="3654425"/>
          <p14:tracePt t="296767" x="6146800" y="3654425"/>
          <p14:tracePt t="296775" x="6157913" y="3654425"/>
          <p14:tracePt t="296791" x="6170613" y="3654425"/>
          <p14:tracePt t="296807" x="6196013" y="3654425"/>
          <p14:tracePt t="296815" x="6208713" y="3654425"/>
          <p14:tracePt t="296823" x="6246813" y="3667125"/>
          <p14:tracePt t="296833" x="6270625" y="3692525"/>
          <p14:tracePt t="296839" x="6308725" y="3716338"/>
          <p14:tracePt t="296847" x="6346825" y="3829050"/>
          <p14:tracePt t="296855" x="6370638" y="3867150"/>
          <p14:tracePt t="296863" x="6396038" y="3879850"/>
          <p14:tracePt t="296871" x="6421438" y="3941763"/>
          <p14:tracePt t="296879" x="6472238" y="3992563"/>
          <p14:tracePt t="296887" x="6546850" y="4067175"/>
          <p14:tracePt t="296895" x="6559550" y="4117975"/>
          <p14:tracePt t="296903" x="6559550" y="4141788"/>
          <p14:tracePt t="296911" x="6572250" y="4192588"/>
          <p14:tracePt t="296919" x="6584950" y="4230688"/>
          <p14:tracePt t="296927" x="6596063" y="4292600"/>
          <p14:tracePt t="296935" x="6596063" y="4341813"/>
          <p14:tracePt t="296943" x="6596063" y="4392613"/>
          <p14:tracePt t="296952" x="6596063" y="4443413"/>
          <p14:tracePt t="296959" x="6596063" y="4505325"/>
          <p14:tracePt t="296968" x="6596063" y="4567238"/>
          <p14:tracePt t="296975" x="6596063" y="4618038"/>
          <p14:tracePt t="296984" x="6596063" y="4667250"/>
          <p14:tracePt t="296991" x="6596063" y="4705350"/>
          <p14:tracePt t="297001" x="6596063" y="4730750"/>
          <p14:tracePt t="297007" x="6572250" y="4779963"/>
          <p14:tracePt t="297017" x="6572250" y="4805363"/>
          <p14:tracePt t="297023" x="6559550" y="4856163"/>
          <p14:tracePt t="297031" x="6534150" y="4868863"/>
          <p14:tracePt t="297049" x="6483350" y="4930775"/>
          <p14:tracePt t="297055" x="6472238" y="4943475"/>
          <p14:tracePt t="297063" x="6446838" y="4956175"/>
          <p14:tracePt t="297071" x="6421438" y="4968875"/>
          <p14:tracePt t="297079" x="6383338" y="4992688"/>
          <p14:tracePt t="297087" x="6334125" y="5005388"/>
          <p14:tracePt t="297095" x="6308725" y="5018088"/>
          <p14:tracePt t="297103" x="6283325" y="5018088"/>
          <p14:tracePt t="297111" x="6259513" y="5018088"/>
          <p14:tracePt t="297119" x="6246813" y="5018088"/>
          <p14:tracePt t="297127" x="6221413" y="5018088"/>
          <p14:tracePt t="297135" x="6208713" y="5018088"/>
          <p14:tracePt t="297143" x="6183313" y="5018088"/>
          <p14:tracePt t="297151" x="6134100" y="5005388"/>
          <p14:tracePt t="297159" x="6121400" y="5005388"/>
          <p14:tracePt t="298711" x="6108700" y="4992688"/>
          <p14:tracePt t="298719" x="6108700" y="4956175"/>
          <p14:tracePt t="298727" x="6183313" y="4905375"/>
          <p14:tracePt t="298735" x="6234113" y="4868863"/>
          <p14:tracePt t="298743" x="6308725" y="4830763"/>
          <p14:tracePt t="298751" x="6370638" y="4805363"/>
          <p14:tracePt t="298759" x="6434138" y="4792663"/>
          <p14:tracePt t="298767" x="6472238" y="4779963"/>
          <p14:tracePt t="298775" x="6483350" y="4768850"/>
          <p14:tracePt t="298783" x="6483350" y="4756150"/>
          <p14:tracePt t="298791" x="6483350" y="4743450"/>
          <p14:tracePt t="298799" x="6508750" y="4718050"/>
          <p14:tracePt t="299007" x="6508750" y="4705350"/>
          <p14:tracePt t="299159" x="6521450" y="4705350"/>
          <p14:tracePt t="299231" x="6534150" y="4705350"/>
          <p14:tracePt t="299263" x="6534150" y="4718050"/>
          <p14:tracePt t="299295" x="6546850" y="4718050"/>
          <p14:tracePt t="299375" x="6559550" y="4730750"/>
          <p14:tracePt t="299679" x="6559550" y="4756150"/>
          <p14:tracePt t="299687" x="6608763" y="4805363"/>
          <p14:tracePt t="299695" x="6621463" y="4843463"/>
          <p14:tracePt t="299703" x="6634163" y="4856163"/>
          <p14:tracePt t="299713" x="6646863" y="4892675"/>
          <p14:tracePt t="299719" x="6659563" y="4918075"/>
          <p14:tracePt t="299727" x="6696075" y="4956175"/>
          <p14:tracePt t="299735" x="6708775" y="4981575"/>
          <p14:tracePt t="299743" x="6708775" y="4992688"/>
          <p14:tracePt t="299751" x="6708775" y="5018088"/>
          <p14:tracePt t="299759" x="6708775" y="5030788"/>
          <p14:tracePt t="299767" x="6708775" y="5043488"/>
          <p14:tracePt t="299775" x="6746875" y="5068888"/>
          <p14:tracePt t="299791" x="6746875" y="5105400"/>
          <p14:tracePt t="299807" x="6746875" y="5118100"/>
          <p14:tracePt t="299815" x="6746875" y="5130800"/>
          <p14:tracePt t="299823" x="6759575" y="5156200"/>
          <p14:tracePt t="299831" x="6759575" y="5194300"/>
          <p14:tracePt t="299839" x="6759575" y="5230813"/>
          <p14:tracePt t="299848" x="6746875" y="5281613"/>
          <p14:tracePt t="299855" x="6721475" y="5294313"/>
          <p14:tracePt t="299865" x="6684963" y="5356225"/>
          <p14:tracePt t="299871" x="6659563" y="5381625"/>
          <p14:tracePt t="299880" x="6634163" y="5418138"/>
          <p14:tracePt t="299887" x="6584950" y="5443538"/>
          <p14:tracePt t="299898" x="6559550" y="5468938"/>
          <p14:tracePt t="299903" x="6534150" y="5494338"/>
          <p14:tracePt t="299919" x="6496050" y="5530850"/>
          <p14:tracePt t="299930" x="6483350" y="5543550"/>
          <p14:tracePt t="299935" x="6472238" y="5556250"/>
          <p14:tracePt t="299943" x="6472238" y="5568950"/>
          <p14:tracePt t="299951" x="6446838" y="5594350"/>
          <p14:tracePt t="299959" x="6421438" y="5619750"/>
          <p14:tracePt t="299967" x="6408738" y="5630863"/>
          <p14:tracePt t="299975" x="6396038" y="5643563"/>
          <p14:tracePt t="299983" x="6359525" y="5668963"/>
          <p14:tracePt t="299991" x="6334125" y="5668963"/>
          <p14:tracePt t="299999" x="6270625" y="5681663"/>
          <p14:tracePt t="300007" x="6246813" y="5694363"/>
          <p14:tracePt t="300015" x="6157913" y="5707063"/>
          <p14:tracePt t="300023" x="6083300" y="5719763"/>
          <p14:tracePt t="300031" x="6021388" y="5719763"/>
          <p14:tracePt t="300039" x="5983288" y="5732463"/>
          <p14:tracePt t="300049" x="5908675" y="5732463"/>
          <p14:tracePt t="300055" x="5808663" y="5732463"/>
          <p14:tracePt t="300064" x="5745163" y="5732463"/>
          <p14:tracePt t="300071" x="5695950" y="5732463"/>
          <p14:tracePt t="300081" x="5632450" y="5732463"/>
          <p14:tracePt t="300087" x="5595938" y="5732463"/>
          <p14:tracePt t="300096" x="5545138" y="5732463"/>
          <p14:tracePt t="300103" x="5495925" y="5719763"/>
          <p14:tracePt t="300114" x="5483225" y="5719763"/>
          <p14:tracePt t="300119" x="5457825" y="5707063"/>
          <p14:tracePt t="300129" x="5407025" y="5668963"/>
          <p14:tracePt t="300135" x="5383213" y="5656263"/>
          <p14:tracePt t="300143" x="5383213" y="5643563"/>
          <p14:tracePt t="300151" x="5357813" y="5581650"/>
          <p14:tracePt t="300159" x="5357813" y="5556250"/>
          <p14:tracePt t="300167" x="5357813" y="5494338"/>
          <p14:tracePt t="300175" x="5357813" y="5443538"/>
          <p14:tracePt t="300183" x="5357813" y="5394325"/>
          <p14:tracePt t="300191" x="5357813" y="5318125"/>
          <p14:tracePt t="300199" x="5357813" y="5268913"/>
          <p14:tracePt t="300207" x="5357813" y="5218113"/>
          <p14:tracePt t="300215" x="5357813" y="5181600"/>
          <p14:tracePt t="300223" x="5357813" y="5130800"/>
          <p14:tracePt t="300231" x="5357813" y="5092700"/>
          <p14:tracePt t="300239" x="5357813" y="5068888"/>
          <p14:tracePt t="300248" x="5357813" y="5030788"/>
          <p14:tracePt t="300255" x="5357813" y="5018088"/>
          <p14:tracePt t="300264" x="5357813" y="4992688"/>
          <p14:tracePt t="300271" x="5357813" y="4968875"/>
          <p14:tracePt t="300280" x="5357813" y="4930775"/>
          <p14:tracePt t="300287" x="5370513" y="4905375"/>
          <p14:tracePt t="300296" x="5383213" y="4879975"/>
          <p14:tracePt t="300303" x="5394325" y="4868863"/>
          <p14:tracePt t="300313" x="5432425" y="4805363"/>
          <p14:tracePt t="300319" x="5445125" y="4779963"/>
          <p14:tracePt t="300329" x="5483225" y="4743450"/>
          <p14:tracePt t="300335" x="5507038" y="4705350"/>
          <p14:tracePt t="300343" x="5532438" y="4679950"/>
          <p14:tracePt t="300351" x="5557838" y="4656138"/>
          <p14:tracePt t="300359" x="5570538" y="4630738"/>
          <p14:tracePt t="300367" x="5595938" y="4592638"/>
          <p14:tracePt t="300375" x="5619750" y="4579938"/>
          <p14:tracePt t="300391" x="5645150" y="4567238"/>
          <p14:tracePt t="300399" x="5657850" y="4543425"/>
          <p14:tracePt t="300407" x="5670550" y="4530725"/>
          <p14:tracePt t="300423" x="5695950" y="4530725"/>
          <p14:tracePt t="300431" x="5708650" y="4518025"/>
          <p14:tracePt t="300439" x="5719763" y="4518025"/>
          <p14:tracePt t="300448" x="5745163" y="4492625"/>
          <p14:tracePt t="300455" x="5757863" y="4479925"/>
          <p14:tracePt t="300464" x="5770563" y="4479925"/>
          <p14:tracePt t="300471" x="5795963" y="4454525"/>
          <p14:tracePt t="300481" x="5808663" y="4454525"/>
          <p14:tracePt t="300487" x="5845175" y="4443413"/>
          <p14:tracePt t="300497" x="5870575" y="4430713"/>
          <p14:tracePt t="300503" x="5921375" y="4405313"/>
          <p14:tracePt t="300512" x="5945188" y="4405313"/>
          <p14:tracePt t="300519" x="5983288" y="4392613"/>
          <p14:tracePt t="300529" x="5983288" y="4367213"/>
          <p14:tracePt t="300535" x="6008688" y="4341813"/>
          <p14:tracePt t="300543" x="6021388" y="4330700"/>
          <p14:tracePt t="300551" x="6057900" y="4318000"/>
          <p14:tracePt t="300567" x="6070600" y="4305300"/>
          <p14:tracePt t="300591" x="6096000" y="4292600"/>
          <p14:tracePt t="300599" x="6096000" y="4279900"/>
          <p14:tracePt t="300615" x="6108700" y="4279900"/>
          <p14:tracePt t="300631" x="6121400" y="4267200"/>
          <p14:tracePt t="300648" x="6134100" y="4267200"/>
          <p14:tracePt t="300664" x="6146800" y="4267200"/>
          <p14:tracePt t="300671" x="6157913" y="4254500"/>
          <p14:tracePt t="300687" x="6170613" y="4254500"/>
          <p14:tracePt t="300720" x="6183313" y="4254500"/>
          <p14:tracePt t="300736" x="6196013" y="4241800"/>
          <p14:tracePt t="300791" x="6208713" y="4241800"/>
          <p14:tracePt t="300863" x="6234113" y="4254500"/>
          <p14:tracePt t="300871" x="6259513" y="4254500"/>
          <p14:tracePt t="300887" x="6283325" y="4279900"/>
          <p14:tracePt t="300897" x="6296025" y="4292600"/>
          <p14:tracePt t="300903" x="6308725" y="4305300"/>
          <p14:tracePt t="300913" x="6334125" y="4318000"/>
          <p14:tracePt t="300919" x="6359525" y="4330700"/>
          <p14:tracePt t="300928" x="6396038" y="4341813"/>
          <p14:tracePt t="300935" x="6421438" y="4354513"/>
          <p14:tracePt t="300943" x="6446838" y="4367213"/>
          <p14:tracePt t="300951" x="6472238" y="4379913"/>
          <p14:tracePt t="300959" x="6472238" y="4392613"/>
          <p14:tracePt t="300967" x="6496050" y="4405313"/>
          <p14:tracePt t="300975" x="6521450" y="4430713"/>
          <p14:tracePt t="300983" x="6534150" y="4454525"/>
          <p14:tracePt t="300991" x="6546850" y="4467225"/>
          <p14:tracePt t="300999" x="6559550" y="4479925"/>
          <p14:tracePt t="301007" x="6572250" y="4492625"/>
          <p14:tracePt t="301015" x="6584950" y="4505325"/>
          <p14:tracePt t="301023" x="6634163" y="4530725"/>
          <p14:tracePt t="301031" x="6659563" y="4543425"/>
          <p14:tracePt t="301039" x="6684963" y="4554538"/>
          <p14:tracePt t="301047" x="6708775" y="4579938"/>
          <p14:tracePt t="301064" x="6772275" y="4592638"/>
          <p14:tracePt t="301071" x="6784975" y="4618038"/>
          <p14:tracePt t="301080" x="6808788" y="4630738"/>
          <p14:tracePt t="301087" x="6834188" y="4656138"/>
          <p14:tracePt t="301096" x="6859588" y="4667250"/>
          <p14:tracePt t="301103" x="6884988" y="4679950"/>
          <p14:tracePt t="301112" x="6910388" y="4692650"/>
          <p14:tracePt t="301119" x="6959600" y="4730750"/>
          <p14:tracePt t="301129" x="6997700" y="4768850"/>
          <p14:tracePt t="301135" x="7034213" y="4779963"/>
          <p14:tracePt t="301143" x="7072313" y="4818063"/>
          <p14:tracePt t="301151" x="7123113" y="4868863"/>
          <p14:tracePt t="301159" x="7159625" y="4905375"/>
          <p14:tracePt t="301167" x="7223125" y="4968875"/>
          <p14:tracePt t="301175" x="7285038" y="4992688"/>
          <p14:tracePt t="301183" x="7335838" y="5056188"/>
          <p14:tracePt t="301191" x="7348538" y="5118100"/>
          <p14:tracePt t="301199" x="7385050" y="5130800"/>
          <p14:tracePt t="301207" x="7423150" y="5181600"/>
          <p14:tracePt t="301215" x="7472363" y="5205413"/>
          <p14:tracePt t="301223" x="7485063" y="5230813"/>
          <p14:tracePt t="301231" x="7510463" y="5256213"/>
          <p14:tracePt t="301239" x="7535863" y="5268913"/>
          <p14:tracePt t="301247" x="7535863" y="5294313"/>
          <p14:tracePt t="301255" x="7548563" y="5343525"/>
          <p14:tracePt t="301263" x="7572375" y="5368925"/>
          <p14:tracePt t="301271" x="7585075" y="5394325"/>
          <p14:tracePt t="301279" x="7610475" y="5418138"/>
          <p14:tracePt t="301287" x="7635875" y="5443538"/>
          <p14:tracePt t="301297" x="7648575" y="5481638"/>
          <p14:tracePt t="301303" x="7685088" y="5494338"/>
          <p14:tracePt t="301313" x="7685088" y="5530850"/>
          <p14:tracePt t="301319" x="7697788" y="5581650"/>
          <p14:tracePt t="301328" x="7723188" y="5594350"/>
          <p14:tracePt t="301343" x="7735888" y="5607050"/>
          <p14:tracePt t="301351" x="7748588" y="5619750"/>
          <p14:tracePt t="301367" x="7761288" y="5630863"/>
          <p14:tracePt t="301407" x="7797800" y="5643563"/>
          <p14:tracePt t="301423" x="7835900" y="5643563"/>
          <p14:tracePt t="301431" x="7848600" y="5643563"/>
          <p14:tracePt t="301439" x="7874000" y="5643563"/>
          <p14:tracePt t="301455" x="7897813" y="5681663"/>
          <p14:tracePt t="301463" x="7948613" y="5681663"/>
          <p14:tracePt t="301471" x="8010525" y="5681663"/>
          <p14:tracePt t="301479" x="8048625" y="5681663"/>
          <p14:tracePt t="301487" x="8074025" y="5681663"/>
          <p14:tracePt t="301496" x="8086725" y="5681663"/>
          <p14:tracePt t="301503" x="8110538" y="5668963"/>
          <p14:tracePt t="301519" x="8123238" y="5668963"/>
          <p14:tracePt t="301528" x="8135938" y="5656263"/>
          <p14:tracePt t="301535" x="8148638" y="5643563"/>
          <p14:tracePt t="301546" x="8161338" y="5630863"/>
          <p14:tracePt t="301562" x="8174038" y="5619750"/>
          <p14:tracePt t="301575" x="8223250" y="5581650"/>
          <p14:tracePt t="301623" x="8235950" y="5568950"/>
          <p14:tracePt t="301687" x="8248650" y="5568950"/>
          <p14:tracePt t="301696" x="8248650" y="5543550"/>
          <p14:tracePt t="301703" x="8261350" y="5543550"/>
          <p14:tracePt t="301712" x="8261350" y="5530850"/>
          <p14:tracePt t="301745" x="8261350" y="5518150"/>
          <p14:tracePt t="301751" x="8286750" y="5507038"/>
          <p14:tracePt t="301800" x="8286750" y="5494338"/>
          <p14:tracePt t="301818" x="8299450" y="5494338"/>
          <p14:tracePt t="301943" x="8324850" y="5494338"/>
          <p14:tracePt t="301959" x="8335963" y="5494338"/>
          <p14:tracePt t="301967" x="8348663" y="5494338"/>
          <p14:tracePt t="301976" x="8361363" y="5481638"/>
          <p14:tracePt t="301999" x="8386763" y="5481638"/>
          <p14:tracePt t="302007" x="8399463" y="5481638"/>
          <p14:tracePt t="302031" x="8412163" y="5468938"/>
          <p14:tracePt t="302343" x="8424863" y="5468938"/>
          <p14:tracePt t="302383" x="8461375" y="5481638"/>
          <p14:tracePt t="302407" x="8486775" y="5481638"/>
          <p14:tracePt t="302423" x="8499475" y="5481638"/>
          <p14:tracePt t="302431" x="8524875" y="5507038"/>
          <p14:tracePt t="302455" x="8548688" y="5507038"/>
          <p14:tracePt t="302471" x="8561388" y="5507038"/>
          <p14:tracePt t="302479" x="8574088" y="5507038"/>
          <p14:tracePt t="302495" x="8586788" y="5507038"/>
          <p14:tracePt t="302503" x="8612188" y="5507038"/>
          <p14:tracePt t="302512" x="8637588" y="5507038"/>
          <p14:tracePt t="302528" x="8674100" y="5507038"/>
          <p14:tracePt t="302535" x="8686800" y="5507038"/>
          <p14:tracePt t="302545" x="8712200" y="5507038"/>
          <p14:tracePt t="302551" x="8737600" y="5518150"/>
          <p14:tracePt t="302561" x="8763000" y="5518150"/>
          <p14:tracePt t="302567" x="8786813" y="5530850"/>
          <p14:tracePt t="302576" x="8799513" y="5530850"/>
          <p14:tracePt t="302583" x="8812213" y="5530850"/>
          <p14:tracePt t="302594" x="8824913" y="5556250"/>
          <p14:tracePt t="302599" x="8850313" y="5556250"/>
          <p14:tracePt t="302615" x="8874125" y="5594350"/>
          <p14:tracePt t="302623" x="8886825" y="5594350"/>
          <p14:tracePt t="302631" x="8899525" y="5607050"/>
          <p14:tracePt t="302639" x="8912225" y="5630863"/>
          <p14:tracePt t="302655" x="8924925" y="5643563"/>
          <p14:tracePt t="302663" x="8937625" y="5656263"/>
          <p14:tracePt t="302679" x="8950325" y="5668963"/>
          <p14:tracePt t="302698" x="8950325" y="5681663"/>
          <p14:tracePt t="302751" x="8950325" y="5694363"/>
          <p14:tracePt t="302775" x="8950325" y="5707063"/>
          <p14:tracePt t="302783" x="8950325" y="5719763"/>
          <p14:tracePt t="302799" x="8950325" y="5732463"/>
          <p14:tracePt t="302847" x="8950325" y="5743575"/>
          <p14:tracePt t="304208" x="8950325" y="5756275"/>
          <p14:tracePt t="304225" x="8950325" y="5781675"/>
          <p14:tracePt t="304240" x="8950325" y="5794375"/>
          <p14:tracePt t="304255" x="8950325" y="5807075"/>
          <p14:tracePt t="304263" x="8950325" y="5819775"/>
          <p14:tracePt t="304271" x="8950325" y="5832475"/>
          <p14:tracePt t="304279" x="8950325" y="5856288"/>
          <p14:tracePt t="304295" x="8937625" y="5868988"/>
          <p14:tracePt t="304311" x="8937625" y="5881688"/>
          <p14:tracePt t="304327" x="8924925" y="5881688"/>
          <p14:tracePt t="304335" x="8912225" y="5881688"/>
          <p14:tracePt t="304367" x="8899525" y="5881688"/>
          <p14:tracePt t="304431" x="8886825" y="5894388"/>
          <p14:tracePt t="304439" x="8874125" y="5907088"/>
          <p14:tracePt t="304448" x="8863013" y="5907088"/>
          <p14:tracePt t="304472" x="8837613" y="5907088"/>
          <p14:tracePt t="304487" x="8824913" y="5907088"/>
          <p14:tracePt t="304495" x="8824913" y="5919788"/>
          <p14:tracePt t="304527" x="8812213" y="5919788"/>
          <p14:tracePt t="304673" x="8812213" y="5907088"/>
          <p14:tracePt t="304679" x="8812213" y="5856288"/>
          <p14:tracePt t="304687" x="8837613" y="5819775"/>
          <p14:tracePt t="304695" x="8874125" y="5743575"/>
          <p14:tracePt t="304703" x="8899525" y="5668963"/>
          <p14:tracePt t="304711" x="8950325" y="5568950"/>
          <p14:tracePt t="304719" x="8975725" y="5456238"/>
          <p14:tracePt t="304727" x="8986838" y="5330825"/>
          <p14:tracePt t="304735" x="9012238" y="5243513"/>
          <p14:tracePt t="304743" x="9024938" y="5118100"/>
          <p14:tracePt t="304751" x="9050338" y="4956175"/>
          <p14:tracePt t="304760" x="9075738" y="4805363"/>
          <p14:tracePt t="304767" x="9088438" y="4618038"/>
          <p14:tracePt t="304776" x="9112250" y="4467225"/>
          <p14:tracePt t="304783" x="9150350" y="4341813"/>
          <p14:tracePt t="304792" x="9163050" y="4217988"/>
          <p14:tracePt t="304799" x="9163050" y="4117975"/>
          <p14:tracePt t="304809" x="9163050" y="4017963"/>
          <p14:tracePt t="304815" x="9163050" y="3929063"/>
          <p14:tracePt t="304824" x="9175750" y="3803650"/>
          <p14:tracePt t="304831" x="9175750" y="3741738"/>
          <p14:tracePt t="304841" x="9175750" y="3692525"/>
          <p14:tracePt t="304847" x="9175750" y="3641725"/>
          <p14:tracePt t="304855" x="9175750" y="3554413"/>
          <p14:tracePt t="304863" x="9175750" y="3503613"/>
          <p14:tracePt t="304871" x="9175750" y="3454400"/>
          <p14:tracePt t="304879" x="9175750" y="3429000"/>
          <p14:tracePt t="304887" x="9175750" y="3390900"/>
          <p14:tracePt t="304895" x="9175750" y="3354388"/>
          <p14:tracePt t="304903" x="9175750" y="3328988"/>
          <p14:tracePt t="304911" x="9175750" y="3316288"/>
          <p14:tracePt t="304919" x="9175750" y="3303588"/>
          <p14:tracePt t="304983" x="9175750" y="3290888"/>
          <p14:tracePt t="304992" x="9175750" y="3278188"/>
          <p14:tracePt t="305023" x="9175750" y="3267075"/>
          <p14:tracePt t="305303" x="9175750" y="3254375"/>
          <p14:tracePt t="307239" x="9175750" y="3267075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>
          <a:xfrm>
            <a:off x="682411" y="102497"/>
            <a:ext cx="10515600" cy="1168253"/>
          </a:xfrm>
        </p:spPr>
        <p:txBody>
          <a:bodyPr>
            <a:normAutofit/>
          </a:bodyPr>
          <a:lstStyle/>
          <a:p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organization?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370834" y="1270750"/>
            <a:ext cx="10827177" cy="5064815"/>
          </a:xfrm>
        </p:spPr>
        <p:txBody>
          <a:bodyPr>
            <a:noAutofit/>
          </a:bodyPr>
          <a:lstStyle/>
          <a:p>
            <a:pPr lvl="1" algn="just">
              <a:spcAft>
                <a:spcPct val="25000"/>
              </a:spcAft>
              <a:buFontTx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definition: </a:t>
            </a:r>
          </a:p>
          <a:p>
            <a:pPr marL="1085850" lvl="2" algn="just">
              <a:spcAft>
                <a:spcPct val="2500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Stable, formal social structure that takes resources from environment and processes them to produce outputs</a:t>
            </a:r>
          </a:p>
          <a:p>
            <a:pPr marL="1085850" lvl="2" algn="just">
              <a:spcAft>
                <a:spcPct val="2500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formal legal entity with internal rules and procedures, as well as a social structure</a:t>
            </a:r>
          </a:p>
          <a:p>
            <a:pPr lvl="1" algn="just">
              <a:spcAft>
                <a:spcPct val="25000"/>
              </a:spcAft>
              <a:buFontTx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definition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085850" lvl="2" algn="just">
              <a:spcAft>
                <a:spcPct val="2500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of rights, privileges, obligations, and responsibilities that is delicately balanced over a period of time through conflict and conflict resolution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804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351280">
        <p14:prism isContent="1" isInverted="1"/>
      </p:transition>
    </mc:Choice>
    <mc:Fallback xmlns="">
      <p:transition spd="slow" advTm="35128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/>
    </p:bldLst>
  </p:timing>
  <p:extLst>
    <p:ext uri="{3A86A75C-4F4B-4683-9AE1-C65F6400EC91}">
      <p14:laserTraceLst xmlns:p14="http://schemas.microsoft.com/office/powerpoint/2010/main">
        <p14:tracePtLst>
          <p14:tracePt t="426" x="7523163" y="3816350"/>
          <p14:tracePt t="431" x="7523163" y="3829050"/>
          <p14:tracePt t="437" x="7497763" y="3841750"/>
          <p14:tracePt t="445" x="7485063" y="3854450"/>
          <p14:tracePt t="453" x="7459663" y="3892550"/>
          <p14:tracePt t="461" x="7423150" y="3916363"/>
          <p14:tracePt t="469" x="7397750" y="3941763"/>
          <p14:tracePt t="477" x="7359650" y="3967163"/>
          <p14:tracePt t="485" x="7310438" y="3992563"/>
          <p14:tracePt t="493" x="7272338" y="4041775"/>
          <p14:tracePt t="502" x="7223125" y="4067175"/>
          <p14:tracePt t="509" x="7159625" y="4117975"/>
          <p14:tracePt t="519" x="7110413" y="4129088"/>
          <p14:tracePt t="525" x="7097713" y="4154488"/>
          <p14:tracePt t="535" x="7021513" y="4179888"/>
          <p14:tracePt t="541" x="6934200" y="4205288"/>
          <p14:tracePt t="551" x="6859588" y="4241800"/>
          <p14:tracePt t="557" x="6797675" y="4254500"/>
          <p14:tracePt t="567" x="6696075" y="4305300"/>
          <p14:tracePt t="573" x="6596063" y="4354513"/>
          <p14:tracePt t="584" x="6472238" y="4405313"/>
          <p14:tracePt t="589" x="6359525" y="4430713"/>
          <p14:tracePt t="597" x="6221413" y="4492625"/>
          <p14:tracePt t="605" x="6057900" y="4543425"/>
          <p14:tracePt t="613" x="5945188" y="4579938"/>
          <p14:tracePt t="621" x="5783263" y="4630738"/>
          <p14:tracePt t="629" x="5632450" y="4679950"/>
          <p14:tracePt t="637" x="5483225" y="4743450"/>
          <p14:tracePt t="645" x="5357813" y="4779963"/>
          <p14:tracePt t="653" x="5232400" y="4830763"/>
          <p14:tracePt t="661" x="5170488" y="4856163"/>
          <p14:tracePt t="669" x="5081588" y="4892675"/>
          <p14:tracePt t="677" x="5019675" y="4905375"/>
          <p14:tracePt t="685" x="4945063" y="4943475"/>
          <p14:tracePt t="693" x="4856163" y="4981575"/>
          <p14:tracePt t="702" x="4794250" y="5018088"/>
          <p14:tracePt t="709" x="4743450" y="5081588"/>
          <p14:tracePt t="718" x="4694238" y="5105400"/>
          <p14:tracePt t="725" x="4643438" y="5156200"/>
          <p14:tracePt t="734" x="4594225" y="5218113"/>
          <p14:tracePt t="741" x="4506913" y="5281613"/>
          <p14:tracePt t="751" x="4430713" y="5356225"/>
          <p14:tracePt t="757" x="4394200" y="5430838"/>
          <p14:tracePt t="766" x="4381500" y="5507038"/>
          <p14:tracePt t="773" x="4356100" y="5619750"/>
          <p14:tracePt t="783" x="4356100" y="5707063"/>
          <p14:tracePt t="789" x="4356100" y="5843588"/>
          <p14:tracePt t="797" x="4356100" y="5907088"/>
          <p14:tracePt t="805" x="4394200" y="6081713"/>
          <p14:tracePt t="813" x="4430713" y="6181725"/>
          <p14:tracePt t="821" x="4481513" y="6307138"/>
          <p14:tracePt t="829" x="4556125" y="6445250"/>
          <p14:tracePt t="837" x="4568825" y="6557963"/>
          <p14:tracePt t="845" x="4606925" y="6619875"/>
          <p14:tracePt t="853" x="4630738" y="6707188"/>
          <p14:tracePt t="861" x="4743450" y="6796088"/>
          <p14:tracePt t="1301" x="6784975" y="6745288"/>
          <p14:tracePt t="1309" x="6834188" y="6696075"/>
          <p14:tracePt t="1318" x="6884988" y="6632575"/>
          <p14:tracePt t="1325" x="6985000" y="6583363"/>
          <p14:tracePt t="1334" x="7010400" y="6557963"/>
          <p14:tracePt t="1341" x="7123113" y="6494463"/>
          <p14:tracePt t="1350" x="7134225" y="6470650"/>
          <p14:tracePt t="1357" x="7185025" y="6432550"/>
          <p14:tracePt t="1368" x="7197725" y="6407150"/>
          <p14:tracePt t="1373" x="7223125" y="6381750"/>
          <p14:tracePt t="1382" x="7259638" y="6370638"/>
          <p14:tracePt t="1389" x="7272338" y="6357938"/>
          <p14:tracePt t="1405" x="7272338" y="6345238"/>
          <p14:tracePt t="1600" x="7285038" y="6345238"/>
          <p14:tracePt t="1605" x="7259638" y="6307138"/>
          <p14:tracePt t="1613" x="7223125" y="6294438"/>
          <p14:tracePt t="1726" x="7197725" y="6294438"/>
          <p14:tracePt t="1735" x="7159625" y="6345238"/>
          <p14:tracePt t="1751" x="7159625" y="6370638"/>
          <p14:tracePt t="1757" x="7146925" y="6394450"/>
          <p14:tracePt t="1909" x="7134225" y="6407150"/>
          <p14:tracePt t="1957" x="7123113" y="6419850"/>
          <p14:tracePt t="1983" x="7110413" y="6432550"/>
          <p14:tracePt t="2000" x="7085013" y="6445250"/>
          <p14:tracePt t="2005" x="7034213" y="6470650"/>
          <p14:tracePt t="2016" x="7021513" y="6470650"/>
          <p14:tracePt t="2030" x="6997700" y="6470650"/>
          <p14:tracePt t="2037" x="6972300" y="6483350"/>
          <p14:tracePt t="2077" x="6972300" y="6494463"/>
          <p14:tracePt t="2133" x="6972300" y="6507163"/>
          <p14:tracePt t="2453" x="6972300" y="6519863"/>
          <p14:tracePt t="2477" x="6972300" y="6532563"/>
          <p14:tracePt t="2485" x="6985000" y="6532563"/>
          <p14:tracePt t="2501" x="6997700" y="6545263"/>
          <p14:tracePt t="2581" x="7010400" y="6557963"/>
          <p14:tracePt t="2605" x="7034213" y="6570663"/>
          <p14:tracePt t="2645" x="7046913" y="6570663"/>
          <p14:tracePt t="2653" x="7046913" y="6583363"/>
          <p14:tracePt t="2661" x="7059613" y="6583363"/>
          <p14:tracePt t="2677" x="7072313" y="6594475"/>
          <p14:tracePt t="2693" x="7085013" y="6594475"/>
          <p14:tracePt t="2701" x="7097713" y="6594475"/>
          <p14:tracePt t="2741" x="7134225" y="6619875"/>
          <p14:tracePt t="2757" x="7172325" y="6632575"/>
          <p14:tracePt t="2766" x="7197725" y="6632575"/>
          <p14:tracePt t="2773" x="7210425" y="6632575"/>
          <p14:tracePt t="2782" x="7223125" y="6632575"/>
          <p14:tracePt t="2798" x="7235825" y="6645275"/>
          <p14:tracePt t="2815" x="7259638" y="6657975"/>
          <p14:tracePt t="2973" x="7272338" y="6657975"/>
          <p14:tracePt t="3117" x="7297738" y="6670675"/>
          <p14:tracePt t="3469" x="7297738" y="6632575"/>
          <p14:tracePt t="3477" x="7285038" y="6632575"/>
          <p14:tracePt t="3485" x="7259638" y="6607175"/>
          <p14:tracePt t="3493" x="7246938" y="6583363"/>
          <p14:tracePt t="3501" x="7223125" y="6557963"/>
          <p14:tracePt t="3509" x="7197725" y="6545263"/>
          <p14:tracePt t="3517" x="7172325" y="6507163"/>
          <p14:tracePt t="3525" x="7134225" y="6483350"/>
          <p14:tracePt t="3533" x="7134225" y="6470650"/>
          <p14:tracePt t="3541" x="7123113" y="6457950"/>
          <p14:tracePt t="3549" x="7110413" y="6445250"/>
          <p14:tracePt t="3565" x="7097713" y="6432550"/>
          <p14:tracePt t="3573" x="7085013" y="6432550"/>
          <p14:tracePt t="3614" x="7085013" y="6419850"/>
          <p14:tracePt t="3621" x="7072313" y="6407150"/>
          <p14:tracePt t="3646" x="7072313" y="6394450"/>
          <p14:tracePt t="3653" x="7072313" y="6381750"/>
          <p14:tracePt t="3669" x="7072313" y="6357938"/>
          <p14:tracePt t="3677" x="7046913" y="6319838"/>
          <p14:tracePt t="3693" x="7046913" y="6294438"/>
          <p14:tracePt t="3701" x="7034213" y="6269038"/>
          <p14:tracePt t="3709" x="7010400" y="6219825"/>
          <p14:tracePt t="3717" x="6997700" y="6169025"/>
          <p14:tracePt t="3725" x="6972300" y="6107113"/>
          <p14:tracePt t="3733" x="6897688" y="6007100"/>
          <p14:tracePt t="3741" x="6834188" y="5932488"/>
          <p14:tracePt t="3749" x="6784975" y="5868988"/>
          <p14:tracePt t="3757" x="6708775" y="5794375"/>
          <p14:tracePt t="3766" x="6634163" y="5707063"/>
          <p14:tracePt t="3773" x="6584950" y="5630863"/>
          <p14:tracePt t="3781" x="6534150" y="5556250"/>
          <p14:tracePt t="3789" x="6496050" y="5494338"/>
          <p14:tracePt t="3798" x="6483350" y="5418138"/>
          <p14:tracePt t="3805" x="6434138" y="5330825"/>
          <p14:tracePt t="3815" x="6396038" y="5205413"/>
          <p14:tracePt t="3821" x="6321425" y="5068888"/>
          <p14:tracePt t="3830" x="6283325" y="4968875"/>
          <p14:tracePt t="3837" x="6221413" y="4856163"/>
          <p14:tracePt t="3847" x="6196013" y="4779963"/>
          <p14:tracePt t="3853" x="6146800" y="4705350"/>
          <p14:tracePt t="3862" x="6096000" y="4643438"/>
          <p14:tracePt t="3869" x="6045200" y="4592638"/>
          <p14:tracePt t="3877" x="6021388" y="4554538"/>
          <p14:tracePt t="3898" x="5983288" y="4518025"/>
          <p14:tracePt t="3901" x="5970588" y="4492625"/>
          <p14:tracePt t="3909" x="5970588" y="4467225"/>
          <p14:tracePt t="3917" x="5945188" y="4430713"/>
          <p14:tracePt t="3925" x="5932488" y="4430713"/>
          <p14:tracePt t="3933" x="5932488" y="4418013"/>
          <p14:tracePt t="3941" x="5932488" y="4405313"/>
          <p14:tracePt t="3949" x="5895975" y="4379913"/>
          <p14:tracePt t="3957" x="5895975" y="4354513"/>
          <p14:tracePt t="3965" x="5895975" y="4330700"/>
          <p14:tracePt t="3973" x="5883275" y="4318000"/>
          <p14:tracePt t="3981" x="5870575" y="4292600"/>
          <p14:tracePt t="3989" x="5870575" y="4279900"/>
          <p14:tracePt t="3998" x="5857875" y="4267200"/>
          <p14:tracePt t="4005" x="5857875" y="4254500"/>
          <p14:tracePt t="4015" x="5857875" y="4241800"/>
          <p14:tracePt t="4030" x="5845175" y="4230688"/>
          <p14:tracePt t="4047" x="5845175" y="4217988"/>
          <p14:tracePt t="4053" x="5845175" y="4205288"/>
          <p14:tracePt t="4069" x="5832475" y="4192588"/>
          <p14:tracePt t="4077" x="5832475" y="4179888"/>
          <p14:tracePt t="4093" x="5821363" y="4154488"/>
          <p14:tracePt t="4101" x="5808663" y="4141788"/>
          <p14:tracePt t="4109" x="5808663" y="4117975"/>
          <p14:tracePt t="4117" x="5783263" y="4079875"/>
          <p14:tracePt t="4125" x="5770563" y="4067175"/>
          <p14:tracePt t="4133" x="5770563" y="4041775"/>
          <p14:tracePt t="4141" x="5770563" y="4029075"/>
          <p14:tracePt t="4149" x="5757863" y="3992563"/>
          <p14:tracePt t="4157" x="5757863" y="3979863"/>
          <p14:tracePt t="4165" x="5757863" y="3954463"/>
          <p14:tracePt t="4173" x="5757863" y="3941763"/>
          <p14:tracePt t="4181" x="5732463" y="3916363"/>
          <p14:tracePt t="4197" x="5732463" y="3905250"/>
          <p14:tracePt t="4205" x="5732463" y="3892550"/>
          <p14:tracePt t="4214" x="5732463" y="3879850"/>
          <p14:tracePt t="4230" x="5732463" y="3867150"/>
          <p14:tracePt t="4237" x="5719763" y="3841750"/>
          <p14:tracePt t="4247" x="5719763" y="3829050"/>
          <p14:tracePt t="4253" x="5719763" y="3816350"/>
          <p14:tracePt t="4263" x="5719763" y="3803650"/>
          <p14:tracePt t="4269" x="5719763" y="3792538"/>
          <p14:tracePt t="4279" x="5719763" y="3767138"/>
          <p14:tracePt t="4285" x="5719763" y="3754438"/>
          <p14:tracePt t="4309" x="5708650" y="3741738"/>
          <p14:tracePt t="4325" x="5695950" y="3741738"/>
          <p14:tracePt t="4669" x="5695950" y="3754438"/>
          <p14:tracePt t="4678" x="5695950" y="3767138"/>
          <p14:tracePt t="4685" x="5695950" y="3792538"/>
          <p14:tracePt t="4701" x="5708650" y="3803650"/>
          <p14:tracePt t="4717" x="5708650" y="3829050"/>
          <p14:tracePt t="4725" x="5719763" y="3829050"/>
          <p14:tracePt t="4733" x="5732463" y="3829050"/>
          <p14:tracePt t="4741" x="5745163" y="3841750"/>
          <p14:tracePt t="4757" x="5770563" y="3854450"/>
          <p14:tracePt t="4765" x="5783263" y="3854450"/>
          <p14:tracePt t="4773" x="5808663" y="3854450"/>
          <p14:tracePt t="4789" x="5821363" y="3854450"/>
          <p14:tracePt t="4797" x="5832475" y="3854450"/>
          <p14:tracePt t="4805" x="5857875" y="3867150"/>
          <p14:tracePt t="4821" x="5870575" y="3867150"/>
          <p14:tracePt t="4830" x="5883275" y="3867150"/>
          <p14:tracePt t="4885" x="5895975" y="3867150"/>
          <p14:tracePt t="4957" x="5908675" y="3867150"/>
          <p14:tracePt t="5005" x="5908675" y="3854450"/>
          <p14:tracePt t="5014" x="5921375" y="3829050"/>
          <p14:tracePt t="5037" x="5921375" y="3816350"/>
          <p14:tracePt t="5055" x="5921375" y="3803650"/>
          <p14:tracePt t="5070" x="5921375" y="3792538"/>
          <p14:tracePt t="5293" x="5908675" y="3792538"/>
          <p14:tracePt t="5301" x="5895975" y="3803650"/>
          <p14:tracePt t="5317" x="5883275" y="3803650"/>
          <p14:tracePt t="5349" x="5883275" y="3816350"/>
          <p14:tracePt t="5389" x="5870575" y="3829050"/>
          <p14:tracePt t="5405" x="5857875" y="3841750"/>
          <p14:tracePt t="5477" x="5845175" y="3854450"/>
          <p14:tracePt t="5525" x="5832475" y="3854450"/>
          <p14:tracePt t="5541" x="5745163" y="3879850"/>
          <p14:tracePt t="5549" x="5695950" y="3879850"/>
          <p14:tracePt t="5557" x="5632450" y="3892550"/>
          <p14:tracePt t="5565" x="5545138" y="3905250"/>
          <p14:tracePt t="5573" x="5432425" y="3941763"/>
          <p14:tracePt t="5581" x="5319713" y="3941763"/>
          <p14:tracePt t="5589" x="5181600" y="3941763"/>
          <p14:tracePt t="5597" x="5132388" y="3954463"/>
          <p14:tracePt t="5605" x="5068888" y="3954463"/>
          <p14:tracePt t="5613" x="5032375" y="3954463"/>
          <p14:tracePt t="5621" x="5006975" y="3954463"/>
          <p14:tracePt t="5629" x="4981575" y="3954463"/>
          <p14:tracePt t="5646" x="4956175" y="3954463"/>
          <p14:tracePt t="5663" x="4945063" y="3954463"/>
          <p14:tracePt t="5669" x="4919663" y="3954463"/>
          <p14:tracePt t="5685" x="4881563" y="3954463"/>
          <p14:tracePt t="5695" x="4856163" y="3954463"/>
          <p14:tracePt t="5701" x="4856163" y="3941763"/>
          <p14:tracePt t="5712" x="4832350" y="3941763"/>
          <p14:tracePt t="5717" x="4819650" y="3941763"/>
          <p14:tracePt t="5733" x="4819650" y="3929063"/>
          <p14:tracePt t="5741" x="4806950" y="3916363"/>
          <p14:tracePt t="5757" x="4794250" y="3892550"/>
          <p14:tracePt t="5765" x="4781550" y="3892550"/>
          <p14:tracePt t="5773" x="4781550" y="3879850"/>
          <p14:tracePt t="5781" x="4781550" y="3867150"/>
          <p14:tracePt t="5789" x="4768850" y="3854450"/>
          <p14:tracePt t="5797" x="4768850" y="3829050"/>
          <p14:tracePt t="5805" x="4768850" y="3803650"/>
          <p14:tracePt t="5813" x="4743450" y="3792538"/>
          <p14:tracePt t="5821" x="4743450" y="3779838"/>
          <p14:tracePt t="5837" x="4732338" y="3754438"/>
          <p14:tracePt t="5853" x="4732338" y="3716338"/>
          <p14:tracePt t="5862" x="4732338" y="3703638"/>
          <p14:tracePt t="5879" x="4719638" y="3679825"/>
          <p14:tracePt t="5885" x="4706938" y="3667125"/>
          <p14:tracePt t="5895" x="4706938" y="3654425"/>
          <p14:tracePt t="5901" x="4706938" y="3629025"/>
          <p14:tracePt t="5925" x="4706938" y="3616325"/>
          <p14:tracePt t="5958" x="4706938" y="3590925"/>
          <p14:tracePt t="5974" x="4694238" y="3579813"/>
          <p14:tracePt t="5983" x="4681538" y="3579813"/>
          <p14:tracePt t="5989" x="4681538" y="3567113"/>
          <p14:tracePt t="5997" x="4681538" y="3541713"/>
          <p14:tracePt t="6013" x="4681538" y="3516313"/>
          <p14:tracePt t="6037" x="4668838" y="3503613"/>
          <p14:tracePt t="6078" x="4668838" y="3490913"/>
          <p14:tracePt t="6094" x="4656138" y="3490913"/>
          <p14:tracePt t="6101" x="4656138" y="3479800"/>
          <p14:tracePt t="6117" x="4656138" y="3467100"/>
          <p14:tracePt t="6125" x="4656138" y="3441700"/>
          <p14:tracePt t="6141" x="4643438" y="3441700"/>
          <p14:tracePt t="6157" x="4643438" y="3429000"/>
          <p14:tracePt t="6165" x="4630738" y="3416300"/>
          <p14:tracePt t="6173" x="4630738" y="3403600"/>
          <p14:tracePt t="6197" x="4630738" y="3390900"/>
          <p14:tracePt t="6205" x="4619625" y="3390900"/>
          <p14:tracePt t="6237" x="4606925" y="3367088"/>
          <p14:tracePt t="6246" x="4594225" y="3341688"/>
          <p14:tracePt t="6253" x="4581525" y="3316288"/>
          <p14:tracePt t="6269" x="4581525" y="3290888"/>
          <p14:tracePt t="6278" x="4581525" y="3267075"/>
          <p14:tracePt t="6285" x="4581525" y="3254375"/>
          <p14:tracePt t="6295" x="4568825" y="3228975"/>
          <p14:tracePt t="6301" x="4568825" y="3216275"/>
          <p14:tracePt t="6311" x="4568825" y="3190875"/>
          <p14:tracePt t="6317" x="4568825" y="3178175"/>
          <p14:tracePt t="6328" x="4568825" y="3154363"/>
          <p14:tracePt t="6333" x="4568825" y="3116263"/>
          <p14:tracePt t="6341" x="4568825" y="3103563"/>
          <p14:tracePt t="6349" x="4568825" y="3078163"/>
          <p14:tracePt t="6357" x="4568825" y="3054350"/>
          <p14:tracePt t="6365" x="4568825" y="3016250"/>
          <p14:tracePt t="6373" x="4568825" y="3003550"/>
          <p14:tracePt t="6381" x="4568825" y="2978150"/>
          <p14:tracePt t="6389" x="4568825" y="2965450"/>
          <p14:tracePt t="6397" x="4568825" y="2928938"/>
          <p14:tracePt t="6405" x="4568825" y="2916238"/>
          <p14:tracePt t="6413" x="4568825" y="2903538"/>
          <p14:tracePt t="6421" x="4568825" y="2890838"/>
          <p14:tracePt t="6429" x="4568825" y="2878138"/>
          <p14:tracePt t="6437" x="4568825" y="2865438"/>
          <p14:tracePt t="6469" x="4568825" y="2852738"/>
          <p14:tracePt t="6494" x="4568825" y="2840038"/>
          <p14:tracePt t="6525" x="4568825" y="2828925"/>
          <p14:tracePt t="6541" x="4568825" y="2816225"/>
          <p14:tracePt t="7117" x="4568825" y="2803525"/>
          <p14:tracePt t="7125" x="4581525" y="2803525"/>
          <p14:tracePt t="7149" x="4581525" y="2816225"/>
          <p14:tracePt t="7157" x="4581525" y="2828925"/>
          <p14:tracePt t="7166" x="4581525" y="2840038"/>
          <p14:tracePt t="7182" x="4581525" y="2852738"/>
          <p14:tracePt t="7190" x="4594225" y="2878138"/>
          <p14:tracePt t="7197" x="4606925" y="2890838"/>
          <p14:tracePt t="7205" x="4606925" y="2903538"/>
          <p14:tracePt t="7213" x="4606925" y="2928938"/>
          <p14:tracePt t="7221" x="4606925" y="2965450"/>
          <p14:tracePt t="7229" x="4606925" y="2978150"/>
          <p14:tracePt t="7237" x="4619625" y="3003550"/>
          <p14:tracePt t="7245" x="4619625" y="3016250"/>
          <p14:tracePt t="7253" x="4619625" y="3041650"/>
          <p14:tracePt t="7261" x="4630738" y="3065463"/>
          <p14:tracePt t="7269" x="4630738" y="3090863"/>
          <p14:tracePt t="7277" x="4630738" y="3103563"/>
          <p14:tracePt t="7285" x="4643438" y="3116263"/>
          <p14:tracePt t="7294" x="4656138" y="3154363"/>
          <p14:tracePt t="7310" x="4668838" y="3178175"/>
          <p14:tracePt t="7327" x="4668838" y="3190875"/>
          <p14:tracePt t="7333" x="4681538" y="3216275"/>
          <p14:tracePt t="7349" x="4681538" y="3241675"/>
          <p14:tracePt t="7360" x="4681538" y="3267075"/>
          <p14:tracePt t="7365" x="4706938" y="3303588"/>
          <p14:tracePt t="7381" x="4706938" y="3316288"/>
          <p14:tracePt t="7389" x="4706938" y="3354388"/>
          <p14:tracePt t="7397" x="4706938" y="3367088"/>
          <p14:tracePt t="7405" x="4706938" y="3378200"/>
          <p14:tracePt t="7413" x="4706938" y="3390900"/>
          <p14:tracePt t="7429" x="4706938" y="3403600"/>
          <p14:tracePt t="7437" x="4706938" y="3416300"/>
          <p14:tracePt t="7445" x="4719638" y="3429000"/>
          <p14:tracePt t="7494" x="4719638" y="3441700"/>
          <p14:tracePt t="7501" x="4719638" y="3454400"/>
          <p14:tracePt t="7517" x="4719638" y="3467100"/>
          <p14:tracePt t="7557" x="4719638" y="3479800"/>
          <p14:tracePt t="8223" x="4732338" y="3503613"/>
          <p14:tracePt t="8230" x="4743450" y="3503613"/>
          <p14:tracePt t="8238" x="4756150" y="3503613"/>
          <p14:tracePt t="8253" x="4768850" y="3503613"/>
          <p14:tracePt t="8261" x="4781550" y="3503613"/>
          <p14:tracePt t="8317" x="4794250" y="3503613"/>
          <p14:tracePt t="8445" x="4806950" y="3503613"/>
          <p14:tracePt t="9469" x="4819650" y="3503613"/>
          <p14:tracePt t="9477" x="4832350" y="3516313"/>
          <p14:tracePt t="9509" x="4843463" y="3529013"/>
          <p14:tracePt t="9517" x="4843463" y="3541713"/>
          <p14:tracePt t="9525" x="4856163" y="3554413"/>
          <p14:tracePt t="9542" x="4856163" y="3579813"/>
          <p14:tracePt t="9549" x="4868863" y="3579813"/>
          <p14:tracePt t="9558" x="4868863" y="3590925"/>
          <p14:tracePt t="9565" x="4881563" y="3629025"/>
          <p14:tracePt t="9575" x="4906963" y="3654425"/>
          <p14:tracePt t="9581" x="4932363" y="3692525"/>
          <p14:tracePt t="9591" x="4956175" y="3729038"/>
          <p14:tracePt t="9597" x="4968875" y="3792538"/>
          <p14:tracePt t="9607" x="4968875" y="3829050"/>
          <p14:tracePt t="9613" x="4968875" y="3879850"/>
          <p14:tracePt t="9621" x="4981575" y="3892550"/>
          <p14:tracePt t="9629" x="4981575" y="3941763"/>
          <p14:tracePt t="9637" x="4994275" y="3979863"/>
          <p14:tracePt t="9645" x="4994275" y="3992563"/>
          <p14:tracePt t="9653" x="4994275" y="4017963"/>
          <p14:tracePt t="9661" x="4994275" y="4029075"/>
          <p14:tracePt t="9669" x="5006975" y="4067175"/>
          <p14:tracePt t="10031" x="5019675" y="4079875"/>
          <p14:tracePt t="10077" x="5032375" y="4079875"/>
          <p14:tracePt t="10093" x="5045075" y="4079875"/>
          <p14:tracePt t="11077" x="5057775" y="4067175"/>
          <p14:tracePt t="11085" x="5057775" y="4041775"/>
          <p14:tracePt t="11093" x="5081588" y="3979863"/>
          <p14:tracePt t="11101" x="5081588" y="3954463"/>
          <p14:tracePt t="11109" x="5081588" y="3916363"/>
          <p14:tracePt t="11117" x="5094288" y="3879850"/>
          <p14:tracePt t="11125" x="5094288" y="3829050"/>
          <p14:tracePt t="11133" x="5094288" y="3792538"/>
          <p14:tracePt t="11141" x="5094288" y="3779838"/>
          <p14:tracePt t="11149" x="5094288" y="3754438"/>
          <p14:tracePt t="11157" x="5094288" y="3729038"/>
          <p14:tracePt t="11165" x="5094288" y="3703638"/>
          <p14:tracePt t="11174" x="5094288" y="3679825"/>
          <p14:tracePt t="11181" x="5094288" y="3667125"/>
          <p14:tracePt t="11190" x="5094288" y="3654425"/>
          <p14:tracePt t="11207" x="5094288" y="3641725"/>
          <p14:tracePt t="11213" x="5094288" y="3629025"/>
          <p14:tracePt t="11229" x="5094288" y="3616325"/>
          <p14:tracePt t="11238" x="5094288" y="3603625"/>
          <p14:tracePt t="11256" x="5094288" y="3590925"/>
          <p14:tracePt t="11301" x="5094288" y="3579813"/>
          <p14:tracePt t="22871" x="5045075" y="3603625"/>
          <p14:tracePt t="22885" x="5006975" y="3629025"/>
          <p14:tracePt t="22894" x="4968875" y="3629025"/>
          <p14:tracePt t="22901" x="4945063" y="3654425"/>
          <p14:tracePt t="22911" x="4906963" y="3654425"/>
          <p14:tracePt t="22917" x="4843463" y="3679825"/>
          <p14:tracePt t="22933" x="4819650" y="3692525"/>
          <p14:tracePt t="22943" x="4806950" y="3692525"/>
          <p14:tracePt t="22949" x="4781550" y="3692525"/>
          <p14:tracePt t="22973" x="4756150" y="3692525"/>
          <p14:tracePt t="22981" x="4743450" y="3716338"/>
          <p14:tracePt t="22997" x="4732338" y="3716338"/>
          <p14:tracePt t="23005" x="4719638" y="3729038"/>
          <p14:tracePt t="23013" x="4706938" y="3729038"/>
          <p14:tracePt t="23021" x="4694238" y="3729038"/>
          <p14:tracePt t="23037" x="4681538" y="3741738"/>
          <p14:tracePt t="23054" x="4668838" y="3754438"/>
          <p14:tracePt t="23062" x="4656138" y="3754438"/>
          <p14:tracePt t="23085" x="4643438" y="3754438"/>
          <p14:tracePt t="23117" x="4630738" y="3754438"/>
          <p14:tracePt t="23133" x="4619625" y="3754438"/>
          <p14:tracePt t="23181" x="4606925" y="3754438"/>
          <p14:tracePt t="23214" x="4594225" y="3754438"/>
          <p14:tracePt t="23237" x="4568825" y="3754438"/>
          <p14:tracePt t="23269" x="4556125" y="3754438"/>
          <p14:tracePt t="23277" x="4543425" y="3754438"/>
          <p14:tracePt t="23293" x="4530725" y="3741738"/>
          <p14:tracePt t="23301" x="4518025" y="3741738"/>
          <p14:tracePt t="23311" x="4506913" y="3729038"/>
          <p14:tracePt t="23357" x="4494213" y="3716338"/>
          <p14:tracePt t="23365" x="4481513" y="3703638"/>
          <p14:tracePt t="23373" x="4468813" y="3692525"/>
          <p14:tracePt t="23397" x="4456113" y="3679825"/>
          <p14:tracePt t="23405" x="4443413" y="3679825"/>
          <p14:tracePt t="23413" x="4443413" y="3667125"/>
          <p14:tracePt t="23429" x="4430713" y="3654425"/>
          <p14:tracePt t="23437" x="4418013" y="3641725"/>
          <p14:tracePt t="23453" x="4418013" y="3616325"/>
          <p14:tracePt t="23469" x="4394200" y="3579813"/>
          <p14:tracePt t="23485" x="4381500" y="3567113"/>
          <p14:tracePt t="23494" x="4381500" y="3529013"/>
          <p14:tracePt t="23511" x="4381500" y="3490913"/>
          <p14:tracePt t="23517" x="4368800" y="3479800"/>
          <p14:tracePt t="23528" x="4356100" y="3441700"/>
          <p14:tracePt t="23533" x="4343400" y="3416300"/>
          <p14:tracePt t="23543" x="4318000" y="3390900"/>
          <p14:tracePt t="23549" x="4318000" y="3378200"/>
          <p14:tracePt t="23559" x="4318000" y="3367088"/>
          <p14:tracePt t="23573" x="4318000" y="3354388"/>
          <p14:tracePt t="23581" x="4318000" y="3341688"/>
          <p14:tracePt t="23597" x="4305300" y="3328988"/>
          <p14:tracePt t="23629" x="4305300" y="3316288"/>
          <p14:tracePt t="23637" x="4305300" y="3303588"/>
          <p14:tracePt t="23645" x="4305300" y="3278188"/>
          <p14:tracePt t="23670" x="4305300" y="3267075"/>
          <p14:tracePt t="23680" x="4294188" y="3241675"/>
          <p14:tracePt t="23686" x="4281488" y="3241675"/>
          <p14:tracePt t="23733" x="4281488" y="3228975"/>
          <p14:tracePt t="24261" x="4281488" y="3203575"/>
          <p14:tracePt t="24269" x="4268788" y="3203575"/>
          <p14:tracePt t="24277" x="4256088" y="3203575"/>
          <p14:tracePt t="24317" x="4217988" y="3203575"/>
          <p14:tracePt t="24333" x="4192588" y="3203575"/>
          <p14:tracePt t="24349" x="4181475" y="3203575"/>
          <p14:tracePt t="24365" x="4181475" y="3216275"/>
          <p14:tracePt t="24397" x="4181475" y="3228975"/>
          <p14:tracePt t="24453" x="4168775" y="3241675"/>
          <p14:tracePt t="24510" x="4168775" y="3254375"/>
          <p14:tracePt t="24518" x="4168775" y="3267075"/>
          <p14:tracePt t="24535" x="4168775" y="3278188"/>
          <p14:tracePt t="24549" x="4168775" y="3290888"/>
          <p14:tracePt t="24565" x="4168775" y="3303588"/>
          <p14:tracePt t="24573" x="4168775" y="3316288"/>
          <p14:tracePt t="24581" x="4168775" y="3328988"/>
          <p14:tracePt t="24597" x="4168775" y="3341688"/>
          <p14:tracePt t="24605" x="4168775" y="3378200"/>
          <p14:tracePt t="24621" x="4168775" y="3403600"/>
          <p14:tracePt t="24629" x="4181475" y="3429000"/>
          <p14:tracePt t="24637" x="4181475" y="3467100"/>
          <p14:tracePt t="24645" x="4192588" y="3490913"/>
          <p14:tracePt t="24653" x="4205288" y="3529013"/>
          <p14:tracePt t="24661" x="4205288" y="3554413"/>
          <p14:tracePt t="24669" x="4205288" y="3603625"/>
          <p14:tracePt t="24677" x="4205288" y="3641725"/>
          <p14:tracePt t="24685" x="4230688" y="3692525"/>
          <p14:tracePt t="24693" x="4243388" y="3729038"/>
          <p14:tracePt t="24701" x="4268788" y="3779838"/>
          <p14:tracePt t="24710" x="4294188" y="3829050"/>
          <p14:tracePt t="24717" x="4305300" y="3879850"/>
          <p14:tracePt t="24726" x="4318000" y="3916363"/>
          <p14:tracePt t="24733" x="4343400" y="3954463"/>
          <p14:tracePt t="24743" x="4343400" y="3979863"/>
          <p14:tracePt t="24749" x="4343400" y="3992563"/>
          <p14:tracePt t="24759" x="4343400" y="4017963"/>
          <p14:tracePt t="24765" x="4356100" y="4017963"/>
          <p14:tracePt t="24775" x="4356100" y="4029075"/>
          <p14:tracePt t="24781" x="4356100" y="4041775"/>
          <p14:tracePt t="24885" x="4356100" y="3941763"/>
          <p14:tracePt t="24893" x="4330700" y="3905250"/>
          <p14:tracePt t="24901" x="4318000" y="3854450"/>
          <p14:tracePt t="24909" x="4305300" y="3792538"/>
          <p14:tracePt t="24917" x="4305300" y="3741738"/>
          <p14:tracePt t="24926" x="4268788" y="3692525"/>
          <p14:tracePt t="24933" x="4268788" y="3654425"/>
          <p14:tracePt t="24943" x="4256088" y="3603625"/>
          <p14:tracePt t="24949" x="4256088" y="3567113"/>
          <p14:tracePt t="24959" x="4230688" y="3541713"/>
          <p14:tracePt t="24965" x="4230688" y="3516313"/>
          <p14:tracePt t="24975" x="4230688" y="3490913"/>
          <p14:tracePt t="24981" x="4230688" y="3454400"/>
          <p14:tracePt t="24991" x="4230688" y="3429000"/>
          <p14:tracePt t="24997" x="4230688" y="3403600"/>
          <p14:tracePt t="25005" x="4217988" y="3390900"/>
          <p14:tracePt t="25013" x="4217988" y="3378200"/>
          <p14:tracePt t="25021" x="4217988" y="3367088"/>
          <p14:tracePt t="25029" x="4217988" y="3354388"/>
          <p14:tracePt t="25037" x="4217988" y="3328988"/>
          <p14:tracePt t="25045" x="4217988" y="3316288"/>
          <p14:tracePt t="25053" x="4217988" y="3303588"/>
          <p14:tracePt t="25061" x="4217988" y="3278188"/>
          <p14:tracePt t="25069" x="4217988" y="3267075"/>
          <p14:tracePt t="25077" x="4205288" y="3267075"/>
          <p14:tracePt t="25085" x="4205288" y="3254375"/>
          <p14:tracePt t="25101" x="4205288" y="3241675"/>
          <p14:tracePt t="25117" x="4205288" y="3228975"/>
          <p14:tracePt t="25133" x="4192588" y="3228975"/>
          <p14:tracePt t="25189" x="4192588" y="3216275"/>
          <p14:tracePt t="25213" x="4192588" y="3203575"/>
          <p14:tracePt t="25229" x="4181475" y="3190875"/>
          <p14:tracePt t="25245" x="4181475" y="3178175"/>
          <p14:tracePt t="25253" x="4168775" y="3154363"/>
          <p14:tracePt t="25285" x="4156075" y="3128963"/>
          <p14:tracePt t="25293" x="4143375" y="3116263"/>
          <p14:tracePt t="25325" x="4143375" y="3090863"/>
          <p14:tracePt t="25333" x="4117975" y="3078163"/>
          <p14:tracePt t="25342" x="4105275" y="3054350"/>
          <p14:tracePt t="25349" x="4092575" y="3054350"/>
          <p14:tracePt t="25359" x="4068763" y="3041650"/>
          <p14:tracePt t="25365" x="4056063" y="3028950"/>
          <p14:tracePt t="25381" x="4056063" y="3016250"/>
          <p14:tracePt t="25397" x="4043363" y="3016250"/>
          <p14:tracePt t="25408" x="4017963" y="2990850"/>
          <p14:tracePt t="25413" x="4005263" y="2990850"/>
          <p14:tracePt t="25421" x="3979863" y="2978150"/>
          <p14:tracePt t="25429" x="3979863" y="2965450"/>
          <p14:tracePt t="25437" x="3968750" y="2965450"/>
          <p14:tracePt t="25445" x="3930650" y="2965450"/>
          <p14:tracePt t="25453" x="3905250" y="2965450"/>
          <p14:tracePt t="25469" x="3892550" y="2965450"/>
          <p14:tracePt t="25477" x="3856038" y="2965450"/>
          <p14:tracePt t="25485" x="3843338" y="2965450"/>
          <p14:tracePt t="25493" x="3817938" y="2965450"/>
          <p14:tracePt t="25501" x="3805238" y="2965450"/>
          <p14:tracePt t="25509" x="3779838" y="2965450"/>
          <p14:tracePt t="25517" x="3767138" y="2965450"/>
          <p14:tracePt t="25533" x="3743325" y="2965450"/>
          <p14:tracePt t="25542" x="3717925" y="2978150"/>
          <p14:tracePt t="25558" x="3717925" y="2990850"/>
          <p14:tracePt t="25565" x="3705225" y="3003550"/>
          <p14:tracePt t="25575" x="3692525" y="3016250"/>
          <p14:tracePt t="25581" x="3692525" y="3028950"/>
          <p14:tracePt t="25591" x="3692525" y="3041650"/>
          <p14:tracePt t="25597" x="3692525" y="3065463"/>
          <p14:tracePt t="25608" x="3692525" y="3078163"/>
          <p14:tracePt t="25613" x="3679825" y="3103563"/>
          <p14:tracePt t="25621" x="3679825" y="3116263"/>
          <p14:tracePt t="25629" x="3679825" y="3141663"/>
          <p14:tracePt t="25637" x="3679825" y="3178175"/>
          <p14:tracePt t="25645" x="3679825" y="3203575"/>
          <p14:tracePt t="25653" x="3679825" y="3241675"/>
          <p14:tracePt t="25661" x="3692525" y="3278188"/>
          <p14:tracePt t="25669" x="3705225" y="3290888"/>
          <p14:tracePt t="25677" x="3730625" y="3328988"/>
          <p14:tracePt t="25685" x="3767138" y="3354388"/>
          <p14:tracePt t="25693" x="3792538" y="3378200"/>
          <p14:tracePt t="25701" x="3830638" y="3403600"/>
          <p14:tracePt t="25709" x="3856038" y="3403600"/>
          <p14:tracePt t="25717" x="3879850" y="3416300"/>
          <p14:tracePt t="25733" x="3917950" y="3416300"/>
          <p14:tracePt t="25742" x="3930650" y="3416300"/>
          <p14:tracePt t="25749" x="3956050" y="3416300"/>
          <p14:tracePt t="25758" x="3979863" y="3416300"/>
          <p14:tracePt t="25775" x="4017963" y="3416300"/>
          <p14:tracePt t="25781" x="4030663" y="3390900"/>
          <p14:tracePt t="25791" x="4043363" y="3378200"/>
          <p14:tracePt t="25808" x="4068763" y="3354388"/>
          <p14:tracePt t="25813" x="4068763" y="3316288"/>
          <p14:tracePt t="25821" x="4068763" y="3290888"/>
          <p14:tracePt t="25829" x="4068763" y="3267075"/>
          <p14:tracePt t="25837" x="4068763" y="3228975"/>
          <p14:tracePt t="25845" x="4068763" y="3203575"/>
          <p14:tracePt t="25853" x="4068763" y="3165475"/>
          <p14:tracePt t="25861" x="4068763" y="3128963"/>
          <p14:tracePt t="25877" x="4068763" y="3065463"/>
          <p14:tracePt t="25885" x="4068763" y="3028950"/>
          <p14:tracePt t="25893" x="4056063" y="3003550"/>
          <p14:tracePt t="25901" x="4043363" y="2978150"/>
          <p14:tracePt t="25909" x="4043363" y="2952750"/>
          <p14:tracePt t="25917" x="4005263" y="2928938"/>
          <p14:tracePt t="25925" x="4005263" y="2903538"/>
          <p14:tracePt t="25933" x="3992563" y="2890838"/>
          <p14:tracePt t="25942" x="3992563" y="2878138"/>
          <p14:tracePt t="25949" x="3979863" y="2878138"/>
          <p14:tracePt t="25958" x="3968750" y="2865438"/>
          <p14:tracePt t="25965" x="3968750" y="2840038"/>
          <p14:tracePt t="25975" x="3956050" y="2840038"/>
          <p14:tracePt t="25981" x="3956050" y="2828925"/>
          <p14:tracePt t="26029" x="3956050" y="2816225"/>
          <p14:tracePt t="26125" x="3943350" y="2803525"/>
          <p14:tracePt t="26133" x="3930650" y="2803525"/>
          <p14:tracePt t="26141" x="3917950" y="2803525"/>
          <p14:tracePt t="26158" x="3905250" y="2803525"/>
          <p14:tracePt t="26165" x="3892550" y="2803525"/>
          <p14:tracePt t="26175" x="3843338" y="2828925"/>
          <p14:tracePt t="26181" x="3830638" y="2840038"/>
          <p14:tracePt t="26191" x="3817938" y="2840038"/>
          <p14:tracePt t="26197" x="3779838" y="2865438"/>
          <p14:tracePt t="26206" x="3767138" y="2878138"/>
          <p14:tracePt t="26309" x="3756025" y="2890838"/>
          <p14:tracePt t="26373" x="3743325" y="2903538"/>
          <p14:tracePt t="26405" x="3743325" y="2916238"/>
          <p14:tracePt t="26413" x="3730625" y="2916238"/>
          <p14:tracePt t="26469" x="3717925" y="2916238"/>
          <p14:tracePt t="26501" x="3705225" y="2916238"/>
          <p14:tracePt t="26517" x="3692525" y="2916238"/>
          <p14:tracePt t="26533" x="3667125" y="2928938"/>
          <p14:tracePt t="26541" x="3654425" y="2928938"/>
          <p14:tracePt t="26549" x="3630613" y="2941638"/>
          <p14:tracePt t="26557" x="3617913" y="2941638"/>
          <p14:tracePt t="26575" x="3605213" y="2941638"/>
          <p14:tracePt t="26590" x="3592513" y="2941638"/>
          <p14:tracePt t="26597" x="3579813" y="2952750"/>
          <p14:tracePt t="26637" x="3567113" y="2952750"/>
          <p14:tracePt t="26869" x="3554413" y="2952750"/>
          <p14:tracePt t="26901" x="3541713" y="2952750"/>
          <p14:tracePt t="26909" x="3530600" y="2952750"/>
          <p14:tracePt t="26957" x="3505200" y="2952750"/>
          <p14:tracePt t="26965" x="3492500" y="2952750"/>
          <p14:tracePt t="26990" x="3479800" y="2952750"/>
          <p14:tracePt t="26997" x="3467100" y="2952750"/>
          <p14:tracePt t="27054" x="3454400" y="2952750"/>
          <p14:tracePt t="27285" x="3441700" y="2952750"/>
          <p14:tracePt t="27301" x="3429000" y="2952750"/>
          <p14:tracePt t="27318" x="3417888" y="2952750"/>
          <p14:tracePt t="27326" x="3405188" y="2952750"/>
          <p14:tracePt t="27334" x="3379788" y="2952750"/>
          <p14:tracePt t="27342" x="3379788" y="2965450"/>
          <p14:tracePt t="27349" x="3354388" y="2965450"/>
          <p14:tracePt t="27357" x="3328988" y="2978150"/>
          <p14:tracePt t="27365" x="3317875" y="2978150"/>
          <p14:tracePt t="27373" x="3305175" y="2978150"/>
          <p14:tracePt t="27381" x="3292475" y="2978150"/>
          <p14:tracePt t="27390" x="3267075" y="2978150"/>
          <p14:tracePt t="27397" x="3254375" y="2978150"/>
          <p14:tracePt t="27630" x="3228975" y="2978150"/>
          <p14:tracePt t="27973" x="3228975" y="2965450"/>
          <p14:tracePt t="27981" x="3228975" y="2952750"/>
          <p14:tracePt t="28037" x="3228975" y="2941638"/>
          <p14:tracePt t="28071" x="3254375" y="2941638"/>
          <p14:tracePt t="28078" x="3267075" y="2941638"/>
          <p14:tracePt t="28088" x="3279775" y="2941638"/>
          <p14:tracePt t="28095" x="3305175" y="2916238"/>
          <p14:tracePt t="28101" x="3341688" y="2903538"/>
          <p14:tracePt t="28109" x="3354388" y="2903538"/>
          <p14:tracePt t="28117" x="3405188" y="2890838"/>
          <p14:tracePt t="28125" x="3441700" y="2890838"/>
          <p14:tracePt t="28133" x="3479800" y="2865438"/>
          <p14:tracePt t="28141" x="3505200" y="2865438"/>
          <p14:tracePt t="28149" x="3530600" y="2840038"/>
          <p14:tracePt t="28157" x="3541713" y="2840038"/>
          <p14:tracePt t="28173" x="3579813" y="2828925"/>
          <p14:tracePt t="28181" x="3592513" y="2828925"/>
          <p14:tracePt t="28222" x="3592513" y="2816225"/>
          <p14:tracePt t="28253" x="3605213" y="2816225"/>
          <p14:tracePt t="28269" x="3617913" y="2816225"/>
          <p14:tracePt t="28285" x="3630613" y="2816225"/>
          <p14:tracePt t="28301" x="3643313" y="2816225"/>
          <p14:tracePt t="28309" x="3654425" y="2816225"/>
          <p14:tracePt t="28325" x="3667125" y="2816225"/>
          <p14:tracePt t="28333" x="3679825" y="2816225"/>
          <p14:tracePt t="28373" x="3692525" y="2816225"/>
          <p14:tracePt t="28525" x="3705225" y="2816225"/>
          <p14:tracePt t="28557" x="3717925" y="2816225"/>
          <p14:tracePt t="29149" x="3730625" y="2816225"/>
          <p14:tracePt t="29645" x="3756025" y="2816225"/>
          <p14:tracePt t="29997" x="3779838" y="2828925"/>
          <p14:tracePt t="30005" x="3779838" y="2890838"/>
          <p14:tracePt t="30013" x="3817938" y="2990850"/>
          <p14:tracePt t="30021" x="3830638" y="3041650"/>
          <p14:tracePt t="30029" x="3856038" y="3128963"/>
          <p14:tracePt t="30038" x="3892550" y="3241675"/>
          <p14:tracePt t="30045" x="3905250" y="3416300"/>
          <p14:tracePt t="30054" x="3917950" y="3603625"/>
          <p14:tracePt t="30543" x="3917950" y="3616325"/>
          <p14:tracePt t="30552" x="3968750" y="3616325"/>
          <p14:tracePt t="30557" x="3992563" y="3616325"/>
          <p14:tracePt t="30565" x="4017963" y="3616325"/>
          <p14:tracePt t="30573" x="4030663" y="3616325"/>
          <p14:tracePt t="30581" x="4043363" y="3616325"/>
          <p14:tracePt t="30589" x="4056063" y="3616325"/>
          <p14:tracePt t="30605" x="4068763" y="3616325"/>
          <p14:tracePt t="30613" x="4081463" y="3616325"/>
          <p14:tracePt t="30621" x="4092575" y="3616325"/>
          <p14:tracePt t="30629" x="4117975" y="3616325"/>
          <p14:tracePt t="30637" x="4143375" y="3616325"/>
          <p14:tracePt t="30645" x="4168775" y="3616325"/>
          <p14:tracePt t="30653" x="4205288" y="3616325"/>
          <p14:tracePt t="30661" x="4243388" y="3616325"/>
          <p14:tracePt t="30670" x="4268788" y="3616325"/>
          <p14:tracePt t="30677" x="4330700" y="3616325"/>
          <p14:tracePt t="30687" x="4381500" y="3616325"/>
          <p14:tracePt t="30693" x="4468813" y="3616325"/>
          <p14:tracePt t="30703" x="4506913" y="3616325"/>
          <p14:tracePt t="30709" x="4530725" y="3590925"/>
          <p14:tracePt t="30719" x="4594225" y="3529013"/>
          <p14:tracePt t="30725" x="4681538" y="3503613"/>
          <p14:tracePt t="30734" x="4756150" y="3454400"/>
          <p14:tracePt t="30741" x="4819650" y="3416300"/>
          <p14:tracePt t="30749" x="4919663" y="3354388"/>
          <p14:tracePt t="30757" x="4981575" y="3290888"/>
          <p14:tracePt t="30765" x="5032375" y="3254375"/>
          <p14:tracePt t="30773" x="5068888" y="3203575"/>
          <p14:tracePt t="30781" x="5094288" y="3141663"/>
          <p14:tracePt t="30789" x="5119688" y="3103563"/>
          <p14:tracePt t="30797" x="5132388" y="3078163"/>
          <p14:tracePt t="30805" x="5157788" y="3028950"/>
          <p14:tracePt t="30813" x="5157788" y="2990850"/>
          <p14:tracePt t="30821" x="5157788" y="2941638"/>
          <p14:tracePt t="30829" x="5157788" y="2903538"/>
          <p14:tracePt t="30837" x="5145088" y="2852738"/>
          <p14:tracePt t="30845" x="5119688" y="2816225"/>
          <p14:tracePt t="30853" x="5094288" y="2778125"/>
          <p14:tracePt t="30861" x="5068888" y="2716213"/>
          <p14:tracePt t="30869" x="5057775" y="2703513"/>
          <p14:tracePt t="30887" x="5006975" y="2652713"/>
          <p14:tracePt t="30893" x="4994275" y="2640013"/>
          <p14:tracePt t="30902" x="4968875" y="2640013"/>
          <p14:tracePt t="30909" x="4956175" y="2627313"/>
          <p14:tracePt t="30918" x="4906963" y="2627313"/>
          <p14:tracePt t="30925" x="4856163" y="2627313"/>
          <p14:tracePt t="30936" x="4819650" y="2627313"/>
          <p14:tracePt t="30941" x="4768850" y="2627313"/>
          <p14:tracePt t="30952" x="4743450" y="2627313"/>
          <p14:tracePt t="30965" x="4694238" y="2627313"/>
          <p14:tracePt t="30973" x="4643438" y="2652713"/>
          <p14:tracePt t="30981" x="4581525" y="2703513"/>
          <p14:tracePt t="30989" x="4481513" y="2778125"/>
          <p14:tracePt t="30997" x="4443413" y="2828925"/>
          <p14:tracePt t="31005" x="4394200" y="2916238"/>
          <p14:tracePt t="31013" x="4368800" y="2952750"/>
          <p14:tracePt t="31021" x="4368800" y="2978150"/>
          <p14:tracePt t="31029" x="4368800" y="3003550"/>
          <p14:tracePt t="31037" x="4368800" y="3028950"/>
          <p14:tracePt t="31045" x="4368800" y="3065463"/>
          <p14:tracePt t="31053" x="4356100" y="3090863"/>
          <p14:tracePt t="31061" x="4356100" y="3116263"/>
          <p14:tracePt t="31069" x="4356100" y="3141663"/>
          <p14:tracePt t="31077" x="4356100" y="3154363"/>
          <p14:tracePt t="31086" x="4356100" y="3178175"/>
          <p14:tracePt t="31093" x="4418013" y="3228975"/>
          <p14:tracePt t="31103" x="4430713" y="3267075"/>
          <p14:tracePt t="31109" x="4494213" y="3316288"/>
          <p14:tracePt t="31119" x="4568825" y="3354388"/>
          <p14:tracePt t="31125" x="4643438" y="3390900"/>
          <p14:tracePt t="31135" x="4732338" y="3429000"/>
          <p14:tracePt t="31141" x="4806950" y="3441700"/>
          <p14:tracePt t="31151" x="4856163" y="3454400"/>
          <p14:tracePt t="31157" x="4968875" y="3490913"/>
          <p14:tracePt t="31165" x="5019675" y="3490913"/>
          <p14:tracePt t="31173" x="5081588" y="3490913"/>
          <p14:tracePt t="31181" x="5145088" y="3490913"/>
          <p14:tracePt t="31189" x="5181600" y="3490913"/>
          <p14:tracePt t="31197" x="5219700" y="3490913"/>
          <p14:tracePt t="31205" x="5270500" y="3490913"/>
          <p14:tracePt t="31221" x="5281613" y="3490913"/>
          <p14:tracePt t="31349" x="5232400" y="3490913"/>
          <p14:tracePt t="31357" x="5170488" y="3354388"/>
          <p14:tracePt t="31373" x="5170488" y="3328988"/>
          <p14:tracePt t="31381" x="5170488" y="3316288"/>
          <p14:tracePt t="31397" x="5170488" y="3303588"/>
          <p14:tracePt t="31469" x="5119688" y="3303588"/>
          <p14:tracePt t="31477" x="5045075" y="3303588"/>
          <p14:tracePt t="31486" x="4981575" y="3278188"/>
          <p14:tracePt t="31493" x="4881563" y="3278188"/>
          <p14:tracePt t="31503" x="4806950" y="3278188"/>
          <p14:tracePt t="31509" x="4756150" y="3278188"/>
          <p14:tracePt t="31518" x="4706938" y="3278188"/>
          <p14:tracePt t="31525" x="4668838" y="3278188"/>
          <p14:tracePt t="31534" x="4606925" y="3278188"/>
          <p14:tracePt t="31541" x="4530725" y="3290888"/>
          <p14:tracePt t="31552" x="4443413" y="3328988"/>
          <p14:tracePt t="31557" x="4381500" y="3367088"/>
          <p14:tracePt t="31568" x="4281488" y="3454400"/>
          <p14:tracePt t="31573" x="4217988" y="3503613"/>
          <p14:tracePt t="31581" x="4168775" y="3529013"/>
          <p14:tracePt t="31589" x="4081463" y="3603625"/>
          <p14:tracePt t="31597" x="4017963" y="3667125"/>
          <p14:tracePt t="31605" x="3968750" y="3716338"/>
          <p14:tracePt t="31613" x="3930650" y="3729038"/>
          <p14:tracePt t="31621" x="3879850" y="3767138"/>
          <p14:tracePt t="31629" x="3830638" y="3792538"/>
          <p14:tracePt t="31637" x="3805238" y="3816350"/>
          <p14:tracePt t="31645" x="3779838" y="3841750"/>
          <p14:tracePt t="31653" x="3743325" y="3854450"/>
          <p14:tracePt t="31661" x="3717925" y="3879850"/>
          <p14:tracePt t="31669" x="3692525" y="3905250"/>
          <p14:tracePt t="31677" x="3679825" y="3916363"/>
          <p14:tracePt t="31686" x="3617913" y="3929063"/>
          <p14:tracePt t="31693" x="3592513" y="3941763"/>
          <p14:tracePt t="31702" x="3579813" y="3954463"/>
          <p14:tracePt t="31709" x="3530600" y="3967163"/>
          <p14:tracePt t="31718" x="3492500" y="3967163"/>
          <p14:tracePt t="31725" x="3441700" y="3967163"/>
          <p14:tracePt t="31735" x="3379788" y="3967163"/>
          <p14:tracePt t="31751" x="3341688" y="3967163"/>
          <p14:tracePt t="31757" x="3305175" y="3967163"/>
          <p14:tracePt t="31767" x="3267075" y="3967163"/>
          <p14:tracePt t="31773" x="3192463" y="3954463"/>
          <p14:tracePt t="31781" x="3154363" y="3954463"/>
          <p14:tracePt t="31789" x="3092450" y="3929063"/>
          <p14:tracePt t="31797" x="3067050" y="3916363"/>
          <p14:tracePt t="31805" x="3028950" y="3892550"/>
          <p14:tracePt t="31813" x="2967038" y="3879850"/>
          <p14:tracePt t="31821" x="2967038" y="3867150"/>
          <p14:tracePt t="31829" x="2941638" y="3841750"/>
          <p14:tracePt t="31837" x="2941638" y="3829050"/>
          <p14:tracePt t="31845" x="2941638" y="3816350"/>
          <p14:tracePt t="31853" x="2941638" y="3779838"/>
          <p14:tracePt t="31861" x="2941638" y="3729038"/>
          <p14:tracePt t="31869" x="2941638" y="3679825"/>
          <p14:tracePt t="31878" x="2941638" y="3603625"/>
          <p14:tracePt t="31891" x="2941638" y="3554413"/>
          <p14:tracePt t="31894" x="2941638" y="3490913"/>
          <p14:tracePt t="31904" x="2941638" y="3441700"/>
          <p14:tracePt t="31909" x="2954338" y="3354388"/>
          <p14:tracePt t="31919" x="2967038" y="3316288"/>
          <p14:tracePt t="31925" x="2992438" y="3254375"/>
          <p14:tracePt t="31935" x="2992438" y="3228975"/>
          <p14:tracePt t="31941" x="3003550" y="3178175"/>
          <p14:tracePt t="31949" x="3003550" y="3154363"/>
          <p14:tracePt t="31957" x="3016250" y="3128963"/>
          <p14:tracePt t="31967" x="3028950" y="3090863"/>
          <p14:tracePt t="31973" x="3054350" y="3054350"/>
          <p14:tracePt t="31981" x="3054350" y="3041650"/>
          <p14:tracePt t="31989" x="3054350" y="3028950"/>
          <p14:tracePt t="31997" x="3054350" y="3003550"/>
          <p14:tracePt t="32005" x="3054350" y="2990850"/>
          <p14:tracePt t="32013" x="3054350" y="2965450"/>
          <p14:tracePt t="32021" x="3054350" y="2952750"/>
          <p14:tracePt t="32029" x="3067050" y="2952750"/>
          <p14:tracePt t="32037" x="3079750" y="2928938"/>
          <p14:tracePt t="32045" x="3079750" y="2916238"/>
          <p14:tracePt t="32053" x="3092450" y="2903538"/>
          <p14:tracePt t="32085" x="3092450" y="2878138"/>
          <p14:tracePt t="32133" x="3103563" y="2865438"/>
          <p14:tracePt t="32173" x="3128963" y="2852738"/>
          <p14:tracePt t="32230" x="3128963" y="2840038"/>
          <p14:tracePt t="32333" x="3141663" y="2840038"/>
          <p14:tracePt t="32429" x="3141663" y="2828925"/>
          <p14:tracePt t="32613" x="3154363" y="2828925"/>
          <p14:tracePt t="32943" x="3167063" y="2828925"/>
          <p14:tracePt t="32956" x="3179763" y="2840038"/>
          <p14:tracePt t="32958" x="3179763" y="2852738"/>
          <p14:tracePt t="32984" x="3179763" y="2878138"/>
          <p14:tracePt t="32998" x="3216275" y="2916238"/>
          <p14:tracePt t="33013" x="3254375" y="3016250"/>
          <p14:tracePt t="33027" x="3292475" y="3090863"/>
          <p14:tracePt t="33028" x="3328988" y="3178175"/>
          <p14:tracePt t="33043" x="3379788" y="3254375"/>
          <p14:tracePt t="33056" x="3441700" y="3378200"/>
          <p14:tracePt t="33061" x="3454400" y="3378200"/>
          <p14:tracePt t="33486" x="3479800" y="3378200"/>
          <p14:tracePt t="33557" x="3479800" y="3390900"/>
          <p14:tracePt t="33566" x="3479800" y="3403600"/>
          <p14:tracePt t="33583" x="3479800" y="3416300"/>
          <p14:tracePt t="33589" x="3479800" y="3441700"/>
          <p14:tracePt t="33605" x="3479800" y="3454400"/>
          <p14:tracePt t="33637" x="3479800" y="3467100"/>
          <p14:tracePt t="33774" x="3479800" y="3479800"/>
          <p14:tracePt t="33830" x="3479800" y="3503613"/>
          <p14:tracePt t="33846" x="3467100" y="3516313"/>
          <p14:tracePt t="33853" x="3454400" y="3516313"/>
          <p14:tracePt t="33861" x="3441700" y="3516313"/>
          <p14:tracePt t="33893" x="3417888" y="3541713"/>
          <p14:tracePt t="33901" x="3379788" y="3579813"/>
          <p14:tracePt t="33909" x="3354388" y="3603625"/>
          <p14:tracePt t="33917" x="3354388" y="3616325"/>
          <p14:tracePt t="33925" x="3341688" y="3629025"/>
          <p14:tracePt t="33933" x="3341688" y="3641725"/>
          <p14:tracePt t="33941" x="3317875" y="3654425"/>
          <p14:tracePt t="33973" x="3305175" y="3679825"/>
          <p14:tracePt t="34030" x="3292475" y="3692525"/>
          <p14:tracePt t="34038" x="3279775" y="3692525"/>
          <p14:tracePt t="34054" x="3279775" y="3703638"/>
          <p14:tracePt t="34093" x="3279775" y="3716338"/>
          <p14:tracePt t="34117" x="3279775" y="3729038"/>
          <p14:tracePt t="34125" x="3279775" y="3741738"/>
          <p14:tracePt t="34141" x="3292475" y="3754438"/>
          <p14:tracePt t="34149" x="3317875" y="3754438"/>
          <p14:tracePt t="34157" x="3379788" y="3754438"/>
          <p14:tracePt t="34166" x="3429000" y="3754438"/>
          <p14:tracePt t="34173" x="3505200" y="3716338"/>
          <p14:tracePt t="34183" x="3592513" y="3667125"/>
          <p14:tracePt t="34189" x="3630613" y="3603625"/>
          <p14:tracePt t="34200" x="3643313" y="3590925"/>
          <p14:tracePt t="34325" x="3654425" y="3590925"/>
          <p14:tracePt t="34333" x="3654425" y="3567113"/>
          <p14:tracePt t="34341" x="3654425" y="3554413"/>
          <p14:tracePt t="34349" x="3654425" y="3541713"/>
          <p14:tracePt t="34405" x="3643313" y="3529013"/>
          <p14:tracePt t="34413" x="3605213" y="3529013"/>
          <p14:tracePt t="34421" x="3592513" y="3529013"/>
          <p14:tracePt t="34430" x="3517900" y="3516313"/>
          <p14:tracePt t="34437" x="3441700" y="3516313"/>
          <p14:tracePt t="34445" x="3367088" y="3516313"/>
          <p14:tracePt t="34453" x="3328988" y="3516313"/>
          <p14:tracePt t="34461" x="3267075" y="3516313"/>
          <p14:tracePt t="34469" x="3128963" y="3516313"/>
          <p14:tracePt t="34477" x="3067050" y="3516313"/>
          <p14:tracePt t="34485" x="3016250" y="3516313"/>
          <p14:tracePt t="34493" x="2879725" y="3516313"/>
          <p14:tracePt t="34501" x="2778125" y="3516313"/>
          <p14:tracePt t="34509" x="2690813" y="3541713"/>
          <p14:tracePt t="34517" x="2616200" y="3567113"/>
          <p14:tracePt t="34525" x="2490788" y="3603625"/>
          <p14:tracePt t="34533" x="2452688" y="3603625"/>
          <p14:tracePt t="34541" x="2390775" y="3616325"/>
          <p14:tracePt t="34550" x="2339975" y="3629025"/>
          <p14:tracePt t="34557" x="2328863" y="3654425"/>
          <p14:tracePt t="34566" x="2303463" y="3667125"/>
          <p14:tracePt t="34573" x="2290763" y="3667125"/>
          <p14:tracePt t="34582" x="2239963" y="3667125"/>
          <p14:tracePt t="34589" x="2203450" y="3667125"/>
          <p14:tracePt t="34599" x="2178050" y="3667125"/>
          <p14:tracePt t="34605" x="2165350" y="3667125"/>
          <p14:tracePt t="34615" x="2103438" y="3667125"/>
          <p14:tracePt t="34621" x="2065338" y="3667125"/>
          <p14:tracePt t="34631" x="1965325" y="3590925"/>
          <p14:tracePt t="34637" x="1914525" y="3567113"/>
          <p14:tracePt t="34645" x="1839913" y="3479800"/>
          <p14:tracePt t="34653" x="1801813" y="3454400"/>
          <p14:tracePt t="34661" x="1739900" y="3341688"/>
          <p14:tracePt t="34669" x="1714500" y="3241675"/>
          <p14:tracePt t="34677" x="1639888" y="3116263"/>
          <p14:tracePt t="34685" x="1627188" y="3016250"/>
          <p14:tracePt t="34693" x="1589088" y="2890838"/>
          <p14:tracePt t="34701" x="1577975" y="2828925"/>
          <p14:tracePt t="34709" x="1527175" y="2752725"/>
          <p14:tracePt t="34717" x="1527175" y="2665413"/>
          <p14:tracePt t="34725" x="1527175" y="2640013"/>
          <p14:tracePt t="34733" x="1527175" y="2603500"/>
          <p14:tracePt t="34741" x="1527175" y="2590800"/>
          <p14:tracePt t="34749" x="1539875" y="2565400"/>
          <p14:tracePt t="34782" x="1539875" y="2552700"/>
          <p14:tracePt t="34829" x="1552575" y="2540000"/>
          <p14:tracePt t="34846" x="1577975" y="2516188"/>
          <p14:tracePt t="34853" x="1601788" y="2516188"/>
          <p14:tracePt t="34861" x="1627188" y="2503488"/>
          <p14:tracePt t="34882" x="1677988" y="2478088"/>
          <p14:tracePt t="34885" x="1701800" y="2478088"/>
          <p14:tracePt t="34893" x="1727200" y="2465388"/>
          <p14:tracePt t="34901" x="1739900" y="2465388"/>
          <p14:tracePt t="34909" x="1752600" y="2465388"/>
          <p14:tracePt t="34917" x="1790700" y="2452688"/>
          <p14:tracePt t="34925" x="1814513" y="2439988"/>
          <p14:tracePt t="34933" x="1852613" y="2439988"/>
          <p14:tracePt t="34941" x="1890713" y="2439988"/>
          <p14:tracePt t="34949" x="1927225" y="2439988"/>
          <p14:tracePt t="34957" x="1990725" y="2439988"/>
          <p14:tracePt t="34965" x="2027238" y="2439988"/>
          <p14:tracePt t="34973" x="2103438" y="2439988"/>
          <p14:tracePt t="34981" x="2152650" y="2439988"/>
          <p14:tracePt t="34989" x="2228850" y="2439988"/>
          <p14:tracePt t="34999" x="2252663" y="2439988"/>
          <p14:tracePt t="35005" x="2290763" y="2439988"/>
          <p14:tracePt t="35021" x="2303463" y="2439988"/>
          <p14:tracePt t="35037" x="2316163" y="2452688"/>
          <p14:tracePt t="35095" x="2328863" y="2452688"/>
          <p14:tracePt t="35102" x="2339975" y="2452688"/>
          <p14:tracePt t="35110" x="2352675" y="2465388"/>
          <p14:tracePt t="35118" x="2365375" y="2478088"/>
          <p14:tracePt t="35136" x="2378075" y="2490788"/>
          <p14:tracePt t="35151" x="2416175" y="2503488"/>
          <p14:tracePt t="35158" x="2428875" y="2516188"/>
          <p14:tracePt t="35168" x="2441575" y="2527300"/>
          <p14:tracePt t="35182" x="2452688" y="2552700"/>
          <p14:tracePt t="35189" x="2465388" y="2552700"/>
          <p14:tracePt t="35205" x="2465388" y="2565400"/>
          <p14:tracePt t="35216" x="2478088" y="2590800"/>
          <p14:tracePt t="35230" x="2503488" y="2616200"/>
          <p14:tracePt t="35248" x="2503488" y="2627313"/>
          <p14:tracePt t="35253" x="2503488" y="2640013"/>
          <p14:tracePt t="35269" x="2516188" y="2665413"/>
          <p14:tracePt t="35277" x="2528888" y="2690813"/>
          <p14:tracePt t="35285" x="2541588" y="2703513"/>
          <p14:tracePt t="35293" x="2554288" y="2716213"/>
          <p14:tracePt t="35301" x="2554288" y="2728913"/>
          <p14:tracePt t="35317" x="2554288" y="2752725"/>
          <p14:tracePt t="35325" x="2578100" y="2765425"/>
          <p14:tracePt t="35333" x="2578100" y="2778125"/>
          <p14:tracePt t="35341" x="2590800" y="2790825"/>
          <p14:tracePt t="35357" x="2590800" y="2816225"/>
          <p14:tracePt t="35365" x="2590800" y="2840038"/>
          <p14:tracePt t="35373" x="2590800" y="2878138"/>
          <p14:tracePt t="35381" x="2590800" y="2916238"/>
          <p14:tracePt t="35389" x="2590800" y="2941638"/>
          <p14:tracePt t="35399" x="2590800" y="2978150"/>
          <p14:tracePt t="35405" x="2590800" y="3003550"/>
          <p14:tracePt t="35414" x="2590800" y="3028950"/>
          <p14:tracePt t="35421" x="2578100" y="3065463"/>
          <p14:tracePt t="35430" x="2578100" y="3078163"/>
          <p14:tracePt t="35437" x="2565400" y="3078163"/>
          <p14:tracePt t="35446" x="2554288" y="3103563"/>
          <p14:tracePt t="35453" x="2541588" y="3103563"/>
          <p14:tracePt t="35463" x="2528888" y="3116263"/>
          <p14:tracePt t="35469" x="2516188" y="3116263"/>
          <p14:tracePt t="35477" x="2490788" y="3141663"/>
          <p14:tracePt t="35493" x="2465388" y="3141663"/>
          <p14:tracePt t="35501" x="2452688" y="3141663"/>
          <p14:tracePt t="35509" x="2428875" y="3141663"/>
          <p14:tracePt t="35517" x="2403475" y="3141663"/>
          <p14:tracePt t="35525" x="2365375" y="3141663"/>
          <p14:tracePt t="35533" x="2328863" y="3116263"/>
          <p14:tracePt t="35541" x="2290763" y="3103563"/>
          <p14:tracePt t="35549" x="2252663" y="3090863"/>
          <p14:tracePt t="35557" x="2228850" y="3078163"/>
          <p14:tracePt t="35565" x="2216150" y="3065463"/>
          <p14:tracePt t="35573" x="2216150" y="3054350"/>
          <p14:tracePt t="35581" x="2203450" y="3054350"/>
          <p14:tracePt t="35589" x="2203450" y="3028950"/>
          <p14:tracePt t="35598" x="2190750" y="3003550"/>
          <p14:tracePt t="35615" x="2190750" y="2965450"/>
          <p14:tracePt t="35621" x="2190750" y="2916238"/>
          <p14:tracePt t="35630" x="2216150" y="2878138"/>
          <p14:tracePt t="35637" x="2239963" y="2852738"/>
          <p14:tracePt t="35647" x="2278063" y="2816225"/>
          <p14:tracePt t="35653" x="2290763" y="2790825"/>
          <p14:tracePt t="35663" x="2328863" y="2752725"/>
          <p14:tracePt t="35669" x="2339975" y="2740025"/>
          <p14:tracePt t="35677" x="2352675" y="2728913"/>
          <p14:tracePt t="35685" x="2365375" y="2703513"/>
          <p14:tracePt t="35693" x="2378075" y="2690813"/>
          <p14:tracePt t="35701" x="2390775" y="2690813"/>
          <p14:tracePt t="35709" x="2390775" y="2678113"/>
          <p14:tracePt t="35717" x="2403475" y="2665413"/>
          <p14:tracePt t="35741" x="2428875" y="2665413"/>
          <p14:tracePt t="35749" x="2452688" y="2640013"/>
          <p14:tracePt t="35765" x="2465388" y="2640013"/>
          <p14:tracePt t="35773" x="2490788" y="2640013"/>
          <p14:tracePt t="35781" x="2528888" y="2640013"/>
          <p14:tracePt t="35789" x="2590800" y="2640013"/>
          <p14:tracePt t="35798" x="2616200" y="2640013"/>
          <p14:tracePt t="35805" x="2703513" y="2640013"/>
          <p14:tracePt t="35814" x="2754313" y="2640013"/>
          <p14:tracePt t="35821" x="2803525" y="2652713"/>
          <p14:tracePt t="35830" x="2816225" y="2652713"/>
          <p14:tracePt t="35837" x="2854325" y="2652713"/>
          <p14:tracePt t="35847" x="2867025" y="2678113"/>
          <p14:tracePt t="35853" x="2890838" y="2678113"/>
          <p14:tracePt t="35864" x="2903538" y="2678113"/>
          <p14:tracePt t="35869" x="2954338" y="2690813"/>
          <p14:tracePt t="35897" x="2992438" y="2690813"/>
          <p14:tracePt t="35901" x="3016250" y="2690813"/>
          <p14:tracePt t="35909" x="3041650" y="2703513"/>
          <p14:tracePt t="35917" x="3079750" y="2716213"/>
          <p14:tracePt t="35925" x="3116263" y="2716213"/>
          <p14:tracePt t="35933" x="3128963" y="2716213"/>
          <p14:tracePt t="35941" x="3192463" y="2728913"/>
          <p14:tracePt t="35949" x="3205163" y="2728913"/>
          <p14:tracePt t="35957" x="3228975" y="2740025"/>
          <p14:tracePt t="35965" x="3254375" y="2740025"/>
          <p14:tracePt t="35973" x="3267075" y="2740025"/>
          <p14:tracePt t="35989" x="3305175" y="2740025"/>
          <p14:tracePt t="35998" x="3341688" y="2765425"/>
          <p14:tracePt t="36005" x="3354388" y="2765425"/>
          <p14:tracePt t="36014" x="3405188" y="2765425"/>
          <p14:tracePt t="36021" x="3405188" y="2778125"/>
          <p14:tracePt t="36030" x="3417888" y="2778125"/>
          <p14:tracePt t="36037" x="3429000" y="2778125"/>
          <p14:tracePt t="36053" x="3429000" y="2790825"/>
          <p14:tracePt t="36109" x="3454400" y="2803525"/>
          <p14:tracePt t="36117" x="3479800" y="2816225"/>
          <p14:tracePt t="36133" x="3492500" y="2840038"/>
          <p14:tracePt t="36141" x="3505200" y="2840038"/>
          <p14:tracePt t="36157" x="3517900" y="2840038"/>
          <p14:tracePt t="36165" x="3530600" y="2852738"/>
          <p14:tracePt t="36173" x="3554413" y="2852738"/>
          <p14:tracePt t="36181" x="3567113" y="2865438"/>
          <p14:tracePt t="36189" x="3579813" y="2878138"/>
          <p14:tracePt t="36198" x="3605213" y="2878138"/>
          <p14:tracePt t="36205" x="3630613" y="2878138"/>
          <p14:tracePt t="36214" x="3654425" y="2890838"/>
          <p14:tracePt t="36230" x="3679825" y="2903538"/>
          <p14:tracePt t="36237" x="3705225" y="2916238"/>
          <p14:tracePt t="36247" x="3756025" y="2916238"/>
          <p14:tracePt t="36253" x="3792538" y="2916238"/>
          <p14:tracePt t="36263" x="3830638" y="2916238"/>
          <p14:tracePt t="36280" x="3879850" y="2916238"/>
          <p14:tracePt t="36285" x="3917950" y="2916238"/>
          <p14:tracePt t="36293" x="3979863" y="2916238"/>
          <p14:tracePt t="36301" x="4017963" y="2916238"/>
          <p14:tracePt t="36309" x="4043363" y="2916238"/>
          <p14:tracePt t="36317" x="4105275" y="2916238"/>
          <p14:tracePt t="36325" x="4130675" y="2916238"/>
          <p14:tracePt t="36333" x="4168775" y="2916238"/>
          <p14:tracePt t="36341" x="4205288" y="2916238"/>
          <p14:tracePt t="36349" x="4230688" y="2916238"/>
          <p14:tracePt t="36357" x="4281488" y="2916238"/>
          <p14:tracePt t="36365" x="4294188" y="2903538"/>
          <p14:tracePt t="36373" x="4318000" y="2890838"/>
          <p14:tracePt t="36381" x="4356100" y="2890838"/>
          <p14:tracePt t="36397" x="4418013" y="2890838"/>
          <p14:tracePt t="36405" x="4430713" y="2890838"/>
          <p14:tracePt t="36414" x="4456113" y="2890838"/>
          <p14:tracePt t="36421" x="4468813" y="2890838"/>
          <p14:tracePt t="36430" x="4494213" y="2890838"/>
          <p14:tracePt t="36437" x="4506913" y="2890838"/>
          <p14:tracePt t="36447" x="4568825" y="2903538"/>
          <p14:tracePt t="36453" x="4606925" y="2916238"/>
          <p14:tracePt t="36463" x="4656138" y="2928938"/>
          <p14:tracePt t="36469" x="4768850" y="2990850"/>
          <p14:tracePt t="36479" x="4794250" y="3016250"/>
          <p14:tracePt t="36485" x="4856163" y="3078163"/>
          <p14:tracePt t="36493" x="4945063" y="3154363"/>
          <p14:tracePt t="36501" x="5094288" y="3241675"/>
          <p14:tracePt t="36509" x="5270500" y="3328988"/>
          <p14:tracePt t="36517" x="5407025" y="3403600"/>
          <p14:tracePt t="36525" x="5495925" y="3490913"/>
          <p14:tracePt t="36533" x="5607050" y="3567113"/>
          <p14:tracePt t="36541" x="5795963" y="3590925"/>
          <p14:tracePt t="36549" x="5970588" y="3603625"/>
          <p14:tracePt t="36557" x="6070600" y="3641725"/>
          <p14:tracePt t="36565" x="6157913" y="3654425"/>
          <p14:tracePt t="36573" x="6270625" y="3654425"/>
          <p14:tracePt t="36581" x="6308725" y="3654425"/>
          <p14:tracePt t="36589" x="6334125" y="3654425"/>
          <p14:tracePt t="36797" x="6321425" y="3667125"/>
          <p14:tracePt t="36837" x="6296025" y="3667125"/>
          <p14:tracePt t="36895" x="6296025" y="3679825"/>
          <p14:tracePt t="36902" x="6283325" y="3679825"/>
          <p14:tracePt t="36911" x="6259513" y="3679825"/>
          <p14:tracePt t="36918" x="6246813" y="3667125"/>
          <p14:tracePt t="36925" x="6234113" y="3641725"/>
          <p14:tracePt t="36933" x="6234113" y="3603625"/>
          <p14:tracePt t="36941" x="6234113" y="3590925"/>
          <p14:tracePt t="36949" x="6234113" y="3567113"/>
          <p14:tracePt t="36957" x="6221413" y="3541713"/>
          <p14:tracePt t="36965" x="6221413" y="3516313"/>
          <p14:tracePt t="36973" x="6196013" y="3490913"/>
          <p14:tracePt t="36981" x="6170613" y="3454400"/>
          <p14:tracePt t="36989" x="6146800" y="3403600"/>
          <p14:tracePt t="37005" x="6134100" y="3354388"/>
          <p14:tracePt t="37014" x="6121400" y="3316288"/>
          <p14:tracePt t="37021" x="6083300" y="3278188"/>
          <p14:tracePt t="37029" x="6083300" y="3203575"/>
          <p14:tracePt t="37037" x="6057900" y="3141663"/>
          <p14:tracePt t="37046" x="6034088" y="3041650"/>
          <p14:tracePt t="37053" x="5995988" y="2952750"/>
          <p14:tracePt t="37063" x="5983288" y="2903538"/>
          <p14:tracePt t="37069" x="5957888" y="2828925"/>
          <p14:tracePt t="37079" x="5921375" y="2752725"/>
          <p14:tracePt t="37085" x="5895975" y="2740025"/>
          <p14:tracePt t="37096" x="5870575" y="2716213"/>
          <p14:tracePt t="37101" x="5857875" y="2678113"/>
          <p14:tracePt t="37109" x="5845175" y="2665413"/>
          <p14:tracePt t="37117" x="5845175" y="2652713"/>
          <p14:tracePt t="37141" x="5832475" y="2640013"/>
          <p14:tracePt t="37157" x="5832475" y="2627313"/>
          <p14:tracePt t="37469" x="5821363" y="2640013"/>
          <p14:tracePt t="37478" x="5821363" y="2652713"/>
          <p14:tracePt t="37485" x="5808663" y="2678113"/>
          <p14:tracePt t="37495" x="5783263" y="2690813"/>
          <p14:tracePt t="37502" x="5757863" y="2728913"/>
          <p14:tracePt t="37514" x="5757863" y="2740025"/>
          <p14:tracePt t="37518" x="5745163" y="2765425"/>
          <p14:tracePt t="37525" x="5719763" y="2778125"/>
          <p14:tracePt t="37533" x="5719763" y="2803525"/>
          <p14:tracePt t="37541" x="5719763" y="2816225"/>
          <p14:tracePt t="37549" x="5695950" y="2840038"/>
          <p14:tracePt t="37573" x="5695950" y="2852738"/>
          <p14:tracePt t="37581" x="5683250" y="2878138"/>
          <p14:tracePt t="37589" x="5670550" y="2878138"/>
          <p14:tracePt t="37597" x="5645150" y="2903538"/>
          <p14:tracePt t="37605" x="5645150" y="2916238"/>
          <p14:tracePt t="37613" x="5619750" y="2941638"/>
          <p14:tracePt t="37621" x="5607050" y="2941638"/>
          <p14:tracePt t="37629" x="5557838" y="2978150"/>
          <p14:tracePt t="37637" x="5532438" y="3003550"/>
          <p14:tracePt t="37646" x="5507038" y="3028950"/>
          <p14:tracePt t="37653" x="5483225" y="3054350"/>
          <p14:tracePt t="37663" x="5483225" y="3065463"/>
          <p14:tracePt t="37669" x="5432425" y="3103563"/>
          <p14:tracePt t="37679" x="5407025" y="3128963"/>
          <p14:tracePt t="37685" x="5370513" y="3154363"/>
          <p14:tracePt t="37696" x="5319713" y="3178175"/>
          <p14:tracePt t="37701" x="5307013" y="3203575"/>
          <p14:tracePt t="37710" x="5294313" y="3216275"/>
          <p14:tracePt t="37717" x="5232400" y="3241675"/>
          <p14:tracePt t="37726" x="5219700" y="3241675"/>
          <p14:tracePt t="37733" x="5170488" y="3278188"/>
          <p14:tracePt t="37741" x="5170488" y="3316288"/>
          <p14:tracePt t="37749" x="5145088" y="3354388"/>
          <p14:tracePt t="37757" x="5119688" y="3378200"/>
          <p14:tracePt t="37765" x="5068888" y="3429000"/>
          <p14:tracePt t="37773" x="5032375" y="3479800"/>
          <p14:tracePt t="37781" x="5006975" y="3529013"/>
          <p14:tracePt t="37789" x="4981575" y="3579813"/>
          <p14:tracePt t="37797" x="4945063" y="3654425"/>
          <p14:tracePt t="37805" x="4919663" y="3716338"/>
          <p14:tracePt t="37813" x="4881563" y="3792538"/>
          <p14:tracePt t="37821" x="4881563" y="3816350"/>
          <p14:tracePt t="37829" x="4881563" y="3854450"/>
          <p14:tracePt t="37846" x="4881563" y="3879850"/>
          <p14:tracePt t="37853" x="4881563" y="3892550"/>
          <p14:tracePt t="37862" x="4881563" y="3905250"/>
          <p14:tracePt t="37869" x="4894263" y="3941763"/>
          <p14:tracePt t="38006" x="4894263" y="3916363"/>
          <p14:tracePt t="38015" x="4894263" y="3892550"/>
          <p14:tracePt t="38023" x="4894263" y="3854450"/>
          <p14:tracePt t="38031" x="4894263" y="3816350"/>
          <p14:tracePt t="38037" x="4868863" y="3767138"/>
          <p14:tracePt t="38047" x="4856163" y="3692525"/>
          <p14:tracePt t="38053" x="4819650" y="3629025"/>
          <p14:tracePt t="38062" x="4806950" y="3541713"/>
          <p14:tracePt t="38069" x="4794250" y="3479800"/>
          <p14:tracePt t="38078" x="4768850" y="3429000"/>
          <p14:tracePt t="38085" x="4743450" y="3367088"/>
          <p14:tracePt t="38094" x="4743450" y="3316288"/>
          <p14:tracePt t="38101" x="4719638" y="3267075"/>
          <p14:tracePt t="38111" x="4719638" y="3203575"/>
          <p14:tracePt t="38117" x="4706938" y="3178175"/>
          <p14:tracePt t="38128" x="4706938" y="3141663"/>
          <p14:tracePt t="38141" x="4706938" y="3116263"/>
          <p14:tracePt t="38149" x="4706938" y="3078163"/>
          <p14:tracePt t="38157" x="4706938" y="3065463"/>
          <p14:tracePt t="38173" x="4706938" y="3041650"/>
          <p14:tracePt t="38181" x="4706938" y="3028950"/>
          <p14:tracePt t="38189" x="4706938" y="3016250"/>
          <p14:tracePt t="38197" x="4719638" y="2990850"/>
          <p14:tracePt t="38205" x="4719638" y="2978150"/>
          <p14:tracePt t="38237" x="4732338" y="2978150"/>
          <p14:tracePt t="38245" x="4743450" y="2965450"/>
          <p14:tracePt t="38318" x="4768850" y="2965450"/>
          <p14:tracePt t="38327" x="4819650" y="2965450"/>
          <p14:tracePt t="38333" x="4919663" y="2965450"/>
          <p14:tracePt t="38342" x="5057775" y="2965450"/>
          <p14:tracePt t="38349" x="5181600" y="2965450"/>
          <p14:tracePt t="38358" x="5281613" y="2965450"/>
          <p14:tracePt t="38365" x="5357813" y="2965450"/>
          <p14:tracePt t="38373" x="5407025" y="2965450"/>
          <p14:tracePt t="38381" x="5457825" y="2965450"/>
          <p14:tracePt t="38389" x="5507038" y="2928938"/>
          <p14:tracePt t="38397" x="5519738" y="2928938"/>
          <p14:tracePt t="38405" x="5545138" y="2928938"/>
          <p14:tracePt t="38413" x="5557838" y="2916238"/>
          <p14:tracePt t="38661" x="5557838" y="2928938"/>
          <p14:tracePt t="38669" x="5557838" y="2952750"/>
          <p14:tracePt t="38678" x="5545138" y="2965450"/>
          <p14:tracePt t="38685" x="5545138" y="2990850"/>
          <p14:tracePt t="38701" x="5532438" y="3028950"/>
          <p14:tracePt t="38717" x="5532438" y="3054350"/>
          <p14:tracePt t="38727" x="5532438" y="3065463"/>
          <p14:tracePt t="38733" x="5507038" y="3090863"/>
          <p14:tracePt t="38744" x="5507038" y="3103563"/>
          <p14:tracePt t="38749" x="5507038" y="3116263"/>
          <p14:tracePt t="38757" x="5507038" y="3141663"/>
          <p14:tracePt t="38765" x="5507038" y="3165475"/>
          <p14:tracePt t="38773" x="5507038" y="3203575"/>
          <p14:tracePt t="38789" x="5495925" y="3241675"/>
          <p14:tracePt t="38797" x="5483225" y="3241675"/>
          <p14:tracePt t="38805" x="5483225" y="3267075"/>
          <p14:tracePt t="38813" x="5483225" y="3278188"/>
          <p14:tracePt t="38821" x="5470525" y="3290888"/>
          <p14:tracePt t="38829" x="5457825" y="3303588"/>
          <p14:tracePt t="38845" x="5457825" y="3316288"/>
          <p14:tracePt t="38965" x="5457825" y="3328988"/>
          <p14:tracePt t="38973" x="5495925" y="3328988"/>
          <p14:tracePt t="38981" x="5507038" y="3328988"/>
          <p14:tracePt t="38989" x="5557838" y="3328988"/>
          <p14:tracePt t="38997" x="5595938" y="3328988"/>
          <p14:tracePt t="39005" x="5695950" y="3328988"/>
          <p14:tracePt t="39013" x="5770563" y="3328988"/>
          <p14:tracePt t="39021" x="5857875" y="3328988"/>
          <p14:tracePt t="39029" x="5983288" y="3303588"/>
          <p14:tracePt t="39037" x="6057900" y="3267075"/>
          <p14:tracePt t="39045" x="6108700" y="3241675"/>
          <p14:tracePt t="39053" x="6183313" y="3190875"/>
          <p14:tracePt t="39062" x="6221413" y="3128963"/>
          <p14:tracePt t="39069" x="6234113" y="3103563"/>
          <p14:tracePt t="39078" x="6270625" y="3065463"/>
          <p14:tracePt t="39085" x="6296025" y="3003550"/>
          <p14:tracePt t="39094" x="6334125" y="2952750"/>
          <p14:tracePt t="39101" x="6334125" y="2916238"/>
          <p14:tracePt t="39111" x="6334125" y="2878138"/>
          <p14:tracePt t="39117" x="6334125" y="2852738"/>
          <p14:tracePt t="39127" x="6334125" y="2803525"/>
          <p14:tracePt t="39133" x="6334125" y="2765425"/>
          <p14:tracePt t="39143" x="6334125" y="2728913"/>
          <p14:tracePt t="39149" x="6321425" y="2703513"/>
          <p14:tracePt t="39157" x="6308725" y="2703513"/>
          <p14:tracePt t="39165" x="6296025" y="2678113"/>
          <p14:tracePt t="39173" x="6283325" y="2678113"/>
          <p14:tracePt t="39181" x="6259513" y="2678113"/>
          <p14:tracePt t="39189" x="6246813" y="2665413"/>
          <p14:tracePt t="39197" x="6208713" y="2665413"/>
          <p14:tracePt t="39205" x="6183313" y="2665413"/>
          <p14:tracePt t="39213" x="6146800" y="2665413"/>
          <p14:tracePt t="39221" x="6096000" y="2665413"/>
          <p14:tracePt t="39229" x="6070600" y="2665413"/>
          <p14:tracePt t="39237" x="6034088" y="2665413"/>
          <p14:tracePt t="39245" x="5970588" y="2665413"/>
          <p14:tracePt t="39261" x="5908675" y="2665413"/>
          <p14:tracePt t="39269" x="5895975" y="2678113"/>
          <p14:tracePt t="39278" x="5857875" y="2740025"/>
          <p14:tracePt t="39285" x="5808663" y="2803525"/>
          <p14:tracePt t="39294" x="5783263" y="2828925"/>
          <p14:tracePt t="39301" x="5745163" y="2903538"/>
          <p14:tracePt t="39312" x="5732463" y="2941638"/>
          <p14:tracePt t="39317" x="5719763" y="3003550"/>
          <p14:tracePt t="39327" x="5719763" y="3041650"/>
          <p14:tracePt t="39333" x="5719763" y="3103563"/>
          <p14:tracePt t="39343" x="5719763" y="3128963"/>
          <p14:tracePt t="39349" x="5719763" y="3165475"/>
          <p14:tracePt t="39360" x="5757863" y="3190875"/>
          <p14:tracePt t="39365" x="5808663" y="3241675"/>
          <p14:tracePt t="39373" x="5883275" y="3267075"/>
          <p14:tracePt t="39381" x="5970588" y="3278188"/>
          <p14:tracePt t="39389" x="6070600" y="3278188"/>
          <p14:tracePt t="39397" x="6157913" y="3278188"/>
          <p14:tracePt t="39405" x="6183313" y="3278188"/>
          <p14:tracePt t="39413" x="6234113" y="3278188"/>
          <p14:tracePt t="39421" x="6259513" y="3278188"/>
          <p14:tracePt t="39429" x="6308725" y="3254375"/>
          <p14:tracePt t="39445" x="6346825" y="3203575"/>
          <p14:tracePt t="39453" x="6370638" y="3154363"/>
          <p14:tracePt t="39462" x="6370638" y="3090863"/>
          <p14:tracePt t="39469" x="6370638" y="3003550"/>
          <p14:tracePt t="39478" x="6370638" y="2928938"/>
          <p14:tracePt t="39485" x="6359525" y="2865438"/>
          <p14:tracePt t="39494" x="6346825" y="2790825"/>
          <p14:tracePt t="39501" x="6308725" y="2740025"/>
          <p14:tracePt t="39511" x="6259513" y="2678113"/>
          <p14:tracePt t="39517" x="6221413" y="2640013"/>
          <p14:tracePt t="39527" x="6196013" y="2616200"/>
          <p14:tracePt t="39533" x="6134100" y="2590800"/>
          <p14:tracePt t="39543" x="6083300" y="2565400"/>
          <p14:tracePt t="39549" x="5983288" y="2565400"/>
          <p14:tracePt t="39558" x="5883275" y="2565400"/>
          <p14:tracePt t="39565" x="5770563" y="2552700"/>
          <p14:tracePt t="39573" x="5657850" y="2552700"/>
          <p14:tracePt t="39581" x="5619750" y="2552700"/>
          <p14:tracePt t="39589" x="5557838" y="2552700"/>
          <p14:tracePt t="39597" x="5545138" y="2552700"/>
          <p14:tracePt t="39605" x="5519738" y="2552700"/>
          <p14:tracePt t="39613" x="5457825" y="2590800"/>
          <p14:tracePt t="39621" x="5445125" y="2603500"/>
          <p14:tracePt t="39629" x="5432425" y="2640013"/>
          <p14:tracePt t="39637" x="5407025" y="2716213"/>
          <p14:tracePt t="39645" x="5394325" y="2790825"/>
          <p14:tracePt t="39653" x="5383213" y="2852738"/>
          <p14:tracePt t="39661" x="5383213" y="2928938"/>
          <p14:tracePt t="39669" x="5383213" y="2990850"/>
          <p14:tracePt t="39677" x="5394325" y="3065463"/>
          <p14:tracePt t="39685" x="5407025" y="3103563"/>
          <p14:tracePt t="39693" x="5419725" y="3141663"/>
          <p14:tracePt t="39701" x="5445125" y="3165475"/>
          <p14:tracePt t="39710" x="5532438" y="3190875"/>
          <p14:tracePt t="39717" x="5619750" y="3203575"/>
          <p14:tracePt t="39726" x="5695950" y="3216275"/>
          <p14:tracePt t="39733" x="5845175" y="3216275"/>
          <p14:tracePt t="39742" x="5945188" y="3216275"/>
          <p14:tracePt t="39749" x="5995988" y="3216275"/>
          <p14:tracePt t="39760" x="6045200" y="3216275"/>
          <p14:tracePt t="39765" x="6057900" y="3216275"/>
          <p14:tracePt t="39776" x="6057900" y="3203575"/>
          <p14:tracePt t="39781" x="6070600" y="3190875"/>
          <p14:tracePt t="39789" x="6070600" y="3165475"/>
          <p14:tracePt t="39797" x="6070600" y="3154363"/>
          <p14:tracePt t="39805" x="6070600" y="3116263"/>
          <p14:tracePt t="39813" x="6070600" y="3078163"/>
          <p14:tracePt t="39821" x="6070600" y="3054350"/>
          <p14:tracePt t="39829" x="6070600" y="3028950"/>
          <p14:tracePt t="39845" x="6070600" y="3016250"/>
          <p14:tracePt t="39853" x="6070600" y="3003550"/>
          <p14:tracePt t="39861" x="6070600" y="2990850"/>
          <p14:tracePt t="39885" x="6070600" y="2978150"/>
          <p14:tracePt t="39926" x="6057900" y="2978150"/>
          <p14:tracePt t="40429" x="6021388" y="2978150"/>
          <p14:tracePt t="40437" x="5995988" y="3003550"/>
          <p14:tracePt t="40445" x="5957888" y="3016250"/>
          <p14:tracePt t="40453" x="5921375" y="3041650"/>
          <p14:tracePt t="40461" x="5870575" y="3065463"/>
          <p14:tracePt t="40469" x="5845175" y="3078163"/>
          <p14:tracePt t="40477" x="5770563" y="3103563"/>
          <p14:tracePt t="40485" x="5757863" y="3103563"/>
          <p14:tracePt t="40493" x="5732463" y="3141663"/>
          <p14:tracePt t="40501" x="5732463" y="3154363"/>
          <p14:tracePt t="40510" x="5708650" y="3165475"/>
          <p14:tracePt t="40517" x="5695950" y="3165475"/>
          <p14:tracePt t="40527" x="5619750" y="3216275"/>
          <p14:tracePt t="40533" x="5607050" y="3241675"/>
          <p14:tracePt t="40542" x="5495925" y="3267075"/>
          <p14:tracePt t="40549" x="5445125" y="3303588"/>
          <p14:tracePt t="40559" x="5307013" y="3328988"/>
          <p14:tracePt t="40565" x="5207000" y="3354388"/>
          <p14:tracePt t="40575" x="5119688" y="3378200"/>
          <p14:tracePt t="40581" x="4994275" y="3390900"/>
          <p14:tracePt t="40592" x="4894263" y="3403600"/>
          <p14:tracePt t="40597" x="4806950" y="3429000"/>
          <p14:tracePt t="40607" x="4719638" y="3454400"/>
          <p14:tracePt t="40615" x="4681538" y="3454400"/>
          <p14:tracePt t="40622" x="4606925" y="3479800"/>
          <p14:tracePt t="40630" x="4518025" y="3490913"/>
          <p14:tracePt t="40637" x="4494213" y="3490913"/>
          <p14:tracePt t="40653" x="4456113" y="3503613"/>
          <p14:tracePt t="40661" x="4443413" y="3503613"/>
          <p14:tracePt t="40669" x="4430713" y="3503613"/>
          <p14:tracePt t="40685" x="4430713" y="3516313"/>
          <p14:tracePt t="40693" x="4418013" y="3529013"/>
          <p14:tracePt t="40709" x="4394200" y="3541713"/>
          <p14:tracePt t="40726" x="4381500" y="3541713"/>
          <p14:tracePt t="40742" x="4356100" y="3541713"/>
          <p14:tracePt t="40845" x="4356100" y="3516313"/>
          <p14:tracePt t="40870" x="4368800" y="3503613"/>
          <p14:tracePt t="40901" x="4381500" y="3490913"/>
          <p14:tracePt t="40917" x="4394200" y="3479800"/>
          <p14:tracePt t="40933" x="4406900" y="3479800"/>
          <p14:tracePt t="40973" x="4406900" y="3467100"/>
          <p14:tracePt t="40989" x="4418013" y="3454400"/>
          <p14:tracePt t="41029" x="4418013" y="3441700"/>
          <p14:tracePt t="41766" x="4430713" y="3441700"/>
          <p14:tracePt t="41813" x="4456113" y="3429000"/>
          <p14:tracePt t="41885" x="4468813" y="3416300"/>
          <p14:tracePt t="41893" x="4481513" y="3403600"/>
          <p14:tracePt t="41958" x="4494213" y="3403600"/>
          <p14:tracePt t="41989" x="4518025" y="3378200"/>
          <p14:tracePt t="41997" x="4530725" y="3378200"/>
          <p14:tracePt t="42013" x="4543425" y="3367088"/>
          <p14:tracePt t="42023" x="4543425" y="3354388"/>
          <p14:tracePt t="42029" x="4556125" y="3341688"/>
          <p14:tracePt t="42037" x="4568825" y="3316288"/>
          <p14:tracePt t="42045" x="4581525" y="3254375"/>
          <p14:tracePt t="42053" x="4594225" y="3154363"/>
          <p14:tracePt t="42061" x="4630738" y="3028950"/>
          <p14:tracePt t="42069" x="4656138" y="2878138"/>
          <p14:tracePt t="42077" x="4681538" y="2690813"/>
          <p14:tracePt t="42085" x="4706938" y="2527300"/>
          <p14:tracePt t="42093" x="4706938" y="2327275"/>
          <p14:tracePt t="42101" x="4719638" y="2039938"/>
          <p14:tracePt t="42109" x="4719638" y="1639888"/>
          <p14:tracePt t="42117" x="4681538" y="1276350"/>
          <p14:tracePt t="42125" x="4606925" y="976313"/>
          <p14:tracePt t="42133" x="4581525" y="688975"/>
          <p14:tracePt t="42141" x="4530725" y="450850"/>
          <p14:tracePt t="42149" x="4530725" y="400050"/>
          <p14:tracePt t="42254" x="4518025" y="387350"/>
          <p14:tracePt t="42262" x="4506913" y="374650"/>
          <p14:tracePt t="42271" x="4494213" y="363538"/>
          <p14:tracePt t="42279" x="4456113" y="363538"/>
          <p14:tracePt t="42285" x="4430713" y="350838"/>
          <p14:tracePt t="42293" x="4406900" y="312738"/>
          <p14:tracePt t="42301" x="4381500" y="287338"/>
          <p14:tracePt t="42309" x="4368800" y="274638"/>
          <p14:tracePt t="42317" x="4343400" y="250825"/>
          <p14:tracePt t="42326" x="4330700" y="238125"/>
          <p14:tracePt t="42333" x="4318000" y="225425"/>
          <p14:tracePt t="42357" x="4305300" y="212725"/>
          <p14:tracePt t="42365" x="4305300" y="200025"/>
          <p14:tracePt t="42445" x="4305300" y="187325"/>
          <p14:tracePt t="42461" x="4294188" y="150813"/>
          <p14:tracePt t="42469" x="4281488" y="87313"/>
          <p14:tracePt t="42477" x="4217988" y="0"/>
          <p14:tracePt t="42622" x="2854325" y="161925"/>
          <p14:tracePt t="42629" x="2378075" y="274638"/>
          <p14:tracePt t="42637" x="1790700" y="225425"/>
          <p14:tracePt t="42645" x="1352550" y="87313"/>
          <p14:tracePt t="43229" x="976313" y="38100"/>
          <p14:tracePt t="43238" x="1001713" y="87313"/>
          <p14:tracePt t="43245" x="1038225" y="125413"/>
          <p14:tracePt t="43277" x="1076325" y="138113"/>
          <p14:tracePt t="43285" x="1163638" y="138113"/>
          <p14:tracePt t="43293" x="1239838" y="138113"/>
          <p14:tracePt t="43301" x="1314450" y="138113"/>
          <p14:tracePt t="43309" x="1363663" y="138113"/>
          <p14:tracePt t="43317" x="1414463" y="138113"/>
          <p14:tracePt t="43325" x="1427163" y="138113"/>
          <p14:tracePt t="43333" x="1452563" y="138113"/>
          <p14:tracePt t="43341" x="1465263" y="138113"/>
          <p14:tracePt t="43349" x="1514475" y="138113"/>
          <p14:tracePt t="43357" x="1539875" y="150813"/>
          <p14:tracePt t="43365" x="1614488" y="161925"/>
          <p14:tracePt t="43373" x="1652588" y="174625"/>
          <p14:tracePt t="43381" x="1689100" y="200025"/>
          <p14:tracePt t="43390" x="1714500" y="225425"/>
          <p14:tracePt t="43397" x="1739900" y="250825"/>
          <p14:tracePt t="43413" x="1765300" y="263525"/>
          <p14:tracePt t="43424" x="1801813" y="300038"/>
          <p14:tracePt t="43429" x="1914525" y="387350"/>
          <p14:tracePt t="43439" x="2228850" y="612775"/>
          <p14:tracePt t="43445" x="2703513" y="925513"/>
          <p14:tracePt t="43455" x="3154363" y="1125538"/>
          <p14:tracePt t="43461" x="3567113" y="1376363"/>
          <p14:tracePt t="43469" x="3717925" y="1539875"/>
          <p14:tracePt t="43477" x="3817938" y="1627188"/>
          <p14:tracePt t="43485" x="3917950" y="1739900"/>
          <p14:tracePt t="43493" x="4005263" y="1865313"/>
          <p14:tracePt t="43501" x="4192588" y="2065338"/>
          <p14:tracePt t="43509" x="4430713" y="2352675"/>
          <p14:tracePt t="43517" x="4756150" y="2765425"/>
          <p14:tracePt t="43525" x="5145088" y="3241675"/>
          <p14:tracePt t="43533" x="5657850" y="3867150"/>
          <p14:tracePt t="43541" x="6170613" y="4430713"/>
          <p14:tracePt t="43549" x="6759575" y="4968875"/>
          <p14:tracePt t="43557" x="7335838" y="5594350"/>
          <p14:tracePt t="43565" x="7848600" y="6181725"/>
          <p14:tracePt t="43573" x="8199438" y="6819900"/>
          <p14:tracePt t="43839" x="5519738" y="6657975"/>
          <p14:tracePt t="43845" x="4968875" y="6445250"/>
          <p14:tracePt t="43854" x="4630738" y="6281738"/>
          <p14:tracePt t="43861" x="4205288" y="6081713"/>
          <p14:tracePt t="43872" x="4017963" y="5907088"/>
          <p14:tracePt t="43890" x="3467100" y="5594350"/>
          <p14:tracePt t="43893" x="3354388" y="5481638"/>
          <p14:tracePt t="43901" x="3292475" y="5368925"/>
          <p14:tracePt t="43909" x="3205163" y="5256213"/>
          <p14:tracePt t="43917" x="3141663" y="5194300"/>
          <p14:tracePt t="43925" x="3103563" y="5143500"/>
          <p14:tracePt t="43941" x="3103563" y="5118100"/>
          <p14:tracePt t="43949" x="3079750" y="5092700"/>
          <p14:tracePt t="43957" x="3079750" y="5068888"/>
          <p14:tracePt t="43965" x="3079750" y="5030788"/>
          <p14:tracePt t="43973" x="3079750" y="4992688"/>
          <p14:tracePt t="43981" x="3054350" y="4943475"/>
          <p14:tracePt t="43990" x="3016250" y="4868863"/>
          <p14:tracePt t="43997" x="2992438" y="4792663"/>
          <p14:tracePt t="44006" x="2954338" y="4679950"/>
          <p14:tracePt t="44013" x="2879725" y="4518025"/>
          <p14:tracePt t="44023" x="2790825" y="4379913"/>
          <p14:tracePt t="44029" x="2741613" y="4241800"/>
          <p14:tracePt t="44039" x="2667000" y="4105275"/>
          <p14:tracePt t="44045" x="2603500" y="4017963"/>
          <p14:tracePt t="44055" x="2578100" y="3941763"/>
          <p14:tracePt t="44061" x="2541588" y="3905250"/>
          <p14:tracePt t="44072" x="2541588" y="3867150"/>
          <p14:tracePt t="44085" x="2541588" y="3854450"/>
          <p14:tracePt t="44093" x="2541588" y="3829050"/>
          <p14:tracePt t="44101" x="2541588" y="3792538"/>
          <p14:tracePt t="44109" x="2541588" y="3741738"/>
          <p14:tracePt t="44117" x="2541588" y="3679825"/>
          <p14:tracePt t="44125" x="2565400" y="3603625"/>
          <p14:tracePt t="44133" x="2616200" y="3529013"/>
          <p14:tracePt t="44141" x="2678113" y="3441700"/>
          <p14:tracePt t="44149" x="2716213" y="3303588"/>
          <p14:tracePt t="44157" x="2778125" y="3203575"/>
          <p14:tracePt t="44165" x="2790825" y="3141663"/>
          <p14:tracePt t="44173" x="2879725" y="3028950"/>
          <p14:tracePt t="44181" x="2954338" y="2952750"/>
          <p14:tracePt t="44189" x="2992438" y="2890838"/>
          <p14:tracePt t="44197" x="3041650" y="2852738"/>
          <p14:tracePt t="44205" x="3079750" y="2828925"/>
          <p14:tracePt t="44213" x="3192463" y="2765425"/>
          <p14:tracePt t="44223" x="3241675" y="2716213"/>
          <p14:tracePt t="44229" x="3267075" y="2690813"/>
          <p14:tracePt t="44238" x="3305175" y="2665413"/>
          <p14:tracePt t="44245" x="3367088" y="2616200"/>
          <p14:tracePt t="44254" x="3367088" y="2603500"/>
          <p14:tracePt t="44261" x="3405188" y="2590800"/>
          <p14:tracePt t="44272" x="3429000" y="2578100"/>
          <p14:tracePt t="44288" x="3441700" y="2578100"/>
          <p14:tracePt t="44357" x="3454400" y="2578100"/>
          <p14:tracePt t="44374" x="3492500" y="2578100"/>
          <p14:tracePt t="44382" x="3517900" y="2578100"/>
          <p14:tracePt t="44391" x="3541713" y="2578100"/>
          <p14:tracePt t="44397" x="3567113" y="2578100"/>
          <p14:tracePt t="44413" x="3579813" y="2578100"/>
          <p14:tracePt t="44445" x="3592513" y="2603500"/>
          <p14:tracePt t="44454" x="3605213" y="2627313"/>
          <p14:tracePt t="44461" x="3617913" y="2652713"/>
          <p14:tracePt t="44469" x="3617913" y="2665413"/>
          <p14:tracePt t="44477" x="3630613" y="2678113"/>
          <p14:tracePt t="44488" x="3667125" y="2703513"/>
          <p14:tracePt t="44493" x="3692525" y="2716213"/>
          <p14:tracePt t="44501" x="3705225" y="2728913"/>
          <p14:tracePt t="44509" x="3743325" y="2728913"/>
          <p14:tracePt t="44517" x="3743325" y="2740025"/>
          <p14:tracePt t="44525" x="3743325" y="2778125"/>
          <p14:tracePt t="44533" x="3743325" y="2803525"/>
          <p14:tracePt t="44541" x="3756025" y="2840038"/>
          <p14:tracePt t="44549" x="3767138" y="2840038"/>
          <p14:tracePt t="44557" x="3767138" y="2890838"/>
          <p14:tracePt t="44565" x="3817938" y="2928938"/>
          <p14:tracePt t="44573" x="3867150" y="2952750"/>
          <p14:tracePt t="44581" x="3917950" y="2990850"/>
          <p14:tracePt t="44589" x="3979863" y="3016250"/>
          <p14:tracePt t="44597" x="4030663" y="3016250"/>
          <p14:tracePt t="44605" x="4068763" y="3041650"/>
          <p14:tracePt t="44613" x="4092575" y="3041650"/>
          <p14:tracePt t="44622" x="4117975" y="3041650"/>
          <p14:tracePt t="44629" x="4130675" y="3041650"/>
          <p14:tracePt t="44638" x="4143375" y="3041650"/>
          <p14:tracePt t="44661" x="4168775" y="3041650"/>
          <p14:tracePt t="44671" x="4181475" y="3041650"/>
          <p14:tracePt t="44677" x="4192588" y="3041650"/>
          <p14:tracePt t="44687" x="4243388" y="3028950"/>
          <p14:tracePt t="44693" x="4281488" y="3028950"/>
          <p14:tracePt t="44703" x="4305300" y="3016250"/>
          <p14:tracePt t="44709" x="4368800" y="3003550"/>
          <p14:tracePt t="44717" x="4430713" y="2978150"/>
          <p14:tracePt t="44725" x="4506913" y="2941638"/>
          <p14:tracePt t="44733" x="4556125" y="2916238"/>
          <p14:tracePt t="44741" x="4630738" y="2878138"/>
          <p14:tracePt t="44749" x="4694238" y="2852738"/>
          <p14:tracePt t="44757" x="4732338" y="2840038"/>
          <p14:tracePt t="44765" x="4794250" y="2790825"/>
          <p14:tracePt t="44773" x="4843463" y="2765425"/>
          <p14:tracePt t="44781" x="4856163" y="2765425"/>
          <p14:tracePt t="44789" x="4932363" y="2728913"/>
          <p14:tracePt t="44797" x="4956175" y="2703513"/>
          <p14:tracePt t="44805" x="4956175" y="2690813"/>
          <p14:tracePt t="44813" x="4981575" y="2690813"/>
          <p14:tracePt t="44845" x="4981575" y="2678113"/>
          <p14:tracePt t="44981" x="4994275" y="2678113"/>
          <p14:tracePt t="44989" x="5019675" y="2678113"/>
          <p14:tracePt t="44997" x="5068888" y="2703513"/>
          <p14:tracePt t="45005" x="5094288" y="2728913"/>
          <p14:tracePt t="45013" x="5119688" y="2740025"/>
          <p14:tracePt t="45022" x="5181600" y="2752725"/>
          <p14:tracePt t="45029" x="5270500" y="2765425"/>
          <p14:tracePt t="45038" x="5345113" y="2765425"/>
          <p14:tracePt t="45045" x="5432425" y="2778125"/>
          <p14:tracePt t="45054" x="5507038" y="2778125"/>
          <p14:tracePt t="45061" x="5545138" y="2778125"/>
          <p14:tracePt t="45070" x="5570538" y="2778125"/>
          <p14:tracePt t="45077" x="5595938" y="2778125"/>
          <p14:tracePt t="45087" x="5607050" y="2778125"/>
          <p14:tracePt t="45093" x="5632450" y="2778125"/>
          <p14:tracePt t="45286" x="5645150" y="2778125"/>
          <p14:tracePt t="45294" x="5670550" y="2778125"/>
          <p14:tracePt t="45302" x="5695950" y="2778125"/>
          <p14:tracePt t="45309" x="5708650" y="2778125"/>
          <p14:tracePt t="45317" x="5732463" y="2778125"/>
          <p14:tracePt t="45325" x="5757863" y="2778125"/>
          <p14:tracePt t="45334" x="5783263" y="2778125"/>
          <p14:tracePt t="45341" x="5795963" y="2778125"/>
          <p14:tracePt t="45349" x="5821363" y="2778125"/>
          <p14:tracePt t="45357" x="5832475" y="2778125"/>
          <p14:tracePt t="45365" x="5845175" y="2778125"/>
          <p14:tracePt t="45533" x="5832475" y="2778125"/>
          <p14:tracePt t="45541" x="5695950" y="2816225"/>
          <p14:tracePt t="45549" x="5595938" y="2816225"/>
          <p14:tracePt t="45557" x="5557838" y="2828925"/>
          <p14:tracePt t="45565" x="5507038" y="2828925"/>
          <p14:tracePt t="45573" x="5419725" y="2828925"/>
          <p14:tracePt t="45581" x="5319713" y="2828925"/>
          <p14:tracePt t="45589" x="5219700" y="2828925"/>
          <p14:tracePt t="45597" x="5106988" y="2828925"/>
          <p14:tracePt t="45605" x="5019675" y="2828925"/>
          <p14:tracePt t="45613" x="5006975" y="2828925"/>
          <p14:tracePt t="45621" x="4968875" y="2828925"/>
          <p14:tracePt t="45629" x="4956175" y="2828925"/>
          <p14:tracePt t="45661" x="4945063" y="2828925"/>
          <p14:tracePt t="45670" x="4919663" y="2828925"/>
          <p14:tracePt t="45677" x="4906963" y="2803525"/>
          <p14:tracePt t="45693" x="4881563" y="2778125"/>
          <p14:tracePt t="45703" x="4881563" y="2752725"/>
          <p14:tracePt t="45709" x="4868863" y="2716213"/>
          <p14:tracePt t="45720" x="4856163" y="2690813"/>
          <p14:tracePt t="45725" x="4856163" y="2665413"/>
          <p14:tracePt t="45733" x="4856163" y="2652713"/>
          <p14:tracePt t="45741" x="4856163" y="2627313"/>
          <p14:tracePt t="45749" x="4856163" y="2590800"/>
          <p14:tracePt t="45757" x="4856163" y="2565400"/>
          <p14:tracePt t="45765" x="4856163" y="2527300"/>
          <p14:tracePt t="45773" x="4856163" y="2516188"/>
          <p14:tracePt t="45781" x="4894263" y="2465388"/>
          <p14:tracePt t="45789" x="4919663" y="2427288"/>
          <p14:tracePt t="45797" x="4945063" y="2403475"/>
          <p14:tracePt t="45805" x="5006975" y="2339975"/>
          <p14:tracePt t="45813" x="5057775" y="2314575"/>
          <p14:tracePt t="45821" x="5057775" y="2303463"/>
          <p14:tracePt t="45829" x="5068888" y="2290763"/>
          <p14:tracePt t="45837" x="5119688" y="2265363"/>
          <p14:tracePt t="45845" x="5145088" y="2252663"/>
          <p14:tracePt t="45854" x="5245100" y="2239963"/>
          <p14:tracePt t="45861" x="5307013" y="2214563"/>
          <p14:tracePt t="45870" x="5383213" y="2190750"/>
          <p14:tracePt t="45877" x="5507038" y="2178050"/>
          <p14:tracePt t="45887" x="5532438" y="2178050"/>
          <p14:tracePt t="45893" x="5545138" y="2178050"/>
          <p14:tracePt t="45903" x="5645150" y="2178050"/>
          <p14:tracePt t="45909" x="5783263" y="2178050"/>
          <p14:tracePt t="45921" x="5795963" y="2178050"/>
          <p14:tracePt t="45925" x="5908675" y="2190750"/>
          <p14:tracePt t="45933" x="5957888" y="2201863"/>
          <p14:tracePt t="45941" x="6057900" y="2227263"/>
          <p14:tracePt t="45949" x="6146800" y="2252663"/>
          <p14:tracePt t="45957" x="6208713" y="2278063"/>
          <p14:tracePt t="45965" x="6270625" y="2314575"/>
          <p14:tracePt t="45973" x="6283325" y="2327275"/>
          <p14:tracePt t="45981" x="6296025" y="2339975"/>
          <p14:tracePt t="45989" x="6308725" y="2352675"/>
          <p14:tracePt t="45997" x="6321425" y="2365375"/>
          <p14:tracePt t="46005" x="6321425" y="2390775"/>
          <p14:tracePt t="46013" x="6321425" y="2403475"/>
          <p14:tracePt t="46021" x="6321425" y="2414588"/>
          <p14:tracePt t="46029" x="6321425" y="2439988"/>
          <p14:tracePt t="46045" x="6321425" y="2465388"/>
          <p14:tracePt t="46054" x="6321425" y="2478088"/>
          <p14:tracePt t="46061" x="6321425" y="2503488"/>
          <p14:tracePt t="46070" x="6321425" y="2527300"/>
          <p14:tracePt t="46077" x="6296025" y="2540000"/>
          <p14:tracePt t="46088" x="6296025" y="2552700"/>
          <p14:tracePt t="46093" x="6259513" y="2590800"/>
          <p14:tracePt t="46103" x="6221413" y="2627313"/>
          <p14:tracePt t="46109" x="6196013" y="2665413"/>
          <p14:tracePt t="46120" x="6170613" y="2690813"/>
          <p14:tracePt t="46125" x="6108700" y="2740025"/>
          <p14:tracePt t="46136" x="6057900" y="2765425"/>
          <p14:tracePt t="46141" x="6045200" y="2778125"/>
          <p14:tracePt t="46149" x="6034088" y="2790825"/>
          <p14:tracePt t="46157" x="6008688" y="2790825"/>
          <p14:tracePt t="46205" x="6008688" y="2803525"/>
          <p14:tracePt t="46789" x="6008688" y="2816225"/>
          <p14:tracePt t="46797" x="6034088" y="2916238"/>
          <p14:tracePt t="46805" x="6096000" y="2965450"/>
          <p14:tracePt t="46813" x="6170613" y="3054350"/>
          <p14:tracePt t="46821" x="6283325" y="3090863"/>
          <p14:tracePt t="46829" x="6383338" y="3154363"/>
          <p14:tracePt t="46837" x="6496050" y="3228975"/>
          <p14:tracePt t="46845" x="6584950" y="3278188"/>
          <p14:tracePt t="46853" x="6646863" y="3328988"/>
          <p14:tracePt t="46861" x="6734175" y="3378200"/>
          <p14:tracePt t="46870" x="6834188" y="3390900"/>
          <p14:tracePt t="46877" x="6910388" y="3403600"/>
          <p14:tracePt t="46888" x="6946900" y="3403600"/>
          <p14:tracePt t="46893" x="6959600" y="3403600"/>
          <p14:tracePt t="46902" x="6997700" y="3403600"/>
          <p14:tracePt t="46909" x="7034213" y="3403600"/>
          <p14:tracePt t="46919" x="7059613" y="3390900"/>
          <p14:tracePt t="46925" x="7097713" y="3378200"/>
          <p14:tracePt t="46941" x="7134225" y="3378200"/>
          <p14:tracePt t="46952" x="7146925" y="3341688"/>
          <p14:tracePt t="46957" x="7172325" y="3328988"/>
          <p14:tracePt t="46965" x="7185025" y="3316288"/>
          <p14:tracePt t="46981" x="7185025" y="3290888"/>
          <p14:tracePt t="47013" x="7185025" y="3254375"/>
          <p14:tracePt t="47023" x="7185025" y="3203575"/>
          <p14:tracePt t="47030" x="7185025" y="3190875"/>
          <p14:tracePt t="47038" x="7185025" y="3165475"/>
          <p14:tracePt t="47046" x="7172325" y="3141663"/>
          <p14:tracePt t="47055" x="7159625" y="3116263"/>
          <p14:tracePt t="47061" x="7146925" y="3090863"/>
          <p14:tracePt t="47071" x="7123113" y="3065463"/>
          <p14:tracePt t="47077" x="7110413" y="3041650"/>
          <p14:tracePt t="47086" x="7085013" y="3003550"/>
          <p14:tracePt t="47093" x="7034213" y="2941638"/>
          <p14:tracePt t="47102" x="6985000" y="2941638"/>
          <p14:tracePt t="47109" x="6946900" y="2941638"/>
          <p14:tracePt t="47118" x="6859588" y="2916238"/>
          <p14:tracePt t="47125" x="6797675" y="2903538"/>
          <p14:tracePt t="47135" x="6708775" y="2890838"/>
          <p14:tracePt t="47141" x="6634163" y="2878138"/>
          <p14:tracePt t="47151" x="6596063" y="2878138"/>
          <p14:tracePt t="47157" x="6546850" y="2878138"/>
          <p14:tracePt t="47165" x="6521450" y="2878138"/>
          <p14:tracePt t="47173" x="6446838" y="2878138"/>
          <p14:tracePt t="47181" x="6370638" y="2878138"/>
          <p14:tracePt t="47189" x="6321425" y="2878138"/>
          <p14:tracePt t="47197" x="6259513" y="2878138"/>
          <p14:tracePt t="47205" x="6183313" y="2941638"/>
          <p14:tracePt t="47213" x="6121400" y="2978150"/>
          <p14:tracePt t="47221" x="6045200" y="3028950"/>
          <p14:tracePt t="47229" x="6021388" y="3054350"/>
          <p14:tracePt t="47237" x="5983288" y="3103563"/>
          <p14:tracePt t="47245" x="5957888" y="3141663"/>
          <p14:tracePt t="47253" x="5957888" y="3178175"/>
          <p14:tracePt t="47261" x="5921375" y="3203575"/>
          <p14:tracePt t="47269" x="5832475" y="3254375"/>
          <p14:tracePt t="47277" x="5783263" y="3278188"/>
          <p14:tracePt t="47286" x="5745163" y="3303588"/>
          <p14:tracePt t="47293" x="5719763" y="3341688"/>
          <p14:tracePt t="47302" x="5695950" y="3367088"/>
          <p14:tracePt t="47309" x="5670550" y="3403600"/>
          <p14:tracePt t="47318" x="5657850" y="3416300"/>
          <p14:tracePt t="47325" x="5632450" y="3416300"/>
          <p14:tracePt t="47335" x="5595938" y="3454400"/>
          <p14:tracePt t="47341" x="5570538" y="3467100"/>
          <p14:tracePt t="47351" x="5545138" y="3479800"/>
          <p14:tracePt t="47357" x="5519738" y="3479800"/>
          <p14:tracePt t="47365" x="5507038" y="3503613"/>
          <p14:tracePt t="47373" x="5495925" y="3503613"/>
          <p14:tracePt t="47381" x="5495925" y="3529013"/>
          <p14:tracePt t="47669" x="5495925" y="3516313"/>
          <p14:tracePt t="47701" x="5495925" y="3503613"/>
          <p14:tracePt t="47725" x="5495925" y="3490913"/>
          <p14:tracePt t="47861" x="5507038" y="3490913"/>
          <p14:tracePt t="47893" x="5507038" y="3479800"/>
          <p14:tracePt t="47901" x="5519738" y="3467100"/>
          <p14:tracePt t="47965" x="5532438" y="3454400"/>
          <p14:tracePt t="48013" x="5545138" y="3454400"/>
          <p14:tracePt t="48021" x="5545138" y="3441700"/>
          <p14:tracePt t="48037" x="5557838" y="3441700"/>
          <p14:tracePt t="48045" x="5557838" y="3429000"/>
          <p14:tracePt t="48061" x="5619750" y="3416300"/>
          <p14:tracePt t="48069" x="5632450" y="3403600"/>
          <p14:tracePt t="48077" x="5670550" y="3378200"/>
          <p14:tracePt t="48085" x="5683250" y="3378200"/>
          <p14:tracePt t="48093" x="5708650" y="3367088"/>
          <p14:tracePt t="48101" x="5757863" y="3354388"/>
          <p14:tracePt t="48109" x="5783263" y="3341688"/>
          <p14:tracePt t="48118" x="5821363" y="3316288"/>
          <p14:tracePt t="48125" x="5845175" y="3316288"/>
          <p14:tracePt t="48135" x="5908675" y="3290888"/>
          <p14:tracePt t="48141" x="5945188" y="3267075"/>
          <p14:tracePt t="48151" x="5970588" y="3254375"/>
          <p14:tracePt t="48157" x="5983288" y="3241675"/>
          <p14:tracePt t="48167" x="5995988" y="3241675"/>
          <p14:tracePt t="48349" x="5995988" y="3228975"/>
          <p14:tracePt t="48366" x="5983288" y="3228975"/>
          <p14:tracePt t="48373" x="5970588" y="3228975"/>
          <p14:tracePt t="48382" x="5957888" y="3228975"/>
          <p14:tracePt t="48389" x="5945188" y="3228975"/>
          <p14:tracePt t="48398" x="5932488" y="3228975"/>
          <p14:tracePt t="48413" x="5908675" y="3228975"/>
          <p14:tracePt t="48421" x="5895975" y="3228975"/>
          <p14:tracePt t="48429" x="5870575" y="3228975"/>
          <p14:tracePt t="48437" x="5845175" y="3228975"/>
          <p14:tracePt t="48445" x="5795963" y="3241675"/>
          <p14:tracePt t="48453" x="5770563" y="3254375"/>
          <p14:tracePt t="48461" x="5757863" y="3254375"/>
          <p14:tracePt t="48469" x="5719763" y="3278188"/>
          <p14:tracePt t="48477" x="5708650" y="3278188"/>
          <p14:tracePt t="48486" x="5708650" y="3290888"/>
          <p14:tracePt t="48493" x="5683250" y="3290888"/>
          <p14:tracePt t="48509" x="5670550" y="3290888"/>
          <p14:tracePt t="48550" x="5645150" y="3290888"/>
          <p14:tracePt t="48557" x="5619750" y="3303588"/>
          <p14:tracePt t="48566" x="5619750" y="3316288"/>
          <p14:tracePt t="48573" x="5607050" y="3316288"/>
          <p14:tracePt t="48581" x="5595938" y="3316288"/>
          <p14:tracePt t="48605" x="5570538" y="3328988"/>
          <p14:tracePt t="48621" x="5557838" y="3341688"/>
          <p14:tracePt t="48637" x="5557838" y="3354388"/>
          <p14:tracePt t="48669" x="5545138" y="3354388"/>
          <p14:tracePt t="48766" x="5545138" y="3367088"/>
          <p14:tracePt t="48845" x="5532438" y="3367088"/>
          <p14:tracePt t="48901" x="5507038" y="3367088"/>
          <p14:tracePt t="48909" x="5483225" y="3367088"/>
          <p14:tracePt t="48917" x="5445125" y="3390900"/>
          <p14:tracePt t="48925" x="5432425" y="3403600"/>
          <p14:tracePt t="48934" x="5394325" y="3403600"/>
          <p14:tracePt t="48941" x="5332413" y="3416300"/>
          <p14:tracePt t="48950" x="5307013" y="3416300"/>
          <p14:tracePt t="48957" x="5245100" y="3416300"/>
          <p14:tracePt t="48967" x="5219700" y="3416300"/>
          <p14:tracePt t="48973" x="5194300" y="3416300"/>
          <p14:tracePt t="48983" x="5181600" y="3416300"/>
          <p14:tracePt t="48989" x="5157788" y="3416300"/>
          <p14:tracePt t="49005" x="5132388" y="3416300"/>
          <p14:tracePt t="49021" x="5119688" y="3416300"/>
          <p14:tracePt t="49134" x="5106988" y="3416300"/>
          <p14:tracePt t="49142" x="5094288" y="3416300"/>
          <p14:tracePt t="49152" x="5081588" y="3416300"/>
          <p14:tracePt t="49189" x="5068888" y="3416300"/>
          <p14:tracePt t="49205" x="5045075" y="3416300"/>
          <p14:tracePt t="49229" x="5032375" y="3416300"/>
          <p14:tracePt t="49253" x="5006975" y="3416300"/>
          <p14:tracePt t="49261" x="4994275" y="3416300"/>
          <p14:tracePt t="49285" x="4956175" y="3416300"/>
          <p14:tracePt t="49293" x="4945063" y="3416300"/>
          <p14:tracePt t="49309" x="4932363" y="3416300"/>
          <p14:tracePt t="49317" x="4919663" y="3403600"/>
          <p14:tracePt t="49349" x="4906963" y="3403600"/>
          <p14:tracePt t="49357" x="4894263" y="3403600"/>
          <p14:tracePt t="49366" x="4881563" y="3390900"/>
          <p14:tracePt t="49390" x="4881563" y="3378200"/>
          <p14:tracePt t="49398" x="4881563" y="3367088"/>
          <p14:tracePt t="49421" x="4881563" y="3354388"/>
          <p14:tracePt t="49429" x="4881563" y="3341688"/>
          <p14:tracePt t="49453" x="4881563" y="3328988"/>
          <p14:tracePt t="49461" x="4881563" y="3316288"/>
          <p14:tracePt t="49469" x="4881563" y="3303588"/>
          <p14:tracePt t="49549" x="4881563" y="3290888"/>
          <p14:tracePt t="49614" x="4881563" y="3278188"/>
          <p14:tracePt t="49621" x="4881563" y="3267075"/>
          <p14:tracePt t="49653" x="4881563" y="3254375"/>
          <p14:tracePt t="49797" x="4881563" y="3228975"/>
          <p14:tracePt t="50533" x="4919663" y="3216275"/>
          <p14:tracePt t="50541" x="4932363" y="3190875"/>
          <p14:tracePt t="50550" x="4945063" y="3178175"/>
          <p14:tracePt t="50557" x="4945063" y="3154363"/>
          <p14:tracePt t="50566" x="4968875" y="3116263"/>
          <p14:tracePt t="50573" x="4994275" y="3090863"/>
          <p14:tracePt t="50582" x="5032375" y="3041650"/>
          <p14:tracePt t="50589" x="5081588" y="3003550"/>
          <p14:tracePt t="50598" x="5106988" y="2978150"/>
          <p14:tracePt t="50605" x="5132388" y="2952750"/>
          <p14:tracePt t="50614" x="5170488" y="2928938"/>
          <p14:tracePt t="50621" x="5181600" y="2916238"/>
          <p14:tracePt t="50630" x="5232400" y="2865438"/>
          <p14:tracePt t="50645" x="5232400" y="2852738"/>
          <p14:tracePt t="50653" x="5232400" y="2840038"/>
          <p14:tracePt t="50661" x="5245100" y="2840038"/>
          <p14:tracePt t="50701" x="5257800" y="2828925"/>
          <p14:tracePt t="51309" x="5245100" y="2828925"/>
          <p14:tracePt t="51317" x="5232400" y="2828925"/>
          <p14:tracePt t="51333" x="5207000" y="2828925"/>
          <p14:tracePt t="51341" x="5170488" y="2828925"/>
          <p14:tracePt t="51357" x="5132388" y="2828925"/>
          <p14:tracePt t="51373" x="5119688" y="2828925"/>
          <p14:tracePt t="51382" x="5094288" y="2828925"/>
          <p14:tracePt t="51389" x="5081588" y="2828925"/>
          <p14:tracePt t="51398" x="5045075" y="2828925"/>
          <p14:tracePt t="51405" x="5019675" y="2828925"/>
          <p14:tracePt t="51414" x="4968875" y="2840038"/>
          <p14:tracePt t="51421" x="4945063" y="2840038"/>
          <p14:tracePt t="51431" x="4945063" y="2852738"/>
          <p14:tracePt t="51437" x="4932363" y="2852738"/>
          <p14:tracePt t="51447" x="4919663" y="2852738"/>
          <p14:tracePt t="51493" x="4906963" y="2865438"/>
          <p14:tracePt t="51509" x="4894263" y="2890838"/>
          <p14:tracePt t="51517" x="4881563" y="2890838"/>
          <p14:tracePt t="54413" x="4881563" y="2903538"/>
          <p14:tracePt t="56110" x="4868863" y="2903538"/>
          <p14:tracePt t="56534" x="4856163" y="2903538"/>
          <p14:tracePt t="63901" x="4843463" y="2903538"/>
          <p14:tracePt t="63997" x="4843463" y="2916238"/>
          <p14:tracePt t="64005" x="4843463" y="2928938"/>
          <p14:tracePt t="64029" x="4843463" y="2941638"/>
          <p14:tracePt t="64037" x="4843463" y="2952750"/>
          <p14:tracePt t="64061" x="4843463" y="2965450"/>
          <p14:tracePt t="64069" x="4843463" y="2978150"/>
          <p14:tracePt t="64077" x="4843463" y="2990850"/>
          <p14:tracePt t="64085" x="4856163" y="3003550"/>
          <p14:tracePt t="64117" x="4856163" y="3016250"/>
          <p14:tracePt t="64125" x="4868863" y="3028950"/>
          <p14:tracePt t="64141" x="4881563" y="3028950"/>
          <p14:tracePt t="64151" x="4881563" y="3041650"/>
          <p14:tracePt t="64165" x="4906963" y="3065463"/>
          <p14:tracePt t="64173" x="4906963" y="3078163"/>
          <p14:tracePt t="64184" x="4919663" y="3078163"/>
          <p14:tracePt t="64189" x="4945063" y="3078163"/>
          <p14:tracePt t="64197" x="4945063" y="3103563"/>
          <p14:tracePt t="64205" x="4968875" y="3116263"/>
          <p14:tracePt t="64221" x="4994275" y="3128963"/>
          <p14:tracePt t="64237" x="5006975" y="3128963"/>
          <p14:tracePt t="64253" x="5032375" y="3141663"/>
          <p14:tracePt t="64261" x="5045075" y="3154363"/>
          <p14:tracePt t="64638" x="5068888" y="3165475"/>
          <p14:tracePt t="64647" x="5181600" y="3190875"/>
          <p14:tracePt t="64656" x="5207000" y="3203575"/>
          <p14:tracePt t="64662" x="5245100" y="3203575"/>
          <p14:tracePt t="64670" x="5294313" y="3203575"/>
          <p14:tracePt t="64678" x="5394325" y="3203575"/>
          <p14:tracePt t="64685" x="5495925" y="3203575"/>
          <p14:tracePt t="64694" x="5607050" y="3203575"/>
          <p14:tracePt t="64702" x="5670550" y="3178175"/>
          <p14:tracePt t="64709" x="5708650" y="3178175"/>
          <p14:tracePt t="64718" x="5757863" y="3165475"/>
          <p14:tracePt t="64725" x="5808663" y="3154363"/>
          <p14:tracePt t="64734" x="5821363" y="3154363"/>
          <p14:tracePt t="64741" x="5832475" y="3154363"/>
          <p14:tracePt t="64845" x="5821363" y="3154363"/>
          <p14:tracePt t="64862" x="5808663" y="3154363"/>
          <p14:tracePt t="64874" x="5795963" y="3154363"/>
          <p14:tracePt t="64879" x="5770563" y="3154363"/>
          <p14:tracePt t="64887" x="5757863" y="3154363"/>
          <p14:tracePt t="64893" x="5719763" y="3165475"/>
          <p14:tracePt t="64901" x="5695950" y="3190875"/>
          <p14:tracePt t="64909" x="5657850" y="3216275"/>
          <p14:tracePt t="64918" x="5619750" y="3241675"/>
          <p14:tracePt t="64925" x="5607050" y="3267075"/>
          <p14:tracePt t="64934" x="5583238" y="3278188"/>
          <p14:tracePt t="64941" x="5545138" y="3303588"/>
          <p14:tracePt t="64951" x="5483225" y="3341688"/>
          <p14:tracePt t="64957" x="5457825" y="3354388"/>
          <p14:tracePt t="64967" x="5445125" y="3367088"/>
          <p14:tracePt t="64973" x="5394325" y="3378200"/>
          <p14:tracePt t="64983" x="5394325" y="3390900"/>
          <p14:tracePt t="64989" x="5370513" y="3390900"/>
          <p14:tracePt t="64999" x="5357813" y="3390900"/>
          <p14:tracePt t="65013" x="5345113" y="3403600"/>
          <p14:tracePt t="65021" x="5319713" y="3416300"/>
          <p14:tracePt t="65037" x="5307013" y="3429000"/>
          <p14:tracePt t="65045" x="5257800" y="3441700"/>
          <p14:tracePt t="65053" x="5219700" y="3454400"/>
          <p14:tracePt t="65061" x="5207000" y="3467100"/>
          <p14:tracePt t="65069" x="5194300" y="3467100"/>
          <p14:tracePt t="65085" x="5181600" y="3467100"/>
          <p14:tracePt t="65141" x="5181600" y="3454400"/>
          <p14:tracePt t="65150" x="5181600" y="3416300"/>
          <p14:tracePt t="65157" x="5181600" y="3378200"/>
          <p14:tracePt t="65167" x="5194300" y="3341688"/>
          <p14:tracePt t="65173" x="5207000" y="3303588"/>
          <p14:tracePt t="65183" x="5232400" y="3254375"/>
          <p14:tracePt t="65189" x="5257800" y="3216275"/>
          <p14:tracePt t="65199" x="5307013" y="3178175"/>
          <p14:tracePt t="65205" x="5307013" y="3165475"/>
          <p14:tracePt t="65215" x="5345113" y="3103563"/>
          <p14:tracePt t="65221" x="5419725" y="3054350"/>
          <p14:tracePt t="65229" x="5470525" y="3016250"/>
          <p14:tracePt t="65237" x="5519738" y="2965450"/>
          <p14:tracePt t="65245" x="5557838" y="2916238"/>
          <p14:tracePt t="65253" x="5670550" y="2865438"/>
          <p14:tracePt t="65261" x="5708650" y="2816225"/>
          <p14:tracePt t="65269" x="5821363" y="2765425"/>
          <p14:tracePt t="65277" x="5845175" y="2765425"/>
          <p14:tracePt t="65285" x="5945188" y="2752725"/>
          <p14:tracePt t="65293" x="6183313" y="2703513"/>
          <p14:tracePt t="65301" x="6472238" y="2678113"/>
          <p14:tracePt t="65309" x="6684963" y="2665413"/>
          <p14:tracePt t="65317" x="6921500" y="2665413"/>
          <p14:tracePt t="65325" x="7246938" y="2627313"/>
          <p14:tracePt t="65334" x="7623175" y="2640013"/>
          <p14:tracePt t="65341" x="7874000" y="2652713"/>
          <p14:tracePt t="65350" x="8074025" y="2703513"/>
          <p14:tracePt t="65357" x="8335963" y="2740025"/>
          <p14:tracePt t="65366" x="8586788" y="2752725"/>
          <p14:tracePt t="65373" x="8712200" y="2752725"/>
          <p14:tracePt t="65383" x="8824913" y="2752725"/>
          <p14:tracePt t="65389" x="8963025" y="2752725"/>
          <p14:tracePt t="65399" x="8986838" y="2752725"/>
          <p14:tracePt t="65405" x="9012238" y="2752725"/>
          <p14:tracePt t="65413" x="9037638" y="2765425"/>
          <p14:tracePt t="65445" x="9050338" y="2778125"/>
          <p14:tracePt t="65453" x="9063038" y="2790825"/>
          <p14:tracePt t="65469" x="9063038" y="2816225"/>
          <p14:tracePt t="65477" x="9063038" y="2840038"/>
          <p14:tracePt t="65485" x="9063038" y="2865438"/>
          <p14:tracePt t="65493" x="9063038" y="2890838"/>
          <p14:tracePt t="65501" x="9063038" y="2903538"/>
          <p14:tracePt t="65509" x="9063038" y="2941638"/>
          <p14:tracePt t="65517" x="9063038" y="2978150"/>
          <p14:tracePt t="65525" x="9063038" y="3003550"/>
          <p14:tracePt t="65533" x="9063038" y="3041650"/>
          <p14:tracePt t="65541" x="9063038" y="3065463"/>
          <p14:tracePt t="65550" x="9063038" y="3078163"/>
          <p14:tracePt t="65557" x="9037638" y="3116263"/>
          <p14:tracePt t="65566" x="9012238" y="3141663"/>
          <p14:tracePt t="65573" x="8999538" y="3154363"/>
          <p14:tracePt t="65583" x="8975725" y="3190875"/>
          <p14:tracePt t="65589" x="8899525" y="3241675"/>
          <p14:tracePt t="65598" x="8874125" y="3241675"/>
          <p14:tracePt t="65605" x="8837613" y="3254375"/>
          <p14:tracePt t="65615" x="8812213" y="3254375"/>
          <p14:tracePt t="65621" x="8799513" y="3278188"/>
          <p14:tracePt t="65629" x="8724900" y="3278188"/>
          <p14:tracePt t="65637" x="8686800" y="3278188"/>
          <p14:tracePt t="65645" x="8624888" y="3303588"/>
          <p14:tracePt t="65653" x="8524875" y="3328988"/>
          <p14:tracePt t="65661" x="8461375" y="3328988"/>
          <p14:tracePt t="65669" x="8361363" y="3328988"/>
          <p14:tracePt t="65677" x="8261350" y="3328988"/>
          <p14:tracePt t="65685" x="8223250" y="3328988"/>
          <p14:tracePt t="65693" x="8186738" y="3328988"/>
          <p14:tracePt t="65701" x="8174038" y="3328988"/>
          <p14:tracePt t="65709" x="8161338" y="3328988"/>
          <p14:tracePt t="65717" x="8148638" y="3328988"/>
          <p14:tracePt t="65733" x="8135938" y="3328988"/>
          <p14:tracePt t="65789" x="8123238" y="3328988"/>
          <p14:tracePt t="65901" x="8110538" y="3328988"/>
          <p14:tracePt t="66469" x="8099425" y="3328988"/>
          <p14:tracePt t="66485" x="8086725" y="3328988"/>
          <p14:tracePt t="66493" x="8074025" y="3328988"/>
          <p14:tracePt t="66685" x="8110538" y="3290888"/>
          <p14:tracePt t="66693" x="8135938" y="3267075"/>
          <p14:tracePt t="66701" x="8212138" y="3241675"/>
          <p14:tracePt t="66709" x="8235950" y="3216275"/>
          <p14:tracePt t="66717" x="8248650" y="3216275"/>
          <p14:tracePt t="66725" x="8274050" y="3203575"/>
          <p14:tracePt t="66733" x="8286750" y="3190875"/>
          <p14:tracePt t="66741" x="8324850" y="3178175"/>
          <p14:tracePt t="66749" x="8348663" y="3154363"/>
          <p14:tracePt t="66757" x="8361363" y="3154363"/>
          <p14:tracePt t="66766" x="8386763" y="3141663"/>
          <p14:tracePt t="66789" x="8399463" y="3128963"/>
          <p14:tracePt t="67325" x="8412163" y="3116263"/>
          <p14:tracePt t="67429" x="8335963" y="3116263"/>
          <p14:tracePt t="67437" x="8099425" y="3128963"/>
          <p14:tracePt t="67445" x="7961313" y="3141663"/>
          <p14:tracePt t="67453" x="7823200" y="3178175"/>
          <p14:tracePt t="67477" x="7459663" y="3290888"/>
          <p14:tracePt t="67485" x="7310438" y="3328988"/>
          <p14:tracePt t="67493" x="7146925" y="3378200"/>
          <p14:tracePt t="67501" x="6834188" y="3429000"/>
          <p14:tracePt t="67509" x="6508750" y="3467100"/>
          <p14:tracePt t="67517" x="6283325" y="3516313"/>
          <p14:tracePt t="67525" x="6045200" y="3567113"/>
          <p14:tracePt t="67533" x="5957888" y="3603625"/>
          <p14:tracePt t="67541" x="5832475" y="3667125"/>
          <p14:tracePt t="67549" x="5732463" y="3692525"/>
          <p14:tracePt t="67557" x="5657850" y="3729038"/>
          <p14:tracePt t="67565" x="5570538" y="3767138"/>
          <p14:tracePt t="67573" x="5445125" y="3829050"/>
          <p14:tracePt t="67582" x="5445125" y="3854450"/>
          <p14:tracePt t="67589" x="5394325" y="3879850"/>
          <p14:tracePt t="67598" x="5257800" y="3941763"/>
          <p14:tracePt t="67605" x="5157788" y="3992563"/>
          <p14:tracePt t="67615" x="5019675" y="4017963"/>
          <p14:tracePt t="67621" x="4868863" y="4041775"/>
          <p14:tracePt t="67630" x="4819650" y="4054475"/>
          <p14:tracePt t="67637" x="4768850" y="4079875"/>
          <p14:tracePt t="67646" x="4668838" y="4117975"/>
          <p14:tracePt t="67653" x="4581525" y="4129088"/>
          <p14:tracePt t="67661" x="4506913" y="4167188"/>
          <p14:tracePt t="67669" x="4468813" y="4167188"/>
          <p14:tracePt t="67680" x="4443413" y="4179888"/>
          <p14:tracePt t="67685" x="4406900" y="4192588"/>
          <p14:tracePt t="67693" x="4356100" y="4217988"/>
          <p14:tracePt t="67701" x="4343400" y="4217988"/>
          <p14:tracePt t="67709" x="4318000" y="4217988"/>
          <p14:tracePt t="67717" x="4305300" y="4217988"/>
          <p14:tracePt t="67725" x="4294188" y="4217988"/>
          <p14:tracePt t="67741" x="4281488" y="4217988"/>
          <p14:tracePt t="67797" x="4268788" y="4230688"/>
          <p14:tracePt t="67805" x="4243388" y="4230688"/>
          <p14:tracePt t="67814" x="4230688" y="4230688"/>
          <p14:tracePt t="67821" x="4192588" y="4230688"/>
          <p14:tracePt t="67830" x="4181475" y="4217988"/>
          <p14:tracePt t="67837" x="4143375" y="4154488"/>
          <p14:tracePt t="67847" x="4130675" y="4129088"/>
          <p14:tracePt t="67853" x="4092575" y="4079875"/>
          <p14:tracePt t="67861" x="4081463" y="4041775"/>
          <p14:tracePt t="67869" x="4068763" y="3992563"/>
          <p14:tracePt t="67881" x="4068763" y="3954463"/>
          <p14:tracePt t="67885" x="4068763" y="3929063"/>
          <p14:tracePt t="67893" x="4068763" y="3905250"/>
          <p14:tracePt t="67901" x="4068763" y="3879850"/>
          <p14:tracePt t="67909" x="4068763" y="3867150"/>
          <p14:tracePt t="67917" x="4068763" y="3841750"/>
          <p14:tracePt t="67925" x="4068763" y="3829050"/>
          <p14:tracePt t="67933" x="4068763" y="3816350"/>
          <p14:tracePt t="67941" x="4068763" y="3803650"/>
          <p14:tracePt t="67957" x="4068763" y="3792538"/>
          <p14:tracePt t="67973" x="4068763" y="3779838"/>
          <p14:tracePt t="67981" x="4068763" y="3767138"/>
          <p14:tracePt t="67989" x="4081463" y="3754438"/>
          <p14:tracePt t="68005" x="4081463" y="3729038"/>
          <p14:tracePt t="68021" x="4081463" y="3716338"/>
          <p14:tracePt t="68037" x="4092575" y="3716338"/>
          <p14:tracePt t="68069" x="4092575" y="3703638"/>
          <p14:tracePt t="68125" x="4092575" y="3692525"/>
          <p14:tracePt t="68157" x="4092575" y="3679825"/>
          <p14:tracePt t="68165" x="4105275" y="3679825"/>
          <p14:tracePt t="68197" x="4105275" y="3667125"/>
          <p14:tracePt t="68214" x="4117975" y="3667125"/>
          <p14:tracePt t="68254" x="4130675" y="3641725"/>
          <p14:tracePt t="68270" x="4143375" y="3629025"/>
          <p14:tracePt t="68286" x="4156075" y="3616325"/>
          <p14:tracePt t="68293" x="4156075" y="3603625"/>
          <p14:tracePt t="68309" x="4168775" y="3590925"/>
          <p14:tracePt t="68317" x="4168775" y="3567113"/>
          <p14:tracePt t="68325" x="4168775" y="3541713"/>
          <p14:tracePt t="68333" x="4168775" y="3503613"/>
          <p14:tracePt t="68349" x="4181475" y="3467100"/>
          <p14:tracePt t="68357" x="4181475" y="3441700"/>
          <p14:tracePt t="68365" x="4181475" y="3429000"/>
          <p14:tracePt t="68373" x="4205288" y="3390900"/>
          <p14:tracePt t="68381" x="4205288" y="3367088"/>
          <p14:tracePt t="68389" x="4205288" y="3341688"/>
          <p14:tracePt t="68405" x="4205288" y="3328988"/>
          <p14:tracePt t="68413" x="4205288" y="3316288"/>
          <p14:tracePt t="68446" x="4205288" y="3290888"/>
          <p14:tracePt t="68485" x="4205288" y="3278188"/>
          <p14:tracePt t="68494" x="4205288" y="3267075"/>
          <p14:tracePt t="68685" x="4217988" y="3254375"/>
          <p14:tracePt t="68693" x="4217988" y="3241675"/>
          <p14:tracePt t="68701" x="4256088" y="3216275"/>
          <p14:tracePt t="68709" x="4294188" y="3203575"/>
          <p14:tracePt t="68717" x="4406900" y="3165475"/>
          <p14:tracePt t="68725" x="4443413" y="3165475"/>
          <p14:tracePt t="68733" x="4543425" y="3165475"/>
          <p14:tracePt t="68741" x="4656138" y="3165475"/>
          <p14:tracePt t="68749" x="4919663" y="3141663"/>
          <p14:tracePt t="68757" x="5132388" y="3141663"/>
          <p14:tracePt t="68765" x="5470525" y="3141663"/>
          <p14:tracePt t="68773" x="6034088" y="3041650"/>
          <p14:tracePt t="68781" x="6383338" y="3028950"/>
          <p14:tracePt t="68789" x="6910388" y="2928938"/>
          <p14:tracePt t="68797" x="7472363" y="2840038"/>
          <p14:tracePt t="68805" x="7923213" y="2790825"/>
          <p14:tracePt t="68813" x="8499475" y="2652713"/>
          <p14:tracePt t="68821" x="8637588" y="2590800"/>
          <p14:tracePt t="68830" x="8886825" y="2527300"/>
          <p14:tracePt t="68837" x="8937625" y="2516188"/>
          <p14:tracePt t="68847" x="9037638" y="2478088"/>
          <p14:tracePt t="68853" x="9075738" y="2465388"/>
          <p14:tracePt t="68863" x="9112250" y="2465388"/>
          <p14:tracePt t="68869" x="9137650" y="2452688"/>
          <p14:tracePt t="69021" x="9137650" y="2439988"/>
          <p14:tracePt t="69045" x="9063038" y="2427288"/>
          <p14:tracePt t="69053" x="8912225" y="2427288"/>
          <p14:tracePt t="69063" x="8812213" y="2414588"/>
          <p14:tracePt t="69069" x="8561388" y="2414588"/>
          <p14:tracePt t="69079" x="8261350" y="2414588"/>
          <p14:tracePt t="69085" x="8061325" y="2427288"/>
          <p14:tracePt t="69096" x="7735888" y="2465388"/>
          <p14:tracePt t="69101" x="7272338" y="2552700"/>
          <p14:tracePt t="69112" x="6672263" y="2678113"/>
          <p14:tracePt t="69117" x="6108700" y="2778125"/>
          <p14:tracePt t="69125" x="5607050" y="2890838"/>
          <p14:tracePt t="69133" x="5245100" y="2941638"/>
          <p14:tracePt t="69141" x="4981575" y="3016250"/>
          <p14:tracePt t="69149" x="4794250" y="3090863"/>
          <p14:tracePt t="69157" x="4732338" y="3141663"/>
          <p14:tracePt t="69165" x="4606925" y="3203575"/>
          <p14:tracePt t="69173" x="4556125" y="3216275"/>
          <p14:tracePt t="69181" x="4468813" y="3278188"/>
          <p14:tracePt t="69189" x="4430713" y="3278188"/>
          <p14:tracePt t="69197" x="4418013" y="3303588"/>
          <p14:tracePt t="69205" x="4394200" y="3341688"/>
          <p14:tracePt t="69213" x="4343400" y="3367088"/>
          <p14:tracePt t="69221" x="4294188" y="3367088"/>
          <p14:tracePt t="69230" x="4281488" y="3378200"/>
          <p14:tracePt t="69247" x="4243388" y="3403600"/>
          <p14:tracePt t="69263" x="4230688" y="3416300"/>
          <p14:tracePt t="69269" x="4192588" y="3454400"/>
          <p14:tracePt t="69279" x="4181475" y="3467100"/>
          <p14:tracePt t="69285" x="4156075" y="3479800"/>
          <p14:tracePt t="69349" x="4156075" y="3490913"/>
          <p14:tracePt t="69366" x="4156075" y="3503613"/>
          <p14:tracePt t="69405" x="4181475" y="3503613"/>
          <p14:tracePt t="69430" x="4192588" y="3503613"/>
          <p14:tracePt t="69446" x="4217988" y="3503613"/>
          <p14:tracePt t="69453" x="4230688" y="3503613"/>
          <p14:tracePt t="69541" x="4243388" y="3503613"/>
          <p14:tracePt t="69549" x="4256088" y="3503613"/>
          <p14:tracePt t="69933" x="4256088" y="3490913"/>
          <p14:tracePt t="69941" x="4268788" y="3490913"/>
          <p14:tracePt t="69949" x="4305300" y="3490913"/>
          <p14:tracePt t="69957" x="4381500" y="3479800"/>
          <p14:tracePt t="69965" x="4468813" y="3479800"/>
          <p14:tracePt t="69973" x="4743450" y="3479800"/>
          <p14:tracePt t="69981" x="5294313" y="3429000"/>
          <p14:tracePt t="69989" x="6057900" y="3354388"/>
          <p14:tracePt t="69997" x="6921500" y="3141663"/>
          <p14:tracePt t="70005" x="7923213" y="3003550"/>
          <p14:tracePt t="70013" x="8599488" y="2852738"/>
          <p14:tracePt t="70021" x="9388475" y="2752725"/>
          <p14:tracePt t="70029" x="10213975" y="2627313"/>
          <p14:tracePt t="70037" x="10815638" y="2527300"/>
          <p14:tracePt t="70045" x="10964863" y="2503488"/>
          <p14:tracePt t="70053" x="11052175" y="2490788"/>
          <p14:tracePt t="70063" x="11077575" y="2490788"/>
          <p14:tracePt t="70079" x="11102975" y="2478088"/>
          <p14:tracePt t="70101" x="11064875" y="2439988"/>
          <p14:tracePt t="70111" x="11028363" y="2414588"/>
          <p14:tracePt t="70117" x="10977563" y="2403475"/>
          <p14:tracePt t="70128" x="10939463" y="2403475"/>
          <p14:tracePt t="70133" x="10890250" y="2390775"/>
          <p14:tracePt t="70141" x="10852150" y="2365375"/>
          <p14:tracePt t="70149" x="10839450" y="2365375"/>
          <p14:tracePt t="70157" x="10828338" y="2365375"/>
          <p14:tracePt t="70173" x="10777538" y="2365375"/>
          <p14:tracePt t="70181" x="10726738" y="2365375"/>
          <p14:tracePt t="70189" x="10626725" y="2365375"/>
          <p14:tracePt t="70197" x="10539413" y="2378075"/>
          <p14:tracePt t="70205" x="10502900" y="2378075"/>
          <p14:tracePt t="70213" x="10490200" y="2378075"/>
          <p14:tracePt t="70221" x="10464800" y="2378075"/>
          <p14:tracePt t="70229" x="10439400" y="2390775"/>
          <p14:tracePt t="70237" x="10414000" y="2414588"/>
          <p14:tracePt t="70245" x="10401300" y="2427288"/>
          <p14:tracePt t="70253" x="10401300" y="2439988"/>
          <p14:tracePt t="70262" x="10377488" y="2452688"/>
          <p14:tracePt t="70269" x="10364788" y="2452688"/>
          <p14:tracePt t="70278" x="10352088" y="2478088"/>
          <p14:tracePt t="70285" x="10313988" y="2490788"/>
          <p14:tracePt t="70294" x="10277475" y="2516188"/>
          <p14:tracePt t="70301" x="10264775" y="2527300"/>
          <p14:tracePt t="70311" x="10213975" y="2565400"/>
          <p14:tracePt t="70317" x="10164763" y="2603500"/>
          <p14:tracePt t="70327" x="10126663" y="2627313"/>
          <p14:tracePt t="70333" x="10088563" y="2665413"/>
          <p14:tracePt t="70344" x="10064750" y="2678113"/>
          <p14:tracePt t="70349" x="10026650" y="2703513"/>
          <p14:tracePt t="70357" x="9963150" y="2716213"/>
          <p14:tracePt t="70365" x="9875838" y="2728913"/>
          <p14:tracePt t="70373" x="9863138" y="2728913"/>
          <p14:tracePt t="70381" x="9839325" y="2728913"/>
          <p14:tracePt t="70389" x="9750425" y="2740025"/>
          <p14:tracePt t="70397" x="9701213" y="2765425"/>
          <p14:tracePt t="70405" x="9688513" y="2778125"/>
          <p14:tracePt t="70413" x="9688513" y="2828925"/>
          <p14:tracePt t="70421" x="9675813" y="2852738"/>
          <p14:tracePt t="70429" x="9626600" y="2903538"/>
          <p14:tracePt t="70437" x="9550400" y="2965450"/>
          <p14:tracePt t="70445" x="9525000" y="3003550"/>
          <p14:tracePt t="70453" x="9475788" y="3041650"/>
          <p14:tracePt t="70462" x="9437688" y="3090863"/>
          <p14:tracePt t="70469" x="9413875" y="3090863"/>
          <p14:tracePt t="70478" x="9401175" y="3116263"/>
          <p14:tracePt t="70494" x="9401175" y="3128963"/>
          <p14:tracePt t="70501" x="9388475" y="3141663"/>
          <p14:tracePt t="70542" x="9388475" y="3154363"/>
          <p14:tracePt t="70549" x="9363075" y="3165475"/>
          <p14:tracePt t="70565" x="9363075" y="3178175"/>
          <p14:tracePt t="70573" x="9350375" y="3178175"/>
          <p14:tracePt t="70589" x="9337675" y="3190875"/>
          <p14:tracePt t="70597" x="9324975" y="3203575"/>
          <p14:tracePt t="70605" x="9301163" y="3228975"/>
          <p14:tracePt t="70613" x="9301163" y="3241675"/>
          <p14:tracePt t="70629" x="9263063" y="3254375"/>
          <p14:tracePt t="70637" x="9250363" y="3254375"/>
          <p14:tracePt t="70645" x="9237663" y="3278188"/>
          <p14:tracePt t="70653" x="9224963" y="3303588"/>
          <p14:tracePt t="70662" x="9199563" y="3316288"/>
          <p14:tracePt t="70669" x="9150350" y="3341688"/>
          <p14:tracePt t="70678" x="9099550" y="3378200"/>
          <p14:tracePt t="70685" x="9088438" y="3390900"/>
          <p14:tracePt t="70694" x="9075738" y="3416300"/>
          <p14:tracePt t="70701" x="9037638" y="3429000"/>
          <p14:tracePt t="70710" x="8986838" y="3441700"/>
          <p14:tracePt t="70717" x="8963025" y="3467100"/>
          <p14:tracePt t="70726" x="8899525" y="3541713"/>
          <p14:tracePt t="70733" x="8874125" y="3567113"/>
          <p14:tracePt t="70743" x="8824913" y="3603625"/>
          <p14:tracePt t="70749" x="8750300" y="3616325"/>
          <p14:tracePt t="70760" x="8699500" y="3679825"/>
          <p14:tracePt t="70765" x="8661400" y="3729038"/>
          <p14:tracePt t="70773" x="8548688" y="3792538"/>
          <p14:tracePt t="70781" x="8435975" y="3867150"/>
          <p14:tracePt t="70789" x="8361363" y="3905250"/>
          <p14:tracePt t="70797" x="8299450" y="3941763"/>
          <p14:tracePt t="70805" x="8199438" y="4017963"/>
          <p14:tracePt t="70813" x="8099425" y="4054475"/>
          <p14:tracePt t="70821" x="7974013" y="4079875"/>
          <p14:tracePt t="70829" x="7823200" y="4117975"/>
          <p14:tracePt t="70837" x="7748588" y="4141788"/>
          <p14:tracePt t="70845" x="7697788" y="4141788"/>
          <p14:tracePt t="70853" x="7585075" y="4167188"/>
          <p14:tracePt t="70861" x="7497763" y="4167188"/>
          <p14:tracePt t="70869" x="7397750" y="4167188"/>
          <p14:tracePt t="70878" x="7297738" y="4167188"/>
          <p14:tracePt t="70895" x="7123113" y="4167188"/>
          <p14:tracePt t="70901" x="7021513" y="4154488"/>
          <p14:tracePt t="70910" x="6946900" y="4141788"/>
          <p14:tracePt t="70917" x="6872288" y="4092575"/>
          <p14:tracePt t="70925" x="6784975" y="4054475"/>
          <p14:tracePt t="70933" x="6734175" y="4029075"/>
          <p14:tracePt t="70943" x="6659563" y="3979863"/>
          <p14:tracePt t="70949" x="6621463" y="3967163"/>
          <p14:tracePt t="70959" x="6608763" y="3941763"/>
          <p14:tracePt t="70965" x="6572250" y="3916363"/>
          <p14:tracePt t="70973" x="6483350" y="3879850"/>
          <p14:tracePt t="70981" x="6446838" y="3867150"/>
          <p14:tracePt t="70989" x="6421438" y="3854450"/>
          <p14:tracePt t="70997" x="6396038" y="3816350"/>
          <p14:tracePt t="71005" x="6383338" y="3816350"/>
          <p14:tracePt t="71013" x="6370638" y="3803650"/>
          <p14:tracePt t="71021" x="6359525" y="3779838"/>
          <p14:tracePt t="71029" x="6346825" y="3779838"/>
          <p14:tracePt t="71037" x="6346825" y="3767138"/>
          <p14:tracePt t="71045" x="6346825" y="3754438"/>
          <p14:tracePt t="71053" x="6346825" y="3741738"/>
          <p14:tracePt t="71061" x="6359525" y="3716338"/>
          <p14:tracePt t="71069" x="6383338" y="3703638"/>
          <p14:tracePt t="71078" x="6421438" y="3667125"/>
          <p14:tracePt t="71085" x="6446838" y="3667125"/>
          <p14:tracePt t="71094" x="6472238" y="3641725"/>
          <p14:tracePt t="71101" x="6496050" y="3616325"/>
          <p14:tracePt t="71111" x="6534150" y="3603625"/>
          <p14:tracePt t="71117" x="6546850" y="3590925"/>
          <p14:tracePt t="71127" x="6572250" y="3590925"/>
          <p14:tracePt t="71133" x="6584950" y="3579813"/>
          <p14:tracePt t="71158" x="6608763" y="3579813"/>
          <p14:tracePt t="71197" x="6621463" y="3579813"/>
          <p14:tracePt t="71205" x="6621463" y="3567113"/>
          <p14:tracePt t="71669" x="6684963" y="3567113"/>
          <p14:tracePt t="71677" x="6808788" y="3567113"/>
          <p14:tracePt t="71685" x="6897688" y="3567113"/>
          <p14:tracePt t="71693" x="7034213" y="3567113"/>
          <p14:tracePt t="71701" x="7110413" y="3567113"/>
          <p14:tracePt t="71710" x="7246938" y="3567113"/>
          <p14:tracePt t="71717" x="7335838" y="3567113"/>
          <p14:tracePt t="71727" x="7410450" y="3567113"/>
          <p14:tracePt t="71733" x="7485063" y="3567113"/>
          <p14:tracePt t="71743" x="7661275" y="3554413"/>
          <p14:tracePt t="71749" x="7723188" y="3554413"/>
          <p14:tracePt t="71759" x="7797800" y="3554413"/>
          <p14:tracePt t="71765" x="7823200" y="3554413"/>
          <p14:tracePt t="71774" x="7874000" y="3554413"/>
          <p14:tracePt t="71781" x="7935913" y="3554413"/>
          <p14:tracePt t="71790" x="7974013" y="3554413"/>
          <p14:tracePt t="71797" x="7999413" y="3554413"/>
          <p14:tracePt t="71813" x="8010525" y="3554413"/>
          <p14:tracePt t="71821" x="8023225" y="3554413"/>
          <p14:tracePt t="71949" x="7986713" y="3554413"/>
          <p14:tracePt t="71957" x="7948613" y="3554413"/>
          <p14:tracePt t="71965" x="7910513" y="3579813"/>
          <p14:tracePt t="71974" x="7835900" y="3603625"/>
          <p14:tracePt t="71981" x="7835900" y="3616325"/>
          <p14:tracePt t="71989" x="7810500" y="3654425"/>
          <p14:tracePt t="71997" x="7761288" y="3679825"/>
          <p14:tracePt t="72005" x="7735888" y="3716338"/>
          <p14:tracePt t="72013" x="7723188" y="3741738"/>
          <p14:tracePt t="72021" x="7710488" y="3767138"/>
          <p14:tracePt t="72029" x="7685088" y="3803650"/>
          <p14:tracePt t="72037" x="7673975" y="3829050"/>
          <p14:tracePt t="72045" x="7661275" y="3841750"/>
          <p14:tracePt t="72053" x="7648575" y="3867150"/>
          <p14:tracePt t="72061" x="7648575" y="3879850"/>
          <p14:tracePt t="72069" x="7610475" y="3905250"/>
          <p14:tracePt t="72077" x="7597775" y="3905250"/>
          <p14:tracePt t="72085" x="7572375" y="3916363"/>
          <p14:tracePt t="72093" x="7561263" y="3916363"/>
          <p14:tracePt t="72101" x="7510463" y="3916363"/>
          <p14:tracePt t="72109" x="7459663" y="3916363"/>
          <p14:tracePt t="72117" x="7372350" y="3916363"/>
          <p14:tracePt t="72127" x="7310438" y="3916363"/>
          <p14:tracePt t="72133" x="7223125" y="3916363"/>
          <p14:tracePt t="72143" x="7134225" y="3916363"/>
          <p14:tracePt t="72149" x="7010400" y="3916363"/>
          <p14:tracePt t="72158" x="6921500" y="3916363"/>
          <p14:tracePt t="72165" x="6808788" y="3916363"/>
          <p14:tracePt t="72176" x="6721475" y="3916363"/>
          <p14:tracePt t="72181" x="6684963" y="3905250"/>
          <p14:tracePt t="72191" x="6634163" y="3879850"/>
          <p14:tracePt t="72197" x="6584950" y="3854450"/>
          <p14:tracePt t="72205" x="6508750" y="3829050"/>
          <p14:tracePt t="72213" x="6496050" y="3829050"/>
          <p14:tracePt t="72221" x="6446838" y="3792538"/>
          <p14:tracePt t="72229" x="6421438" y="3779838"/>
          <p14:tracePt t="72237" x="6408738" y="3754438"/>
          <p14:tracePt t="72245" x="6370638" y="3729038"/>
          <p14:tracePt t="72253" x="6359525" y="3703638"/>
          <p14:tracePt t="72261" x="6334125" y="3667125"/>
          <p14:tracePt t="72269" x="6321425" y="3654425"/>
          <p14:tracePt t="72277" x="6296025" y="3616325"/>
          <p14:tracePt t="72285" x="6283325" y="3590925"/>
          <p14:tracePt t="72294" x="6270625" y="3567113"/>
          <p14:tracePt t="72301" x="6259513" y="3529013"/>
          <p14:tracePt t="72310" x="6259513" y="3503613"/>
          <p14:tracePt t="72317" x="6259513" y="3454400"/>
          <p14:tracePt t="72327" x="6234113" y="3390900"/>
          <p14:tracePt t="72333" x="6234113" y="3290888"/>
          <p14:tracePt t="72342" x="6234113" y="3241675"/>
          <p14:tracePt t="72349" x="6259513" y="3141663"/>
          <p14:tracePt t="72359" x="6296025" y="3054350"/>
          <p14:tracePt t="72365" x="6359525" y="2978150"/>
          <p14:tracePt t="72373" x="6383338" y="2890838"/>
          <p14:tracePt t="72381" x="6459538" y="2840038"/>
          <p14:tracePt t="72391" x="6508750" y="2790825"/>
          <p14:tracePt t="72397" x="6546850" y="2740025"/>
          <p14:tracePt t="72405" x="6634163" y="2665413"/>
          <p14:tracePt t="72413" x="6646863" y="2652713"/>
          <p14:tracePt t="72421" x="6708775" y="2627313"/>
          <p14:tracePt t="72429" x="6746875" y="2616200"/>
          <p14:tracePt t="72437" x="6821488" y="2590800"/>
          <p14:tracePt t="72445" x="6910388" y="2565400"/>
          <p14:tracePt t="72453" x="6997700" y="2540000"/>
          <p14:tracePt t="72461" x="7010400" y="2540000"/>
          <p14:tracePt t="72469" x="7085013" y="2516188"/>
          <p14:tracePt t="72477" x="7172325" y="2516188"/>
          <p14:tracePt t="72485" x="7259638" y="2490788"/>
          <p14:tracePt t="72493" x="7348538" y="2478088"/>
          <p14:tracePt t="72501" x="7459663" y="2478088"/>
          <p14:tracePt t="72509" x="7561263" y="2478088"/>
          <p14:tracePt t="72517" x="7685088" y="2478088"/>
          <p14:tracePt t="72526" x="7761288" y="2516188"/>
          <p14:tracePt t="72533" x="7861300" y="2540000"/>
          <p14:tracePt t="72542" x="7935913" y="2578100"/>
          <p14:tracePt t="72549" x="7999413" y="2627313"/>
          <p14:tracePt t="72559" x="8061325" y="2703513"/>
          <p14:tracePt t="72565" x="8074025" y="2740025"/>
          <p14:tracePt t="72573" x="8099425" y="2803525"/>
          <p14:tracePt t="72581" x="8123238" y="2878138"/>
          <p14:tracePt t="72591" x="8135938" y="2990850"/>
          <p14:tracePt t="72597" x="8135938" y="3041650"/>
          <p14:tracePt t="72605" x="8161338" y="3116263"/>
          <p14:tracePt t="72830" x="8174038" y="3116263"/>
          <p14:tracePt t="72839" x="8174038" y="3078163"/>
          <p14:tracePt t="72846" x="8223250" y="3028950"/>
          <p14:tracePt t="72853" x="8274050" y="2978150"/>
          <p14:tracePt t="72861" x="8324850" y="2916238"/>
          <p14:tracePt t="72869" x="8386763" y="2878138"/>
          <p14:tracePt t="72877" x="8461375" y="2828925"/>
          <p14:tracePt t="72885" x="8537575" y="2803525"/>
          <p14:tracePt t="72893" x="8624888" y="2740025"/>
          <p14:tracePt t="72901" x="8686800" y="2703513"/>
          <p14:tracePt t="72909" x="8712200" y="2690813"/>
          <p14:tracePt t="72917" x="8763000" y="2652713"/>
          <p14:tracePt t="72925" x="8786813" y="2652713"/>
          <p14:tracePt t="72933" x="8799513" y="2640013"/>
          <p14:tracePt t="72942" x="8812213" y="2640013"/>
          <p14:tracePt t="72949" x="8812213" y="2627313"/>
          <p14:tracePt t="72965" x="8824913" y="2627313"/>
          <p14:tracePt t="73173" x="8837613" y="2627313"/>
          <p14:tracePt t="73229" x="8850313" y="2627313"/>
          <p14:tracePt t="73277" x="8863013" y="2616200"/>
          <p14:tracePt t="73365" x="8874125" y="2616200"/>
          <p14:tracePt t="73375" x="8886825" y="2616200"/>
          <p14:tracePt t="73381" x="8899525" y="2616200"/>
          <p14:tracePt t="73413" x="8912225" y="2678113"/>
          <p14:tracePt t="73421" x="8963025" y="2740025"/>
          <p14:tracePt t="73429" x="9024938" y="2778125"/>
          <p14:tracePt t="73437" x="9112250" y="2828925"/>
          <p14:tracePt t="73445" x="9163050" y="2852738"/>
          <p14:tracePt t="73453" x="9237663" y="2903538"/>
          <p14:tracePt t="73461" x="9288463" y="2916238"/>
          <p14:tracePt t="73469" x="9337675" y="2941638"/>
          <p14:tracePt t="73477" x="9401175" y="2965450"/>
          <p14:tracePt t="73485" x="9424988" y="2978150"/>
          <p14:tracePt t="73493" x="9475788" y="2978150"/>
          <p14:tracePt t="73501" x="9501188" y="2990850"/>
          <p14:tracePt t="73509" x="9501188" y="3003550"/>
          <p14:tracePt t="73517" x="9513888" y="3003550"/>
          <p14:tracePt t="73558" x="9525000" y="3003550"/>
          <p14:tracePt t="73565" x="9537700" y="3003550"/>
          <p14:tracePt t="73926" x="9550400" y="3003550"/>
          <p14:tracePt t="74030" x="9550400" y="3016250"/>
          <p14:tracePt t="74039" x="9550400" y="3028950"/>
          <p14:tracePt t="74046" x="9550400" y="3041650"/>
          <p14:tracePt t="74061" x="9550400" y="3065463"/>
          <p14:tracePt t="74069" x="9550400" y="3078163"/>
          <p14:tracePt t="74077" x="9550400" y="3103563"/>
          <p14:tracePt t="74085" x="9563100" y="3141663"/>
          <p14:tracePt t="74093" x="9575800" y="3178175"/>
          <p14:tracePt t="74101" x="9575800" y="3203575"/>
          <p14:tracePt t="74109" x="9575800" y="3228975"/>
          <p14:tracePt t="74117" x="9588500" y="3278188"/>
          <p14:tracePt t="74125" x="9613900" y="3341688"/>
          <p14:tracePt t="74133" x="9626600" y="3378200"/>
          <p14:tracePt t="74141" x="9637713" y="3429000"/>
          <p14:tracePt t="74149" x="9675813" y="3479800"/>
          <p14:tracePt t="74157" x="9688513" y="3516313"/>
          <p14:tracePt t="74165" x="9726613" y="3541713"/>
          <p14:tracePt t="74174" x="9726613" y="3567113"/>
          <p14:tracePt t="74181" x="9750425" y="3567113"/>
          <p14:tracePt t="74191" x="9750425" y="3579813"/>
          <p14:tracePt t="74197" x="9763125" y="3579813"/>
          <p14:tracePt t="74207" x="9775825" y="3590925"/>
          <p14:tracePt t="74222" x="9788525" y="3590925"/>
          <p14:tracePt t="74240" x="9801225" y="3603625"/>
          <p14:tracePt t="74301" x="9801225" y="3616325"/>
          <p14:tracePt t="74309" x="9801225" y="3629025"/>
          <p14:tracePt t="74326" x="9801225" y="3641725"/>
          <p14:tracePt t="74334" x="9775825" y="3654425"/>
          <p14:tracePt t="74341" x="9763125" y="3654425"/>
          <p14:tracePt t="74349" x="9750425" y="3654425"/>
          <p14:tracePt t="74358" x="9726613" y="3667125"/>
          <p14:tracePt t="74374" x="9713913" y="3667125"/>
          <p14:tracePt t="74381" x="9688513" y="3667125"/>
          <p14:tracePt t="74390" x="9675813" y="3667125"/>
          <p14:tracePt t="74397" x="9650413" y="3667125"/>
          <p14:tracePt t="74407" x="9637713" y="3667125"/>
          <p14:tracePt t="74413" x="9626600" y="3667125"/>
          <p14:tracePt t="74423" x="9613900" y="3667125"/>
          <p14:tracePt t="74429" x="9601200" y="3667125"/>
          <p14:tracePt t="74445" x="9588500" y="3667125"/>
          <p14:tracePt t="74453" x="9575800" y="3667125"/>
          <p14:tracePt t="74461" x="9550400" y="3667125"/>
          <p14:tracePt t="74477" x="9525000" y="3667125"/>
          <p14:tracePt t="74493" x="9513888" y="3654425"/>
          <p14:tracePt t="74501" x="9501188" y="3654425"/>
          <p14:tracePt t="74533" x="9475788" y="3616325"/>
          <p14:tracePt t="74541" x="9424988" y="3554413"/>
          <p14:tracePt t="74549" x="9401175" y="3529013"/>
          <p14:tracePt t="74557" x="9375775" y="3516313"/>
          <p14:tracePt t="74565" x="9324975" y="3503613"/>
          <p14:tracePt t="74574" x="9288463" y="3490913"/>
          <p14:tracePt t="74581" x="9263063" y="3490913"/>
          <p14:tracePt t="74591" x="9212263" y="3490913"/>
          <p14:tracePt t="74597" x="9188450" y="3490913"/>
          <p14:tracePt t="74613" x="9163050" y="3490913"/>
          <p14:tracePt t="74623" x="9150350" y="3490913"/>
          <p14:tracePt t="74629" x="9137650" y="3490913"/>
          <p14:tracePt t="74638" x="9112250" y="3490913"/>
          <p14:tracePt t="74645" x="9088438" y="3490913"/>
          <p14:tracePt t="74653" x="9063038" y="3490913"/>
          <p14:tracePt t="74661" x="9037638" y="3490913"/>
          <p14:tracePt t="74669" x="9024938" y="3490913"/>
          <p14:tracePt t="74685" x="9012238" y="3490913"/>
          <p14:tracePt t="75309" x="9012238" y="3479800"/>
          <p14:tracePt t="75325" x="9024938" y="3467100"/>
          <p14:tracePt t="75341" x="9050338" y="3454400"/>
          <p14:tracePt t="75357" x="9063038" y="3441700"/>
          <p14:tracePt t="75365" x="9075738" y="3441700"/>
          <p14:tracePt t="75373" x="9088438" y="3429000"/>
          <p14:tracePt t="75389" x="9099550" y="3416300"/>
          <p14:tracePt t="75406" x="9124950" y="3416300"/>
          <p14:tracePt t="75413" x="9137650" y="3416300"/>
          <p14:tracePt t="75422" x="9163050" y="3416300"/>
          <p14:tracePt t="75429" x="9175750" y="3416300"/>
          <p14:tracePt t="75439" x="9212263" y="3403600"/>
          <p14:tracePt t="75445" x="9250363" y="3403600"/>
          <p14:tracePt t="75455" x="9312275" y="3378200"/>
          <p14:tracePt t="75461" x="9324975" y="3378200"/>
          <p14:tracePt t="75472" x="9413875" y="3354388"/>
          <p14:tracePt t="75477" x="9501188" y="3328988"/>
          <p14:tracePt t="75485" x="9613900" y="3290888"/>
          <p14:tracePt t="75493" x="9663113" y="3241675"/>
          <p14:tracePt t="75501" x="9675813" y="3241675"/>
          <p14:tracePt t="75509" x="9775825" y="3190875"/>
          <p14:tracePt t="75517" x="9863138" y="3154363"/>
          <p14:tracePt t="75525" x="9913938" y="3141663"/>
          <p14:tracePt t="75533" x="10001250" y="3090863"/>
          <p14:tracePt t="75541" x="10064750" y="3054350"/>
          <p14:tracePt t="75549" x="10101263" y="3041650"/>
          <p14:tracePt t="75557" x="10126663" y="3016250"/>
          <p14:tracePt t="75565" x="10139363" y="3003550"/>
          <p14:tracePt t="75573" x="10201275" y="2990850"/>
          <p14:tracePt t="75581" x="10226675" y="2990850"/>
          <p14:tracePt t="77197" x="10301288" y="2990850"/>
          <p14:tracePt t="77205" x="10514013" y="3041650"/>
          <p14:tracePt t="77213" x="10614025" y="3128963"/>
          <p14:tracePt t="77399" x="10639425" y="3128963"/>
          <p14:tracePt t="77477" x="10590213" y="3128963"/>
          <p14:tracePt t="77487" x="10539413" y="3103563"/>
          <p14:tracePt t="77493" x="10526713" y="3090863"/>
          <p14:tracePt t="77502" x="10490200" y="3041650"/>
          <p14:tracePt t="77509" x="10477500" y="3041650"/>
          <p14:tracePt t="77519" x="10464800" y="3041650"/>
          <p14:tracePt t="77525" x="10452100" y="3041650"/>
          <p14:tracePt t="77557" x="10439400" y="3041650"/>
          <p14:tracePt t="78245" x="10390188" y="3054350"/>
          <p14:tracePt t="78253" x="10339388" y="3090863"/>
          <p14:tracePt t="78261" x="10277475" y="3103563"/>
          <p14:tracePt t="78269" x="10226675" y="3116263"/>
          <p14:tracePt t="78277" x="10152063" y="3165475"/>
          <p14:tracePt t="78287" x="10064750" y="3203575"/>
          <p14:tracePt t="78293" x="9963150" y="3228975"/>
          <p14:tracePt t="78303" x="9801225" y="3278188"/>
          <p14:tracePt t="78309" x="9626600" y="3328988"/>
          <p14:tracePt t="78319" x="9437688" y="3416300"/>
          <p14:tracePt t="78325" x="9324975" y="3479800"/>
          <p14:tracePt t="78335" x="9224963" y="3479800"/>
          <p14:tracePt t="78341" x="9088438" y="3490913"/>
          <p14:tracePt t="78349" x="8950325" y="3541713"/>
          <p14:tracePt t="78357" x="8924925" y="3541713"/>
          <p14:tracePt t="78365" x="8863013" y="3554413"/>
          <p14:tracePt t="78373" x="8750300" y="3603625"/>
          <p14:tracePt t="78381" x="8650288" y="3629025"/>
          <p14:tracePt t="78389" x="8561388" y="3629025"/>
          <p14:tracePt t="78397" x="8486775" y="3679825"/>
          <p14:tracePt t="78405" x="8461375" y="3679825"/>
          <p14:tracePt t="78413" x="8348663" y="3679825"/>
          <p14:tracePt t="78421" x="8335963" y="3679825"/>
          <p14:tracePt t="78429" x="8235950" y="3692525"/>
          <p14:tracePt t="78437" x="8110538" y="3716338"/>
          <p14:tracePt t="78445" x="8023225" y="3729038"/>
          <p14:tracePt t="78453" x="7948613" y="3729038"/>
          <p14:tracePt t="78461" x="7874000" y="3729038"/>
          <p14:tracePt t="78470" x="7773988" y="3729038"/>
          <p14:tracePt t="78477" x="7661275" y="3729038"/>
          <p14:tracePt t="78487" x="7523163" y="3729038"/>
          <p14:tracePt t="78493" x="7372350" y="3729038"/>
          <p14:tracePt t="78503" x="7272338" y="3729038"/>
          <p14:tracePt t="78509" x="7159625" y="3729038"/>
          <p14:tracePt t="78519" x="7072313" y="3729038"/>
          <p14:tracePt t="78525" x="6972300" y="3729038"/>
          <p14:tracePt t="78535" x="6884988" y="3703638"/>
          <p14:tracePt t="78541" x="6821488" y="3679825"/>
          <p14:tracePt t="78550" x="6772275" y="3641725"/>
          <p14:tracePt t="78557" x="6746875" y="3629025"/>
          <p14:tracePt t="78573" x="6734175" y="3616325"/>
          <p14:tracePt t="78677" x="6721475" y="3616325"/>
          <p14:tracePt t="78686" x="6708775" y="3616325"/>
          <p14:tracePt t="78717" x="6696075" y="3603625"/>
          <p14:tracePt t="78749" x="6684963" y="3603625"/>
          <p14:tracePt t="78757" x="6659563" y="3603625"/>
          <p14:tracePt t="78766" x="6621463" y="3603625"/>
          <p14:tracePt t="78773" x="6572250" y="3603625"/>
          <p14:tracePt t="78781" x="6546850" y="3603625"/>
          <p14:tracePt t="78789" x="6483350" y="3603625"/>
          <p14:tracePt t="78797" x="6446838" y="3603625"/>
          <p14:tracePt t="78805" x="6421438" y="3603625"/>
          <p14:tracePt t="78821" x="6408738" y="3603625"/>
          <p14:tracePt t="78837" x="6408738" y="3590925"/>
          <p14:tracePt t="78845" x="6408738" y="3541713"/>
          <p14:tracePt t="78854" x="6483350" y="3490913"/>
          <p14:tracePt t="78861" x="6534150" y="3490913"/>
          <p14:tracePt t="78942" x="6534150" y="3467100"/>
          <p14:tracePt t="78951" x="6584950" y="3467100"/>
          <p14:tracePt t="78959" x="6708775" y="3479800"/>
          <p14:tracePt t="78965" x="6784975" y="3516313"/>
          <p14:tracePt t="78973" x="6808788" y="3541713"/>
          <p14:tracePt t="79013" x="6834188" y="3554413"/>
          <p14:tracePt t="79037" x="6834188" y="3567113"/>
          <p14:tracePt t="79045" x="6821488" y="3579813"/>
          <p14:tracePt t="79053" x="6746875" y="3579813"/>
          <p14:tracePt t="79061" x="6646863" y="3579813"/>
          <p14:tracePt t="79069" x="6559550" y="3579813"/>
          <p14:tracePt t="79077" x="6434138" y="3579813"/>
          <p14:tracePt t="79086" x="6259513" y="3579813"/>
          <p14:tracePt t="79093" x="6034088" y="3579813"/>
          <p14:tracePt t="79102" x="5732463" y="3579813"/>
          <p14:tracePt t="79109" x="5357813" y="3579813"/>
          <p14:tracePt t="79118" x="4832350" y="3541713"/>
          <p14:tracePt t="79125" x="4543425" y="3490913"/>
          <p14:tracePt t="79135" x="4381500" y="3454400"/>
          <p14:tracePt t="79141" x="4056063" y="3429000"/>
          <p14:tracePt t="79152" x="3579813" y="3429000"/>
          <p14:tracePt t="79157" x="3267075" y="3416300"/>
          <p14:tracePt t="79168" x="3103563" y="3367088"/>
          <p14:tracePt t="79173" x="2979738" y="3341688"/>
          <p14:tracePt t="79181" x="2879725" y="3341688"/>
          <p14:tracePt t="79189" x="2767013" y="3328988"/>
          <p14:tracePt t="79197" x="2667000" y="3328988"/>
          <p14:tracePt t="79205" x="2616200" y="3328988"/>
          <p14:tracePt t="79213" x="2603500" y="3328988"/>
          <p14:tracePt t="79221" x="2590800" y="3328988"/>
          <p14:tracePt t="79373" x="2578100" y="3316288"/>
          <p14:tracePt t="79381" x="2578100" y="3290888"/>
          <p14:tracePt t="79389" x="2603500" y="3241675"/>
          <p14:tracePt t="79397" x="2616200" y="3203575"/>
          <p14:tracePt t="79405" x="2628900" y="3165475"/>
          <p14:tracePt t="79413" x="2641600" y="3116263"/>
          <p14:tracePt t="79421" x="2641600" y="3090863"/>
          <p14:tracePt t="79429" x="2641600" y="3065463"/>
          <p14:tracePt t="79437" x="2654300" y="3041650"/>
          <p14:tracePt t="79445" x="2654300" y="3028950"/>
          <p14:tracePt t="79453" x="2654300" y="3016250"/>
          <p14:tracePt t="79461" x="2654300" y="2990850"/>
          <p14:tracePt t="79469" x="2667000" y="2965450"/>
          <p14:tracePt t="79477" x="2678113" y="2941638"/>
          <p14:tracePt t="79485" x="2690813" y="2903538"/>
          <p14:tracePt t="79493" x="2690813" y="2865438"/>
          <p14:tracePt t="79502" x="2716213" y="2803525"/>
          <p14:tracePt t="79509" x="2728913" y="2790825"/>
          <p14:tracePt t="79518" x="2728913" y="2752725"/>
          <p14:tracePt t="79525" x="2741613" y="2728913"/>
          <p14:tracePt t="79535" x="2741613" y="2703513"/>
          <p14:tracePt t="79552" x="2741613" y="2678113"/>
          <p14:tracePt t="79557" x="2741613" y="2665413"/>
          <p14:tracePt t="79567" x="2754313" y="2652713"/>
          <p14:tracePt t="79589" x="2767013" y="2640013"/>
          <p14:tracePt t="79605" x="2767013" y="2627313"/>
          <p14:tracePt t="79645" x="2767013" y="2616200"/>
          <p14:tracePt t="79653" x="2778125" y="2590800"/>
          <p14:tracePt t="79685" x="2778125" y="2578100"/>
          <p14:tracePt t="79693" x="2778125" y="2565400"/>
          <p14:tracePt t="79701" x="2790825" y="2552700"/>
          <p14:tracePt t="79741" x="2803525" y="2552700"/>
          <p14:tracePt t="80349" x="2867025" y="2578100"/>
          <p14:tracePt t="80357" x="3028950" y="2678113"/>
          <p14:tracePt t="80366" x="3103563" y="2740025"/>
          <p14:tracePt t="80373" x="3241675" y="2816225"/>
          <p14:tracePt t="80383" x="3292475" y="2890838"/>
          <p14:tracePt t="80389" x="3317875" y="2928938"/>
          <p14:tracePt t="80400" x="3441700" y="3003550"/>
          <p14:tracePt t="80405" x="3530600" y="3028950"/>
          <p14:tracePt t="80413" x="3592513" y="3041650"/>
          <p14:tracePt t="80421" x="3643313" y="3078163"/>
          <p14:tracePt t="80429" x="3705225" y="3090863"/>
          <p14:tracePt t="80437" x="3743325" y="3116263"/>
          <p14:tracePt t="80445" x="3779838" y="3141663"/>
          <p14:tracePt t="80453" x="3830638" y="3141663"/>
          <p14:tracePt t="80461" x="3843338" y="3165475"/>
          <p14:tracePt t="80469" x="3867150" y="3165475"/>
          <p14:tracePt t="80477" x="3892550" y="3178175"/>
          <p14:tracePt t="80485" x="3917950" y="3178175"/>
          <p14:tracePt t="80493" x="3943350" y="3190875"/>
          <p14:tracePt t="80501" x="3979863" y="3190875"/>
          <p14:tracePt t="80517" x="3979863" y="3203575"/>
          <p14:tracePt t="80525" x="4017963" y="3203575"/>
          <p14:tracePt t="80534" x="4092575" y="3141663"/>
          <p14:tracePt t="80541" x="4243388" y="3003550"/>
          <p14:tracePt t="80551" x="4368800" y="2878138"/>
          <p14:tracePt t="80557" x="4456113" y="2790825"/>
          <p14:tracePt t="80566" x="4456113" y="2752725"/>
          <p14:tracePt t="80573" x="4518025" y="2652713"/>
          <p14:tracePt t="80582" x="4594225" y="2540000"/>
          <p14:tracePt t="80589" x="4630738" y="2439988"/>
          <p14:tracePt t="80598" x="4656138" y="2352675"/>
          <p14:tracePt t="80605" x="4706938" y="2239963"/>
          <p14:tracePt t="80613" x="4743450" y="2178050"/>
          <p14:tracePt t="80621" x="4756150" y="2052638"/>
          <p14:tracePt t="80629" x="4768850" y="2001838"/>
          <p14:tracePt t="80637" x="4781550" y="1927225"/>
          <p14:tracePt t="80645" x="4781550" y="1876425"/>
          <p14:tracePt t="80653" x="4781550" y="1827213"/>
          <p14:tracePt t="80661" x="4781550" y="1776413"/>
          <p14:tracePt t="80669" x="4781550" y="1752600"/>
          <p14:tracePt t="80677" x="4781550" y="1727200"/>
          <p14:tracePt t="80685" x="4781550" y="1689100"/>
          <p14:tracePt t="80701" x="4781550" y="1663700"/>
          <p14:tracePt t="80709" x="4781550" y="1652588"/>
          <p14:tracePt t="80717" x="4781550" y="1614488"/>
          <p14:tracePt t="80725" x="4781550" y="1589088"/>
          <p14:tracePt t="80734" x="4781550" y="1576388"/>
          <p14:tracePt t="80741" x="4806950" y="1527175"/>
          <p14:tracePt t="80750" x="4819650" y="1501775"/>
          <p14:tracePt t="80757" x="4832350" y="1463675"/>
          <p14:tracePt t="80767" x="4843463" y="1427163"/>
          <p14:tracePt t="80773" x="4843463" y="1414463"/>
          <p14:tracePt t="80782" x="4843463" y="1401763"/>
          <p14:tracePt t="80789" x="4868863" y="1376363"/>
          <p14:tracePt t="80805" x="4868863" y="1350963"/>
          <p14:tracePt t="80813" x="4894263" y="1327150"/>
          <p14:tracePt t="80869" x="4906963" y="1314450"/>
          <p14:tracePt t="81309" x="4906963" y="1339850"/>
          <p14:tracePt t="81317" x="4945063" y="1476375"/>
          <p14:tracePt t="81325" x="4968875" y="1601788"/>
          <p14:tracePt t="81335" x="5032375" y="1876425"/>
          <p14:tracePt t="81342" x="5119688" y="2214563"/>
          <p14:tracePt t="81351" x="5181600" y="2665413"/>
          <p14:tracePt t="81359" x="5281613" y="3016250"/>
          <p14:tracePt t="81369" x="5332413" y="3241675"/>
          <p14:tracePt t="81373" x="5394325" y="3479800"/>
          <p14:tracePt t="81383" x="5419725" y="3616325"/>
          <p14:tracePt t="81389" x="5445125" y="3767138"/>
          <p14:tracePt t="81397" x="5445125" y="3905250"/>
          <p14:tracePt t="81405" x="5445125" y="3941763"/>
          <p14:tracePt t="81415" x="5445125" y="3992563"/>
          <p14:tracePt t="81429" x="5445125" y="4017963"/>
          <p14:tracePt t="81437" x="5432425" y="4017963"/>
          <p14:tracePt t="81453" x="5407025" y="4017963"/>
          <p14:tracePt t="81461" x="5394325" y="4017963"/>
          <p14:tracePt t="81469" x="5319713" y="4017963"/>
          <p14:tracePt t="81477" x="5270500" y="4005263"/>
          <p14:tracePt t="81485" x="5219700" y="3979863"/>
          <p14:tracePt t="81493" x="5157788" y="3979863"/>
          <p14:tracePt t="81501" x="5106988" y="3979863"/>
          <p14:tracePt t="81509" x="5032375" y="3954463"/>
          <p14:tracePt t="81517" x="4894263" y="3954463"/>
          <p14:tracePt t="81525" x="4843463" y="3954463"/>
          <p14:tracePt t="81533" x="4743450" y="3954463"/>
          <p14:tracePt t="81541" x="4694238" y="3979863"/>
          <p14:tracePt t="81550" x="4619625" y="3992563"/>
          <p14:tracePt t="81557" x="4594225" y="3992563"/>
          <p14:tracePt t="81567" x="4568825" y="3992563"/>
          <p14:tracePt t="81573" x="4543425" y="4005263"/>
          <p14:tracePt t="81582" x="4530725" y="4005263"/>
          <p14:tracePt t="81589" x="4506913" y="4017963"/>
          <p14:tracePt t="81647" x="4494213" y="4017963"/>
          <p14:tracePt t="81662" x="4481513" y="4017963"/>
          <p14:tracePt t="81669" x="4481513" y="4005263"/>
          <p14:tracePt t="81677" x="4481513" y="3979863"/>
          <p14:tracePt t="81685" x="4481513" y="3941763"/>
          <p14:tracePt t="81693" x="4481513" y="3905250"/>
          <p14:tracePt t="81701" x="4481513" y="3854450"/>
          <p14:tracePt t="81709" x="4481513" y="3803650"/>
          <p14:tracePt t="81717" x="4481513" y="3741738"/>
          <p14:tracePt t="81725" x="4518025" y="3667125"/>
          <p14:tracePt t="81733" x="4568825" y="3616325"/>
          <p14:tracePt t="81741" x="4581525" y="3579813"/>
          <p14:tracePt t="81750" x="4619625" y="3541713"/>
          <p14:tracePt t="81757" x="4668838" y="3479800"/>
          <p14:tracePt t="81767" x="4694238" y="3454400"/>
          <p14:tracePt t="81773" x="4756150" y="3416300"/>
          <p14:tracePt t="81782" x="4768850" y="3403600"/>
          <p14:tracePt t="81789" x="4794250" y="3378200"/>
          <p14:tracePt t="81799" x="4806950" y="3367088"/>
          <p14:tracePt t="81805" x="4832350" y="3341688"/>
          <p14:tracePt t="81815" x="4868863" y="3316288"/>
          <p14:tracePt t="81821" x="4894263" y="3303588"/>
          <p14:tracePt t="81831" x="4919663" y="3290888"/>
          <p14:tracePt t="81837" x="4945063" y="3267075"/>
          <p14:tracePt t="81845" x="5019675" y="3254375"/>
          <p14:tracePt t="81853" x="5057775" y="3254375"/>
          <p14:tracePt t="81861" x="5094288" y="3241675"/>
          <p14:tracePt t="81882" x="5157788" y="3216275"/>
          <p14:tracePt t="81885" x="5170488" y="3216275"/>
          <p14:tracePt t="81893" x="5207000" y="3203575"/>
          <p14:tracePt t="81901" x="5281613" y="3165475"/>
          <p14:tracePt t="81909" x="5319713" y="3154363"/>
          <p14:tracePt t="81925" x="5383213" y="3141663"/>
          <p14:tracePt t="81933" x="5432425" y="3141663"/>
          <p14:tracePt t="81941" x="5483225" y="3141663"/>
          <p14:tracePt t="81950" x="5570538" y="3141663"/>
          <p14:tracePt t="81957" x="5619750" y="3141663"/>
          <p14:tracePt t="81966" x="5632450" y="3141663"/>
          <p14:tracePt t="81982" x="5645150" y="3141663"/>
          <p14:tracePt t="81989" x="5670550" y="3141663"/>
          <p14:tracePt t="81998" x="5695950" y="3141663"/>
          <p14:tracePt t="82005" x="5708650" y="3141663"/>
          <p14:tracePt t="82015" x="5719763" y="3141663"/>
          <p14:tracePt t="82037" x="5732463" y="3141663"/>
          <p14:tracePt t="82046" x="5745163" y="3141663"/>
          <p14:tracePt t="82069" x="5770563" y="3141663"/>
          <p14:tracePt t="82085" x="5783263" y="3141663"/>
          <p14:tracePt t="82093" x="5795963" y="3141663"/>
          <p14:tracePt t="82157" x="5808663" y="3141663"/>
          <p14:tracePt t="82221" x="5821363" y="3141663"/>
          <p14:tracePt t="82485" x="5832475" y="3165475"/>
          <p14:tracePt t="82493" x="5870575" y="3303588"/>
          <p14:tracePt t="82501" x="5870575" y="3354388"/>
          <p14:tracePt t="82509" x="5883275" y="3467100"/>
          <p14:tracePt t="82517" x="5883275" y="3603625"/>
          <p14:tracePt t="82525" x="5883275" y="3716338"/>
          <p14:tracePt t="82533" x="5883275" y="3854450"/>
          <p14:tracePt t="82541" x="5883275" y="3967163"/>
          <p14:tracePt t="82549" x="5883275" y="4105275"/>
          <p14:tracePt t="82557" x="5883275" y="4254500"/>
          <p14:tracePt t="82565" x="5883275" y="4392613"/>
          <p14:tracePt t="82573" x="5883275" y="4530725"/>
          <p14:tracePt t="82582" x="5883275" y="4667250"/>
          <p14:tracePt t="82589" x="5883275" y="4768850"/>
          <p14:tracePt t="82598" x="5870575" y="4856163"/>
          <p14:tracePt t="82605" x="5821363" y="4981575"/>
          <p14:tracePt t="82614" x="5783263" y="5068888"/>
          <p14:tracePt t="82621" x="5719763" y="5181600"/>
          <p14:tracePt t="82631" x="5657850" y="5294313"/>
          <p14:tracePt t="82637" x="5607050" y="5394325"/>
          <p14:tracePt t="82646" x="5545138" y="5507038"/>
          <p14:tracePt t="82653" x="5470525" y="5607050"/>
          <p14:tracePt t="82661" x="5407025" y="5694363"/>
          <p14:tracePt t="82669" x="5357813" y="5781675"/>
          <p14:tracePt t="82677" x="5294313" y="5868988"/>
          <p14:tracePt t="82685" x="5270500" y="5907088"/>
          <p14:tracePt t="82693" x="5219700" y="5945188"/>
          <p14:tracePt t="82701" x="5145088" y="6007100"/>
          <p14:tracePt t="82709" x="5132388" y="6007100"/>
          <p14:tracePt t="82717" x="5081588" y="6032500"/>
          <p14:tracePt t="82725" x="5019675" y="6081713"/>
          <p14:tracePt t="82733" x="5006975" y="6132513"/>
          <p14:tracePt t="82741" x="4919663" y="6157913"/>
          <p14:tracePt t="82749" x="4868863" y="6207125"/>
          <p14:tracePt t="82757" x="4756150" y="6269038"/>
          <p14:tracePt t="82766" x="4694238" y="6281738"/>
          <p14:tracePt t="82773" x="4656138" y="6307138"/>
          <p14:tracePt t="82782" x="4581525" y="6319838"/>
          <p14:tracePt t="82789" x="4543425" y="6319838"/>
          <p14:tracePt t="82837" x="4530725" y="6319838"/>
          <p14:tracePt t="82885" x="4518025" y="6319838"/>
          <p14:tracePt t="82893" x="4494213" y="6269038"/>
          <p14:tracePt t="82901" x="4494213" y="6219825"/>
          <p14:tracePt t="82909" x="4494213" y="6169025"/>
          <p14:tracePt t="82917" x="4494213" y="6119813"/>
          <p14:tracePt t="82925" x="4494213" y="6056313"/>
          <p14:tracePt t="82933" x="4494213" y="6007100"/>
          <p14:tracePt t="82941" x="4530725" y="5932488"/>
          <p14:tracePt t="82949" x="4543425" y="5932488"/>
          <p14:tracePt t="82957" x="4543425" y="5894388"/>
          <p14:tracePt t="82965" x="4568825" y="5843588"/>
          <p14:tracePt t="82973" x="4568825" y="5832475"/>
          <p14:tracePt t="82981" x="4581525" y="5794375"/>
          <p14:tracePt t="82989" x="4594225" y="5794375"/>
          <p14:tracePt t="82998" x="4594225" y="5781675"/>
          <p14:tracePt t="83005" x="4594225" y="5768975"/>
          <p14:tracePt t="83541" x="4594225" y="5756275"/>
          <p14:tracePt t="83581" x="4594225" y="5743575"/>
          <p14:tracePt t="83589" x="4594225" y="5732463"/>
          <p14:tracePt t="83598" x="4594225" y="5719763"/>
          <p14:tracePt t="83941" x="4581525" y="5707063"/>
          <p14:tracePt t="83949" x="4581525" y="5694363"/>
          <p14:tracePt t="88101" x="4581525" y="5681663"/>
          <p14:tracePt t="90173" x="4581525" y="5668963"/>
          <p14:tracePt t="90181" x="4581525" y="5643563"/>
          <p14:tracePt t="90277" x="4581525" y="5630863"/>
          <p14:tracePt t="90317" x="4581525" y="5619750"/>
          <p14:tracePt t="90333" x="4594225" y="5619750"/>
          <p14:tracePt t="90350" x="4594225" y="5607050"/>
          <p14:tracePt t="90454" x="4606925" y="5581650"/>
          <p14:tracePt t="90485" x="4606925" y="5568950"/>
          <p14:tracePt t="90725" x="4606925" y="5581650"/>
          <p14:tracePt t="90733" x="4606925" y="5668963"/>
          <p14:tracePt t="90741" x="4594225" y="5719763"/>
          <p14:tracePt t="90750" x="4556125" y="5819775"/>
          <p14:tracePt t="90759" x="4556125" y="5868988"/>
          <p14:tracePt t="90766" x="4530725" y="5932488"/>
          <p14:tracePt t="90775" x="4530725" y="5994400"/>
          <p14:tracePt t="90781" x="4530725" y="6032500"/>
          <p14:tracePt t="90791" x="4530725" y="6069013"/>
          <p14:tracePt t="90797" x="4530725" y="6081713"/>
          <p14:tracePt t="90807" x="4530725" y="6094413"/>
          <p14:tracePt t="90813" x="4530725" y="6119813"/>
          <p14:tracePt t="90822" x="4556125" y="6132513"/>
          <p14:tracePt t="90829" x="4581525" y="6157913"/>
          <p14:tracePt t="90838" x="4606925" y="6169025"/>
          <p14:tracePt t="90845" x="4668838" y="6181725"/>
          <p14:tracePt t="90853" x="4743450" y="6181725"/>
          <p14:tracePt t="90872" x="4906963" y="6181725"/>
          <p14:tracePt t="90877" x="4956175" y="6181725"/>
          <p14:tracePt t="90885" x="5019675" y="6219825"/>
          <p14:tracePt t="90893" x="5068888" y="6219825"/>
          <p14:tracePt t="90901" x="5106988" y="6232525"/>
          <p14:tracePt t="90909" x="5119688" y="6232525"/>
          <p14:tracePt t="90917" x="5170488" y="6257925"/>
          <p14:tracePt t="90925" x="5232400" y="6245225"/>
          <p14:tracePt t="90933" x="5332413" y="6207125"/>
          <p14:tracePt t="90941" x="5457825" y="6181725"/>
          <p14:tracePt t="90949" x="5457825" y="6169025"/>
          <p14:tracePt t="90957" x="5470525" y="6169025"/>
          <p14:tracePt t="90973" x="5519738" y="6145213"/>
          <p14:tracePt t="90981" x="5570538" y="6094413"/>
          <p14:tracePt t="90989" x="5583238" y="6081713"/>
          <p14:tracePt t="90997" x="5619750" y="6045200"/>
          <p14:tracePt t="91006" x="5632450" y="6032500"/>
          <p14:tracePt t="91013" x="5657850" y="6007100"/>
          <p14:tracePt t="91029" x="5657850" y="5994400"/>
          <p14:tracePt t="91045" x="5657850" y="5969000"/>
          <p14:tracePt t="91070" x="5657850" y="5956300"/>
          <p14:tracePt t="91101" x="5657850" y="5945188"/>
          <p14:tracePt t="91117" x="5619750" y="5932488"/>
          <p14:tracePt t="91125" x="5583238" y="5907088"/>
          <p14:tracePt t="91133" x="5570538" y="5907088"/>
          <p14:tracePt t="91141" x="5557838" y="5894388"/>
          <p14:tracePt t="91149" x="5507038" y="5894388"/>
          <p14:tracePt t="91157" x="5370513" y="5894388"/>
          <p14:tracePt t="91165" x="5257800" y="5894388"/>
          <p14:tracePt t="91174" x="5181600" y="5919788"/>
          <p14:tracePt t="91181" x="5157788" y="5945188"/>
          <p14:tracePt t="91190" x="5019675" y="6007100"/>
          <p14:tracePt t="91197" x="4945063" y="6069013"/>
          <p14:tracePt t="91206" x="4806950" y="6132513"/>
          <p14:tracePt t="91213" x="4681538" y="6207125"/>
          <p14:tracePt t="91222" x="4606925" y="6245225"/>
          <p14:tracePt t="91229" x="4543425" y="6307138"/>
          <p14:tracePt t="91239" x="4443413" y="6345238"/>
          <p14:tracePt t="91245" x="4330700" y="6394450"/>
          <p14:tracePt t="91255" x="4243388" y="6432550"/>
          <p14:tracePt t="91261" x="4230688" y="6457950"/>
          <p14:tracePt t="91272" x="4205288" y="6457950"/>
          <p14:tracePt t="91277" x="4156075" y="6494463"/>
          <p14:tracePt t="91285" x="4068763" y="6519863"/>
          <p14:tracePt t="91293" x="4005263" y="6545263"/>
          <p14:tracePt t="91301" x="3968750" y="6545263"/>
          <p14:tracePt t="91309" x="3892550" y="6557963"/>
          <p14:tracePt t="91317" x="3830638" y="6557963"/>
          <p14:tracePt t="91325" x="3743325" y="6557963"/>
          <p14:tracePt t="91333" x="3643313" y="6557963"/>
          <p14:tracePt t="91341" x="3554413" y="6557963"/>
          <p14:tracePt t="91349" x="3454400" y="6557963"/>
          <p14:tracePt t="91357" x="3429000" y="6557963"/>
          <p14:tracePt t="91365" x="3405188" y="6557963"/>
          <p14:tracePt t="91373" x="3367088" y="6557963"/>
          <p14:tracePt t="91381" x="3354388" y="6557963"/>
          <p14:tracePt t="91389" x="3328988" y="6545263"/>
          <p14:tracePt t="91413" x="3317875" y="6545263"/>
          <p14:tracePt t="91429" x="3317875" y="6519863"/>
          <p14:tracePt t="91445" x="3317875" y="6483350"/>
          <p14:tracePt t="91456" x="3317875" y="6470650"/>
          <p14:tracePt t="91461" x="3317875" y="6445250"/>
          <p14:tracePt t="91472" x="3305175" y="6407150"/>
          <p14:tracePt t="91477" x="3305175" y="6370638"/>
          <p14:tracePt t="91485" x="3305175" y="6319838"/>
          <p14:tracePt t="91493" x="3305175" y="6269038"/>
          <p14:tracePt t="91501" x="3317875" y="6181725"/>
          <p14:tracePt t="91509" x="3341688" y="6119813"/>
          <p14:tracePt t="91517" x="3341688" y="6094413"/>
          <p14:tracePt t="91525" x="3354388" y="6045200"/>
          <p14:tracePt t="91533" x="3367088" y="6019800"/>
          <p14:tracePt t="91541" x="3379788" y="5994400"/>
          <p14:tracePt t="91549" x="3379788" y="5981700"/>
          <p14:tracePt t="91557" x="3379788" y="5969000"/>
          <p14:tracePt t="91565" x="3392488" y="5956300"/>
          <p14:tracePt t="91581" x="3405188" y="5919788"/>
          <p14:tracePt t="91613" x="3417888" y="5907088"/>
          <p14:tracePt t="91622" x="3429000" y="5881688"/>
          <p14:tracePt t="91757" x="3429000" y="5868988"/>
          <p14:tracePt t="91765" x="3441700" y="5868988"/>
          <p14:tracePt t="91781" x="3454400" y="5868988"/>
          <p14:tracePt t="91790" x="3479800" y="5868988"/>
          <p14:tracePt t="91797" x="3492500" y="5868988"/>
          <p14:tracePt t="91806" x="3505200" y="5868988"/>
          <p14:tracePt t="91813" x="3530600" y="5868988"/>
          <p14:tracePt t="91822" x="3554413" y="5868988"/>
          <p14:tracePt t="91829" x="3567113" y="5868988"/>
          <p14:tracePt t="91838" x="3592513" y="5881688"/>
          <p14:tracePt t="91845" x="3630613" y="5881688"/>
          <p14:tracePt t="91855" x="3679825" y="5894388"/>
          <p14:tracePt t="91861" x="3717925" y="5894388"/>
          <p14:tracePt t="91872" x="3767138" y="5894388"/>
          <p14:tracePt t="91877" x="3779838" y="5894388"/>
          <p14:tracePt t="91888" x="3817938" y="5894388"/>
          <p14:tracePt t="91893" x="3843338" y="5894388"/>
          <p14:tracePt t="91901" x="3867150" y="5894388"/>
          <p14:tracePt t="91917" x="3879850" y="5894388"/>
          <p14:tracePt t="91925" x="3892550" y="5894388"/>
          <p14:tracePt t="91933" x="3905250" y="5894388"/>
          <p14:tracePt t="91941" x="3930650" y="5894388"/>
          <p14:tracePt t="91949" x="3943350" y="5894388"/>
          <p14:tracePt t="91957" x="3979863" y="5894388"/>
          <p14:tracePt t="91965" x="3992563" y="5894388"/>
          <p14:tracePt t="91973" x="4017963" y="5894388"/>
          <p14:tracePt t="91989" x="4081463" y="5881688"/>
          <p14:tracePt t="91997" x="4092575" y="5881688"/>
          <p14:tracePt t="92006" x="4117975" y="5868988"/>
          <p14:tracePt t="92013" x="4130675" y="5856288"/>
          <p14:tracePt t="92022" x="4168775" y="5856288"/>
          <p14:tracePt t="92029" x="4192588" y="5843588"/>
          <p14:tracePt t="92061" x="4192588" y="5832475"/>
          <p14:tracePt t="92077" x="4205288" y="5832475"/>
          <p14:tracePt t="92117" x="4217988" y="5832475"/>
          <p14:tracePt t="92133" x="4230688" y="5832475"/>
          <p14:tracePt t="92141" x="4243388" y="5832475"/>
          <p14:tracePt t="92157" x="4256088" y="5832475"/>
          <p14:tracePt t="92165" x="4281488" y="5832475"/>
          <p14:tracePt t="92173" x="4305300" y="5843588"/>
          <p14:tracePt t="92181" x="4305300" y="5856288"/>
          <p14:tracePt t="92189" x="4330700" y="5881688"/>
          <p14:tracePt t="92197" x="4330700" y="5907088"/>
          <p14:tracePt t="92206" x="4330700" y="5919788"/>
          <p14:tracePt t="92213" x="4330700" y="5945188"/>
          <p14:tracePt t="92222" x="4330700" y="5956300"/>
          <p14:tracePt t="92229" x="4330700" y="5994400"/>
          <p14:tracePt t="92245" x="4330700" y="6019800"/>
          <p14:tracePt t="92255" x="4294188" y="6056313"/>
          <p14:tracePt t="92261" x="4268788" y="6056313"/>
          <p14:tracePt t="92271" x="4168775" y="6069013"/>
          <p14:tracePt t="92277" x="4156075" y="6094413"/>
          <p14:tracePt t="92288" x="4105275" y="6107113"/>
          <p14:tracePt t="92293" x="4017963" y="6107113"/>
          <p14:tracePt t="92302" x="3992563" y="6107113"/>
          <p14:tracePt t="92309" x="3917950" y="6107113"/>
          <p14:tracePt t="92317" x="3892550" y="6107113"/>
          <p14:tracePt t="92325" x="3879850" y="6094413"/>
          <p14:tracePt t="92333" x="3867150" y="6094413"/>
          <p14:tracePt t="92341" x="3805238" y="6069013"/>
          <p14:tracePt t="92349" x="3779838" y="6032500"/>
          <p14:tracePt t="92357" x="3730625" y="6007100"/>
          <p14:tracePt t="92365" x="3705225" y="5994400"/>
          <p14:tracePt t="92373" x="3679825" y="5969000"/>
          <p14:tracePt t="92381" x="3667125" y="5969000"/>
          <p14:tracePt t="92389" x="3654425" y="5956300"/>
          <p14:tracePt t="92406" x="3643313" y="5945188"/>
          <p14:tracePt t="92413" x="3643313" y="5932488"/>
          <p14:tracePt t="92421" x="3643313" y="5919788"/>
          <p14:tracePt t="92438" x="3643313" y="5907088"/>
          <p14:tracePt t="92445" x="3643313" y="5881688"/>
          <p14:tracePt t="92454" x="3643313" y="5868988"/>
          <p14:tracePt t="92461" x="3643313" y="5843588"/>
          <p14:tracePt t="92471" x="3643313" y="5832475"/>
          <p14:tracePt t="92477" x="3643313" y="5794375"/>
          <p14:tracePt t="92488" x="3643313" y="5756275"/>
          <p14:tracePt t="92493" x="3643313" y="5743575"/>
          <p14:tracePt t="92509" x="3643313" y="5719763"/>
          <p14:tracePt t="92517" x="3643313" y="5707063"/>
          <p14:tracePt t="92533" x="3654425" y="5681663"/>
          <p14:tracePt t="92549" x="3667125" y="5668963"/>
          <p14:tracePt t="92717" x="3654425" y="5643563"/>
          <p14:tracePt t="92733" x="3617913" y="5630863"/>
          <p14:tracePt t="92741" x="3592513" y="5630863"/>
          <p14:tracePt t="92749" x="3567113" y="5630863"/>
          <p14:tracePt t="92765" x="3554413" y="5630863"/>
          <p14:tracePt t="92781" x="3541713" y="5630863"/>
          <p14:tracePt t="92813" x="3530600" y="5630863"/>
          <p14:tracePt t="92821" x="3517900" y="5643563"/>
          <p14:tracePt t="92829" x="3505200" y="5681663"/>
          <p14:tracePt t="92838" x="3479800" y="5707063"/>
          <p14:tracePt t="92845" x="3467100" y="5732463"/>
          <p14:tracePt t="92855" x="3467100" y="5768975"/>
          <p14:tracePt t="92861" x="3441700" y="5807075"/>
          <p14:tracePt t="92871" x="3417888" y="5868988"/>
          <p14:tracePt t="92877" x="3405188" y="5907088"/>
          <p14:tracePt t="92887" x="3392488" y="5945188"/>
          <p14:tracePt t="92893" x="3392488" y="5969000"/>
          <p14:tracePt t="92904" x="3392488" y="6007100"/>
          <p14:tracePt t="92909" x="3392488" y="6032500"/>
          <p14:tracePt t="92919" x="3392488" y="6069013"/>
          <p14:tracePt t="92925" x="3392488" y="6107113"/>
          <p14:tracePt t="92933" x="3392488" y="6119813"/>
          <p14:tracePt t="92941" x="3392488" y="6157913"/>
          <p14:tracePt t="92949" x="3429000" y="6219825"/>
          <p14:tracePt t="92957" x="3505200" y="6269038"/>
          <p14:tracePt t="92965" x="3592513" y="6269038"/>
          <p14:tracePt t="92973" x="3756025" y="6269038"/>
          <p14:tracePt t="92981" x="3992563" y="6269038"/>
          <p14:tracePt t="92989" x="4268788" y="6169025"/>
          <p14:tracePt t="92997" x="4294188" y="6145213"/>
          <p14:tracePt t="93005" x="4294188" y="6132513"/>
          <p14:tracePt t="93254" x="4318000" y="6181725"/>
          <p14:tracePt t="93262" x="4330700" y="6232525"/>
          <p14:tracePt t="93270" x="4330700" y="6245225"/>
          <p14:tracePt t="93286" x="4356100" y="6232525"/>
          <p14:tracePt t="93317" x="4368800" y="6207125"/>
          <p14:tracePt t="93349" x="4381500" y="6207125"/>
          <p14:tracePt t="93357" x="4394200" y="6181725"/>
          <p14:tracePt t="93373" x="4418013" y="6169025"/>
          <p14:tracePt t="93381" x="4443413" y="6157913"/>
          <p14:tracePt t="93389" x="4468813" y="6145213"/>
          <p14:tracePt t="93397" x="4494213" y="6132513"/>
          <p14:tracePt t="93405" x="4506913" y="6132513"/>
          <p14:tracePt t="93437" x="4556125" y="6107113"/>
          <p14:tracePt t="93445" x="4581525" y="6094413"/>
          <p14:tracePt t="93454" x="4581525" y="6081713"/>
          <p14:tracePt t="93470" x="4594225" y="6081713"/>
          <p14:tracePt t="93477" x="4594225" y="6069013"/>
          <p14:tracePt t="93504" x="4594225" y="6056313"/>
          <p14:tracePt t="93509" x="4594225" y="6045200"/>
          <p14:tracePt t="93519" x="4594225" y="6032500"/>
          <p14:tracePt t="93534" x="4594225" y="6019800"/>
          <p14:tracePt t="93541" x="4568825" y="5981700"/>
          <p14:tracePt t="93549" x="4556125" y="5981700"/>
          <p14:tracePt t="93557" x="4506913" y="5969000"/>
          <p14:tracePt t="93565" x="4456113" y="5945188"/>
          <p14:tracePt t="93573" x="4418013" y="5932488"/>
          <p14:tracePt t="93581" x="4318000" y="5932488"/>
          <p14:tracePt t="93589" x="4256088" y="5932488"/>
          <p14:tracePt t="93597" x="4130675" y="5932488"/>
          <p14:tracePt t="93605" x="4030663" y="5919788"/>
          <p14:tracePt t="93613" x="3956050" y="5945188"/>
          <p14:tracePt t="93621" x="3930650" y="5956300"/>
          <p14:tracePt t="93629" x="3879850" y="5956300"/>
          <p14:tracePt t="93645" x="3843338" y="5981700"/>
          <p14:tracePt t="93861" x="3830638" y="5981700"/>
          <p14:tracePt t="93877" x="3817938" y="5969000"/>
          <p14:tracePt t="93894" x="3817938" y="5956300"/>
          <p14:tracePt t="93903" x="3805238" y="5956300"/>
          <p14:tracePt t="93918" x="3805238" y="5945188"/>
          <p14:tracePt t="93925" x="3805238" y="5932488"/>
          <p14:tracePt t="93933" x="3805238" y="5907088"/>
          <p14:tracePt t="93941" x="3792538" y="5907088"/>
          <p14:tracePt t="93949" x="3779838" y="5894388"/>
          <p14:tracePt t="93965" x="3756025" y="5868988"/>
          <p14:tracePt t="94013" x="3756025" y="5856288"/>
          <p14:tracePt t="94029" x="3756025" y="5843588"/>
          <p14:tracePt t="94045" x="3743325" y="5819775"/>
          <p14:tracePt t="94245" x="3743325" y="5807075"/>
          <p14:tracePt t="94253" x="3743325" y="5794375"/>
          <p14:tracePt t="94511" x="3743325" y="5781675"/>
          <p14:tracePt t="94518" x="3792538" y="5732463"/>
          <p14:tracePt t="94534" x="3805238" y="5694363"/>
          <p14:tracePt t="94541" x="3830638" y="5656263"/>
          <p14:tracePt t="94550" x="3843338" y="5630863"/>
          <p14:tracePt t="94557" x="3856038" y="5594350"/>
          <p14:tracePt t="94565" x="3879850" y="5543550"/>
          <p14:tracePt t="94573" x="3879850" y="5530850"/>
          <p14:tracePt t="94581" x="3892550" y="5507038"/>
          <p14:tracePt t="94589" x="3892550" y="5468938"/>
          <p14:tracePt t="94597" x="3892550" y="5443538"/>
          <p14:tracePt t="94605" x="3892550" y="5394325"/>
          <p14:tracePt t="94613" x="3905250" y="5356225"/>
          <p14:tracePt t="94621" x="3905250" y="5318125"/>
          <p14:tracePt t="94629" x="3905250" y="5281613"/>
          <p14:tracePt t="94637" x="3905250" y="5243513"/>
          <p14:tracePt t="94645" x="3905250" y="5230813"/>
          <p14:tracePt t="94653" x="3905250" y="5205413"/>
          <p14:tracePt t="94661" x="3905250" y="5194300"/>
          <p14:tracePt t="94791" x="3905250" y="5205413"/>
          <p14:tracePt t="94799" x="3905250" y="5230813"/>
          <p14:tracePt t="94807" x="3905250" y="5268913"/>
          <p14:tracePt t="94815" x="3905250" y="5305425"/>
          <p14:tracePt t="94823" x="3905250" y="5318125"/>
          <p14:tracePt t="94829" x="3905250" y="5356225"/>
          <p14:tracePt t="94837" x="3905250" y="5381625"/>
          <p14:tracePt t="94845" x="3905250" y="5407025"/>
          <p14:tracePt t="94854" x="3917950" y="5418138"/>
          <p14:tracePt t="94861" x="3930650" y="5430838"/>
          <p14:tracePt t="94869" x="3943350" y="5456238"/>
          <p14:tracePt t="94887" x="3943350" y="5468938"/>
          <p14:tracePt t="94893" x="3943350" y="5481638"/>
          <p14:tracePt t="94934" x="3956050" y="5481638"/>
          <p14:tracePt t="94941" x="3956050" y="5494338"/>
          <p14:tracePt t="96349" x="3968750" y="5507038"/>
          <p14:tracePt t="96382" x="3968750" y="5518150"/>
          <p14:tracePt t="96398" x="3979863" y="5518150"/>
          <p14:tracePt t="96429" x="3992563" y="5530850"/>
          <p14:tracePt t="96445" x="4005263" y="5530850"/>
          <p14:tracePt t="96461" x="4030663" y="5530850"/>
          <p14:tracePt t="96493" x="4043363" y="5530850"/>
          <p14:tracePt t="96501" x="4043363" y="5543550"/>
          <p14:tracePt t="97261" x="4068763" y="5556250"/>
          <p14:tracePt t="97269" x="4092575" y="5556250"/>
          <p14:tracePt t="97277" x="4117975" y="5556250"/>
          <p14:tracePt t="97293" x="4156075" y="5556250"/>
          <p14:tracePt t="97325" x="4168775" y="5556250"/>
          <p14:tracePt t="97357" x="4181475" y="5556250"/>
          <p14:tracePt t="97366" x="4192588" y="5556250"/>
          <p14:tracePt t="97383" x="4217988" y="5556250"/>
          <p14:tracePt t="97389" x="4243388" y="5556250"/>
          <p14:tracePt t="97398" x="4281488" y="5556250"/>
          <p14:tracePt t="97405" x="4330700" y="5556250"/>
          <p14:tracePt t="97415" x="4381500" y="5556250"/>
          <p14:tracePt t="97421" x="4394200" y="5556250"/>
          <p14:tracePt t="97429" x="4468813" y="5556250"/>
          <p14:tracePt t="97437" x="4556125" y="5556250"/>
          <p14:tracePt t="97445" x="4643438" y="5556250"/>
          <p14:tracePt t="97453" x="4681538" y="5556250"/>
          <p14:tracePt t="97461" x="4732338" y="5556250"/>
          <p14:tracePt t="97469" x="4819650" y="5568950"/>
          <p14:tracePt t="97477" x="4832350" y="5568950"/>
          <p14:tracePt t="97493" x="4868863" y="5568950"/>
          <p14:tracePt t="97501" x="4906963" y="5568950"/>
          <p14:tracePt t="97509" x="4919663" y="5568950"/>
          <p14:tracePt t="97517" x="4956175" y="5568950"/>
          <p14:tracePt t="97525" x="4968875" y="5568950"/>
          <p14:tracePt t="97534" x="4994275" y="5568950"/>
          <p14:tracePt t="97541" x="5006975" y="5568950"/>
          <p14:tracePt t="97550" x="5068888" y="5568950"/>
          <p14:tracePt t="97557" x="5106988" y="5568950"/>
          <p14:tracePt t="97566" x="5119688" y="5568950"/>
          <p14:tracePt t="97573" x="5132388" y="5568950"/>
          <p14:tracePt t="97598" x="5157788" y="5568950"/>
          <p14:tracePt t="97605" x="5170488" y="5568950"/>
          <p14:tracePt t="97621" x="5181600" y="5568950"/>
          <p14:tracePt t="97630" x="5207000" y="5568950"/>
          <p14:tracePt t="97653" x="5232400" y="5556250"/>
          <p14:tracePt t="97661" x="5245100" y="5556250"/>
          <p14:tracePt t="97669" x="5257800" y="5556250"/>
          <p14:tracePt t="97693" x="5270500" y="5556250"/>
          <p14:tracePt t="97701" x="5281613" y="5556250"/>
          <p14:tracePt t="97734" x="5307013" y="5556250"/>
          <p14:tracePt t="97741" x="5332413" y="5556250"/>
          <p14:tracePt t="97750" x="5345113" y="5568950"/>
          <p14:tracePt t="97766" x="5357813" y="5594350"/>
          <p14:tracePt t="97773" x="5357813" y="5607050"/>
          <p14:tracePt t="97783" x="5370513" y="5619750"/>
          <p14:tracePt t="97789" x="5383213" y="5630863"/>
          <p14:tracePt t="97805" x="5394325" y="5630863"/>
          <p14:tracePt t="97821" x="5394325" y="5643563"/>
          <p14:tracePt t="97853" x="5394325" y="5668963"/>
          <p14:tracePt t="97861" x="5394325" y="5681663"/>
          <p14:tracePt t="97869" x="5394325" y="5694363"/>
          <p14:tracePt t="97883" x="5394325" y="5719763"/>
          <p14:tracePt t="97885" x="5394325" y="5756275"/>
          <p14:tracePt t="97893" x="5394325" y="5768975"/>
          <p14:tracePt t="97901" x="5394325" y="5794375"/>
          <p14:tracePt t="97909" x="5394325" y="5807075"/>
          <p14:tracePt t="97917" x="5394325" y="5832475"/>
          <p14:tracePt t="97925" x="5394325" y="5843588"/>
          <p14:tracePt t="97933" x="5394325" y="5868988"/>
          <p14:tracePt t="97941" x="5394325" y="5881688"/>
          <p14:tracePt t="97949" x="5394325" y="5894388"/>
          <p14:tracePt t="97957" x="5394325" y="5919788"/>
          <p14:tracePt t="97966" x="5383213" y="5932488"/>
          <p14:tracePt t="97973" x="5383213" y="5956300"/>
          <p14:tracePt t="97982" x="5370513" y="5981700"/>
          <p14:tracePt t="97989" x="5357813" y="6032500"/>
          <p14:tracePt t="97998" x="5332413" y="6045200"/>
          <p14:tracePt t="98005" x="5332413" y="6056313"/>
          <p14:tracePt t="98015" x="5307013" y="6081713"/>
          <p14:tracePt t="98021" x="5307013" y="6107113"/>
          <p14:tracePt t="98032" x="5307013" y="6119813"/>
          <p14:tracePt t="98037" x="5281613" y="6169025"/>
          <p14:tracePt t="98046" x="5257800" y="6181725"/>
          <p14:tracePt t="98053" x="5207000" y="6207125"/>
          <p14:tracePt t="98061" x="5194300" y="6207125"/>
          <p14:tracePt t="98069" x="5145088" y="6232525"/>
          <p14:tracePt t="98077" x="5132388" y="6232525"/>
          <p14:tracePt t="98085" x="5045075" y="6281738"/>
          <p14:tracePt t="98093" x="4956175" y="6319838"/>
          <p14:tracePt t="98101" x="4881563" y="6332538"/>
          <p14:tracePt t="98109" x="4819650" y="6332538"/>
          <p14:tracePt t="98117" x="4794250" y="6332538"/>
          <p14:tracePt t="98125" x="4743450" y="6370638"/>
          <p14:tracePt t="98133" x="4706938" y="6370638"/>
          <p14:tracePt t="98141" x="4694238" y="6381750"/>
          <p14:tracePt t="98150" x="4656138" y="6381750"/>
          <p14:tracePt t="98157" x="4619625" y="6381750"/>
          <p14:tracePt t="98166" x="4606925" y="6381750"/>
          <p14:tracePt t="98182" x="4581525" y="6381750"/>
          <p14:tracePt t="98189" x="4568825" y="6381750"/>
          <p14:tracePt t="98205" x="4494213" y="6381750"/>
          <p14:tracePt t="98215" x="4468813" y="6381750"/>
          <p14:tracePt t="98221" x="4443413" y="6381750"/>
          <p14:tracePt t="98231" x="4430713" y="6381750"/>
          <p14:tracePt t="98237" x="4418013" y="6381750"/>
          <p14:tracePt t="98249" x="4394200" y="6381750"/>
          <p14:tracePt t="98261" x="4381500" y="6381750"/>
          <p14:tracePt t="98269" x="4356100" y="6381750"/>
          <p14:tracePt t="98277" x="4343400" y="6381750"/>
          <p14:tracePt t="98285" x="4330700" y="6381750"/>
          <p14:tracePt t="98293" x="4305300" y="6381750"/>
          <p14:tracePt t="98301" x="4294188" y="6370638"/>
          <p14:tracePt t="98309" x="4243388" y="6370638"/>
          <p14:tracePt t="98317" x="4217988" y="6357938"/>
          <p14:tracePt t="98333" x="4205288" y="6332538"/>
          <p14:tracePt t="98341" x="4192588" y="6332538"/>
          <p14:tracePt t="98349" x="4181475" y="6319838"/>
          <p14:tracePt t="98357" x="4168775" y="6319838"/>
          <p14:tracePt t="98365" x="4156075" y="6319838"/>
          <p14:tracePt t="98373" x="4143375" y="6319838"/>
          <p14:tracePt t="98382" x="4130675" y="6294438"/>
          <p14:tracePt t="98405" x="4117975" y="6281738"/>
          <p14:tracePt t="98415" x="4117975" y="6269038"/>
          <p14:tracePt t="98421" x="4117975" y="6257925"/>
          <p14:tracePt t="98430" x="4117975" y="6245225"/>
          <p14:tracePt t="98437" x="4117975" y="6219825"/>
          <p14:tracePt t="98446" x="4117975" y="6207125"/>
          <p14:tracePt t="98461" x="4117975" y="6181725"/>
          <p14:tracePt t="98469" x="4117975" y="6169025"/>
          <p14:tracePt t="98493" x="4117975" y="6157913"/>
          <p14:tracePt t="98509" x="4117975" y="6145213"/>
          <p14:tracePt t="98517" x="4117975" y="6132513"/>
          <p14:tracePt t="98549" x="4117975" y="6119813"/>
          <p14:tracePt t="98557" x="4117975" y="6107113"/>
          <p14:tracePt t="98565" x="4117975" y="6094413"/>
          <p14:tracePt t="98573" x="4130675" y="6094413"/>
          <p14:tracePt t="98589" x="4143375" y="6081713"/>
          <p14:tracePt t="98621" x="4156075" y="6081713"/>
          <p14:tracePt t="98638" x="4181475" y="6069013"/>
          <p14:tracePt t="98669" x="4192588" y="6056313"/>
          <p14:tracePt t="98678" x="4205288" y="6056313"/>
          <p14:tracePt t="98693" x="4217988" y="6056313"/>
          <p14:tracePt t="98725" x="4230688" y="6056313"/>
          <p14:tracePt t="98733" x="4243388" y="6056313"/>
          <p14:tracePt t="98749" x="4268788" y="6045200"/>
          <p14:tracePt t="98805" x="4281488" y="6045200"/>
          <p14:tracePt t="98821" x="4294188" y="6032500"/>
          <p14:tracePt t="98837" x="4305300" y="6032500"/>
          <p14:tracePt t="98846" x="4318000" y="6032500"/>
          <p14:tracePt t="98864" x="4330700" y="6019800"/>
          <p14:tracePt t="98869" x="4343400" y="6019800"/>
          <p14:tracePt t="98877" x="4368800" y="6019800"/>
          <p14:tracePt t="98885" x="4394200" y="6019800"/>
          <p14:tracePt t="98901" x="4418013" y="6019800"/>
          <p14:tracePt t="98909" x="4456113" y="6019800"/>
          <p14:tracePt t="98917" x="4481513" y="6019800"/>
          <p14:tracePt t="98925" x="4506913" y="6019800"/>
          <p14:tracePt t="98949" x="4530725" y="6019800"/>
          <p14:tracePt t="98957" x="4556125" y="6019800"/>
          <p14:tracePt t="98965" x="4568825" y="6019800"/>
          <p14:tracePt t="98973" x="4606925" y="6019800"/>
          <p14:tracePt t="98982" x="4619625" y="6019800"/>
          <p14:tracePt t="98989" x="4643438" y="6019800"/>
          <p14:tracePt t="98998" x="4668838" y="6019800"/>
          <p14:tracePt t="99005" x="4694238" y="6032500"/>
          <p14:tracePt t="99014" x="4706938" y="6032500"/>
          <p14:tracePt t="99053" x="4732338" y="6032500"/>
          <p14:tracePt t="99069" x="4743450" y="6032500"/>
          <p14:tracePt t="99125" x="4756150" y="6032500"/>
          <p14:tracePt t="99381" x="4768850" y="6032500"/>
          <p14:tracePt t="99653" x="4781550" y="6032500"/>
          <p14:tracePt t="99710" x="4806950" y="6032500"/>
          <p14:tracePt t="99725" x="4819650" y="6032500"/>
          <p14:tracePt t="99789" x="4832350" y="6032500"/>
          <p14:tracePt t="99830" x="4843463" y="6032500"/>
          <p14:tracePt t="99848" x="4856163" y="6032500"/>
          <p14:tracePt t="100021" x="4868863" y="6032500"/>
          <p14:tracePt t="100109" x="4881563" y="6019800"/>
          <p14:tracePt t="100622" x="4894263" y="6019800"/>
          <p14:tracePt t="100630" x="4906963" y="6007100"/>
          <p14:tracePt t="100677" x="4906963" y="5994400"/>
          <p14:tracePt t="100693" x="4919663" y="5994400"/>
          <p14:tracePt t="100741" x="4932363" y="5994400"/>
          <p14:tracePt t="100814" x="4945063" y="5994400"/>
          <p14:tracePt t="100869" x="4956175" y="5994400"/>
          <p14:tracePt t="100950" x="4968875" y="5994400"/>
          <p14:tracePt t="101821" x="4994275" y="6019800"/>
          <p14:tracePt t="101829" x="5032375" y="6045200"/>
          <p14:tracePt t="101846" x="5045075" y="6056313"/>
          <p14:tracePt t="101853" x="5057775" y="6069013"/>
          <p14:tracePt t="101863" x="5081588" y="6081713"/>
          <p14:tracePt t="101895" x="5081588" y="6094413"/>
          <p14:tracePt t="101901" x="5081588" y="6107113"/>
          <p14:tracePt t="101949" x="5094288" y="6119813"/>
          <p14:tracePt t="102645" x="5106988" y="6119813"/>
          <p14:tracePt t="103429" x="5119688" y="6119813"/>
          <p14:tracePt t="103438" x="5132388" y="6119813"/>
          <p14:tracePt t="103446" x="5157788" y="6132513"/>
          <p14:tracePt t="103454" x="5157788" y="6145213"/>
          <p14:tracePt t="103461" x="5157788" y="6157913"/>
          <p14:tracePt t="103469" x="5170488" y="6157913"/>
          <p14:tracePt t="103477" x="5170488" y="6169025"/>
          <p14:tracePt t="103485" x="5170488" y="6181725"/>
          <p14:tracePt t="103493" x="5170488" y="6194425"/>
          <p14:tracePt t="103606" x="5181600" y="6194425"/>
          <p14:tracePt t="103615" x="5194300" y="6207125"/>
          <p14:tracePt t="103622" x="5194300" y="6232525"/>
          <p14:tracePt t="103637" x="5207000" y="6257925"/>
          <p14:tracePt t="103645" x="5219700" y="6269038"/>
          <p14:tracePt t="103653" x="5232400" y="6281738"/>
          <p14:tracePt t="103662" x="5232400" y="6294438"/>
          <p14:tracePt t="103669" x="5232400" y="6307138"/>
          <p14:tracePt t="103677" x="5232400" y="6319838"/>
          <p14:tracePt t="103685" x="5232400" y="6345238"/>
          <p14:tracePt t="103701" x="5245100" y="6370638"/>
          <p14:tracePt t="103717" x="5245100" y="6407150"/>
          <p14:tracePt t="103726" x="5245100" y="6419850"/>
          <p14:tracePt t="103743" x="5245100" y="6432550"/>
          <p14:tracePt t="103759" x="5245100" y="6457950"/>
          <p14:tracePt t="103775" x="5232400" y="6483350"/>
          <p14:tracePt t="103781" x="5232400" y="6494463"/>
          <p14:tracePt t="103789" x="5232400" y="6507163"/>
          <p14:tracePt t="103797" x="5219700" y="6532563"/>
          <p14:tracePt t="103805" x="5194300" y="6570663"/>
          <p14:tracePt t="103813" x="5181600" y="6607175"/>
          <p14:tracePt t="103821" x="5170488" y="6657975"/>
          <p14:tracePt t="103829" x="5157788" y="6683375"/>
          <p14:tracePt t="103837" x="5145088" y="6696075"/>
          <p14:tracePt t="103845" x="5132388" y="6732588"/>
          <p14:tracePt t="103853" x="5106988" y="6757988"/>
          <p14:tracePt t="103875" x="5094288" y="6783388"/>
          <p14:tracePt t="103877" x="5081588" y="6783388"/>
          <p14:tracePt t="103885" x="5068888" y="6796088"/>
          <p14:tracePt t="103893" x="5057775" y="6807200"/>
          <p14:tracePt t="103909" x="5057775" y="6819900"/>
          <p14:tracePt t="103926" x="5057775" y="6832600"/>
          <p14:tracePt t="103933" x="5057775" y="6845300"/>
          <p14:tracePt t="104015" x="4668838" y="6783388"/>
          <p14:tracePt t="104022" x="4630738" y="6719888"/>
          <p14:tracePt t="104029" x="4594225" y="6683375"/>
          <p14:tracePt t="104037" x="4581525" y="6657975"/>
          <p14:tracePt t="104045" x="4543425" y="6607175"/>
          <p14:tracePt t="104053" x="4543425" y="6583363"/>
          <p14:tracePt t="104061" x="4518025" y="6532563"/>
          <p14:tracePt t="104069" x="4506913" y="6507163"/>
          <p14:tracePt t="104077" x="4506913" y="6483350"/>
          <p14:tracePt t="104085" x="4494213" y="6445250"/>
          <p14:tracePt t="104093" x="4494213" y="6432550"/>
          <p14:tracePt t="104101" x="4481513" y="6419850"/>
          <p14:tracePt t="104110" x="4481513" y="6394450"/>
          <p14:tracePt t="104117" x="4481513" y="6370638"/>
          <p14:tracePt t="104126" x="4481513" y="6357938"/>
          <p14:tracePt t="104133" x="4481513" y="6345238"/>
          <p14:tracePt t="104142" x="4481513" y="6332538"/>
          <p14:tracePt t="104149" x="4481513" y="6307138"/>
          <p14:tracePt t="104165" x="4481513" y="6281738"/>
          <p14:tracePt t="104175" x="4481513" y="6257925"/>
          <p14:tracePt t="104181" x="4506913" y="6207125"/>
          <p14:tracePt t="104197" x="4518025" y="6169025"/>
          <p14:tracePt t="104205" x="4530725" y="6145213"/>
          <p14:tracePt t="104213" x="4543425" y="6094413"/>
          <p14:tracePt t="104221" x="4543425" y="6069013"/>
          <p14:tracePt t="104229" x="4543425" y="6032500"/>
          <p14:tracePt t="104237" x="4543425" y="6007100"/>
          <p14:tracePt t="104245" x="4568825" y="5981700"/>
          <p14:tracePt t="104253" x="4568825" y="5969000"/>
          <p14:tracePt t="104285" x="4594225" y="5956300"/>
          <p14:tracePt t="104294" x="4619625" y="5945188"/>
          <p14:tracePt t="104302" x="4630738" y="5945188"/>
          <p14:tracePt t="104311" x="4668838" y="5932488"/>
          <p14:tracePt t="104319" x="4706938" y="5932488"/>
          <p14:tracePt t="104327" x="4732338" y="5907088"/>
          <p14:tracePt t="104333" x="4756150" y="5907088"/>
          <p14:tracePt t="104342" x="4768850" y="5907088"/>
          <p14:tracePt t="104349" x="4781550" y="5894388"/>
          <p14:tracePt t="104359" x="4806950" y="5881688"/>
          <p14:tracePt t="104365" x="4819650" y="5868988"/>
          <p14:tracePt t="104381" x="4843463" y="5843588"/>
          <p14:tracePt t="104406" x="4856163" y="5832475"/>
          <p14:tracePt t="104429" x="4856163" y="5819775"/>
          <p14:tracePt t="104453" x="4856163" y="5794375"/>
          <p14:tracePt t="104461" x="4868863" y="5794375"/>
          <p14:tracePt t="104477" x="4881563" y="5781675"/>
          <p14:tracePt t="104621" x="4881563" y="5756275"/>
          <p14:tracePt t="104637" x="4881563" y="5743575"/>
          <p14:tracePt t="104645" x="4881563" y="5719763"/>
          <p14:tracePt t="104661" x="4881563" y="5707063"/>
          <p14:tracePt t="104677" x="4881563" y="5681663"/>
          <p14:tracePt t="104701" x="4881563" y="5668963"/>
          <p14:tracePt t="104757" x="4881563" y="5643563"/>
          <p14:tracePt t="104814" x="4881563" y="5630863"/>
          <p14:tracePt t="105230" x="4881563" y="5619750"/>
          <p14:tracePt t="105245" x="4881563" y="5607050"/>
          <p14:tracePt t="105262" x="4881563" y="5594350"/>
          <p14:tracePt t="105525" x="4881563" y="5581650"/>
          <p14:tracePt t="105533" x="4881563" y="5568950"/>
          <p14:tracePt t="105542" x="4868863" y="5556250"/>
          <p14:tracePt t="105549" x="4856163" y="5556250"/>
          <p14:tracePt t="105566" x="4819650" y="5556250"/>
          <p14:tracePt t="105574" x="4806950" y="5556250"/>
          <p14:tracePt t="105581" x="4768850" y="5556250"/>
          <p14:tracePt t="105597" x="4732338" y="5556250"/>
          <p14:tracePt t="105608" x="4706938" y="5568950"/>
          <p14:tracePt t="105613" x="4681538" y="5581650"/>
          <p14:tracePt t="105624" x="4668838" y="5581650"/>
          <p14:tracePt t="105629" x="4630738" y="5630863"/>
          <p14:tracePt t="105639" x="4619625" y="5630863"/>
          <p14:tracePt t="105645" x="4606925" y="5643563"/>
          <p14:tracePt t="105653" x="4594225" y="5643563"/>
          <p14:tracePt t="105661" x="4581525" y="5656263"/>
          <p14:tracePt t="105669" x="4556125" y="5681663"/>
          <p14:tracePt t="105685" x="4530725" y="5694363"/>
          <p14:tracePt t="105693" x="4530725" y="5707063"/>
          <p14:tracePt t="105701" x="4518025" y="5707063"/>
          <p14:tracePt t="105709" x="4506913" y="5707063"/>
          <p14:tracePt t="105717" x="4494213" y="5707063"/>
          <p14:tracePt t="105725" x="4468813" y="5707063"/>
          <p14:tracePt t="105741" x="4443413" y="5719763"/>
          <p14:tracePt t="105758" x="4418013" y="5719763"/>
          <p14:tracePt t="105765" x="4406900" y="5719763"/>
          <p14:tracePt t="105790" x="4381500" y="5732463"/>
          <p14:tracePt t="105797" x="4368800" y="5732463"/>
          <p14:tracePt t="105829" x="4343400" y="5719763"/>
          <p14:tracePt t="105838" x="4318000" y="5719763"/>
          <p14:tracePt t="105845" x="4294188" y="5719763"/>
          <p14:tracePt t="105853" x="4256088" y="5719763"/>
          <p14:tracePt t="105861" x="4205288" y="5719763"/>
          <p14:tracePt t="105875" x="4168775" y="5719763"/>
          <p14:tracePt t="105877" x="4105275" y="5743575"/>
          <p14:tracePt t="105885" x="4068763" y="5743575"/>
          <p14:tracePt t="105893" x="4043363" y="5743575"/>
          <p14:tracePt t="105901" x="3956050" y="5756275"/>
          <p14:tracePt t="105909" x="3930650" y="5756275"/>
          <p14:tracePt t="105917" x="3879850" y="5768975"/>
          <p14:tracePt t="105925" x="3856038" y="5768975"/>
          <p14:tracePt t="105941" x="3843338" y="5768975"/>
          <p14:tracePt t="106053" x="3843338" y="5781675"/>
          <p14:tracePt t="106077" x="3843338" y="5794375"/>
          <p14:tracePt t="106109" x="3843338" y="5819775"/>
          <p14:tracePt t="106125" x="3843338" y="5832475"/>
          <p14:tracePt t="106141" x="3856038" y="5843588"/>
          <p14:tracePt t="106157" x="3892550" y="5868988"/>
          <p14:tracePt t="106165" x="3905250" y="5868988"/>
          <p14:tracePt t="106173" x="3917950" y="5868988"/>
          <p14:tracePt t="106181" x="3943350" y="5868988"/>
          <p14:tracePt t="106190" x="3943350" y="5881688"/>
          <p14:tracePt t="106197" x="3956050" y="5881688"/>
          <p14:tracePt t="106207" x="3979863" y="5881688"/>
          <p14:tracePt t="106213" x="3992563" y="5881688"/>
          <p14:tracePt t="106223" x="4005263" y="5881688"/>
          <p14:tracePt t="106229" x="4017963" y="5881688"/>
          <p14:tracePt t="106240" x="4068763" y="5881688"/>
          <p14:tracePt t="106245" x="4105275" y="5881688"/>
          <p14:tracePt t="106253" x="4130675" y="5868988"/>
          <p14:tracePt t="106261" x="4168775" y="5856288"/>
          <p14:tracePt t="106269" x="4205288" y="5819775"/>
          <p14:tracePt t="106277" x="4217988" y="5819775"/>
          <p14:tracePt t="106285" x="4243388" y="5807075"/>
          <p14:tracePt t="106293" x="4268788" y="5781675"/>
          <p14:tracePt t="106390" x="4281488" y="5768975"/>
          <p14:tracePt t="106406" x="4294188" y="5756275"/>
          <p14:tracePt t="106414" x="4305300" y="5756275"/>
          <p14:tracePt t="106422" x="4305300" y="5743575"/>
          <p14:tracePt t="106429" x="4330700" y="5743575"/>
          <p14:tracePt t="106441" x="4343400" y="5732463"/>
          <p14:tracePt t="106445" x="4368800" y="5719763"/>
          <p14:tracePt t="106456" x="4381500" y="5719763"/>
          <p14:tracePt t="106461" x="4394200" y="5694363"/>
          <p14:tracePt t="106469" x="4406900" y="5694363"/>
          <p14:tracePt t="106485" x="4418013" y="5668963"/>
          <p14:tracePt t="106493" x="4456113" y="5668963"/>
          <p14:tracePt t="106501" x="4481513" y="5643563"/>
          <p14:tracePt t="106509" x="4494213" y="5643563"/>
          <p14:tracePt t="106517" x="4506913" y="5619750"/>
          <p14:tracePt t="106525" x="4530725" y="5607050"/>
          <p14:tracePt t="106541" x="4556125" y="5607050"/>
          <p14:tracePt t="106549" x="4568825" y="5607050"/>
          <p14:tracePt t="106557" x="4594225" y="5607050"/>
          <p14:tracePt t="106750" x="4606925" y="5607050"/>
          <p14:tracePt t="106758" x="4630738" y="5607050"/>
          <p14:tracePt t="106776" x="4668838" y="5607050"/>
          <p14:tracePt t="106782" x="4694238" y="5607050"/>
          <p14:tracePt t="106790" x="4706938" y="5607050"/>
          <p14:tracePt t="106797" x="4732338" y="5607050"/>
          <p14:tracePt t="106806" x="4756150" y="5607050"/>
          <p14:tracePt t="106813" x="4781550" y="5607050"/>
          <p14:tracePt t="106829" x="4819650" y="5607050"/>
          <p14:tracePt t="106839" x="4832350" y="5607050"/>
          <p14:tracePt t="106845" x="4868863" y="5594350"/>
          <p14:tracePt t="106854" x="4894263" y="5581650"/>
          <p14:tracePt t="106861" x="4906963" y="5581650"/>
          <p14:tracePt t="106875" x="4932363" y="5568950"/>
          <p14:tracePt t="107349" x="4932363" y="5556250"/>
          <p14:tracePt t="107509" x="4919663" y="5556250"/>
          <p14:tracePt t="107517" x="4906963" y="5556250"/>
          <p14:tracePt t="107549" x="4894263" y="5556250"/>
          <p14:tracePt t="107558" x="4881563" y="5556250"/>
          <p14:tracePt t="107582" x="4856163" y="5568950"/>
          <p14:tracePt t="107589" x="4843463" y="5568950"/>
          <p14:tracePt t="107597" x="4819650" y="5581650"/>
          <p14:tracePt t="107606" x="4781550" y="5594350"/>
          <p14:tracePt t="107613" x="4768850" y="5607050"/>
          <p14:tracePt t="107622" x="4756150" y="5607050"/>
          <p14:tracePt t="107639" x="4719638" y="5619750"/>
          <p14:tracePt t="107655" x="4706938" y="5619750"/>
          <p14:tracePt t="107671" x="4694238" y="5619750"/>
          <p14:tracePt t="107688" x="4681538" y="5619750"/>
          <p14:tracePt t="107725" x="4668838" y="5619750"/>
          <p14:tracePt t="107757" x="4656138" y="5619750"/>
          <p14:tracePt t="108023" x="4668838" y="5619750"/>
          <p14:tracePt t="108031" x="4694238" y="5619750"/>
          <p14:tracePt t="108055" x="4719638" y="5619750"/>
          <p14:tracePt t="108061" x="4732338" y="5619750"/>
          <p14:tracePt t="108069" x="4768850" y="5607050"/>
          <p14:tracePt t="108077" x="4781550" y="5607050"/>
          <p14:tracePt t="108087" x="4794250" y="5594350"/>
          <p14:tracePt t="108093" x="4819650" y="5581650"/>
          <p14:tracePt t="108109" x="4832350" y="5568950"/>
          <p14:tracePt t="108117" x="4843463" y="5568950"/>
          <p14:tracePt t="108125" x="4856163" y="5556250"/>
          <p14:tracePt t="108141" x="4894263" y="5556250"/>
          <p14:tracePt t="108157" x="4906963" y="5543550"/>
          <p14:tracePt t="108173" x="4919663" y="5543550"/>
          <p14:tracePt t="108213" x="4932363" y="5543550"/>
          <p14:tracePt t="108269" x="4945063" y="5543550"/>
          <p14:tracePt t="108741" x="4945063" y="5556250"/>
          <p14:tracePt t="108751" x="4932363" y="5568950"/>
          <p14:tracePt t="108760" x="4919663" y="5581650"/>
          <p14:tracePt t="108775" x="4906963" y="5607050"/>
          <p14:tracePt t="108790" x="4881563" y="5619750"/>
          <p14:tracePt t="108797" x="4868863" y="5643563"/>
          <p14:tracePt t="108805" x="4843463" y="5643563"/>
          <p14:tracePt t="108813" x="4843463" y="5656263"/>
          <p14:tracePt t="108822" x="4819650" y="5668963"/>
          <p14:tracePt t="108829" x="4781550" y="5681663"/>
          <p14:tracePt t="108838" x="4756150" y="5694363"/>
          <p14:tracePt t="108854" x="4732338" y="5694363"/>
          <p14:tracePt t="108861" x="4706938" y="5707063"/>
          <p14:tracePt t="108910" x="4681538" y="5707063"/>
          <p14:tracePt t="108919" x="4668838" y="5707063"/>
          <p14:tracePt t="108926" x="4643438" y="5707063"/>
          <p14:tracePt t="108933" x="4619625" y="5707063"/>
          <p14:tracePt t="108941" x="4594225" y="5707063"/>
          <p14:tracePt t="108949" x="4581525" y="5707063"/>
          <p14:tracePt t="108957" x="4556125" y="5707063"/>
          <p14:tracePt t="108965" x="4543425" y="5707063"/>
          <p14:tracePt t="108981" x="4518025" y="5707063"/>
          <p14:tracePt t="109093" x="4506913" y="5707063"/>
          <p14:tracePt t="109167" x="4506913" y="5694363"/>
          <p14:tracePt t="109197" x="4506913" y="5681663"/>
          <p14:tracePt t="109229" x="4506913" y="5668963"/>
          <p14:tracePt t="109333" x="4506913" y="5656263"/>
          <p14:tracePt t="109413" x="4506913" y="5643563"/>
          <p14:tracePt t="109445" x="4530725" y="5619750"/>
          <p14:tracePt t="109454" x="4568825" y="5607050"/>
          <p14:tracePt t="109470" x="4594225" y="5607050"/>
          <p14:tracePt t="109477" x="4606925" y="5607050"/>
          <p14:tracePt t="109486" x="4630738" y="5594350"/>
          <p14:tracePt t="109493" x="4643438" y="5581650"/>
          <p14:tracePt t="109526" x="4656138" y="5568950"/>
          <p14:tracePt t="109565" x="4668838" y="5568950"/>
          <p14:tracePt t="109622" x="4681538" y="5556250"/>
          <p14:tracePt t="110541" x="4656138" y="5568950"/>
          <p14:tracePt t="110550" x="4643438" y="5568950"/>
          <p14:tracePt t="110558" x="4630738" y="5568950"/>
          <p14:tracePt t="110568" x="4606925" y="5581650"/>
          <p14:tracePt t="110584" x="4594225" y="5607050"/>
          <p14:tracePt t="110590" x="4581525" y="5607050"/>
          <p14:tracePt t="110597" x="4568825" y="5619750"/>
          <p14:tracePt t="110605" x="4556125" y="5619750"/>
          <p14:tracePt t="110613" x="4530725" y="5630863"/>
          <p14:tracePt t="110629" x="4518025" y="5630863"/>
          <p14:tracePt t="110637" x="4494213" y="5656263"/>
          <p14:tracePt t="110645" x="4481513" y="5681663"/>
          <p14:tracePt t="110653" x="4468813" y="5681663"/>
          <p14:tracePt t="110661" x="4443413" y="5681663"/>
          <p14:tracePt t="110669" x="4406900" y="5694363"/>
          <p14:tracePt t="110677" x="4394200" y="5694363"/>
          <p14:tracePt t="110685" x="4330700" y="5719763"/>
          <p14:tracePt t="110693" x="4243388" y="5732463"/>
          <p14:tracePt t="110702" x="4168775" y="5756275"/>
          <p14:tracePt t="110709" x="4105275" y="5768975"/>
          <p14:tracePt t="110719" x="4017963" y="5768975"/>
          <p14:tracePt t="110725" x="4005263" y="5768975"/>
          <p14:tracePt t="110750" x="3992563" y="5756275"/>
          <p14:tracePt t="110757" x="3968750" y="5756275"/>
          <p14:tracePt t="110767" x="3956050" y="5756275"/>
          <p14:tracePt t="110781" x="3943350" y="5756275"/>
          <p14:tracePt t="110789" x="3905250" y="5756275"/>
          <p14:tracePt t="110797" x="3879850" y="5756275"/>
          <p14:tracePt t="110813" x="3867150" y="5756275"/>
          <p14:tracePt t="110821" x="3830638" y="5743575"/>
          <p14:tracePt t="110837" x="3817938" y="5743575"/>
          <p14:tracePt t="110845" x="3792538" y="5732463"/>
          <p14:tracePt t="110861" x="3767138" y="5719763"/>
          <p14:tracePt t="110885" x="3756025" y="5719763"/>
          <p14:tracePt t="110893" x="3756025" y="5707063"/>
          <p14:tracePt t="110902" x="3756025" y="5694363"/>
          <p14:tracePt t="110909" x="3743325" y="5681663"/>
          <p14:tracePt t="110957" x="3730625" y="5656263"/>
          <p14:tracePt t="110966" x="3717925" y="5643563"/>
          <p14:tracePt t="110989" x="3705225" y="5630863"/>
          <p14:tracePt t="111037" x="3705225" y="5619750"/>
          <p14:tracePt t="111077" x="3705225" y="5607050"/>
          <p14:tracePt t="112501" x="3730625" y="5630863"/>
          <p14:tracePt t="112509" x="3743325" y="5656263"/>
          <p14:tracePt t="112517" x="3756025" y="5656263"/>
          <p14:tracePt t="112533" x="3767138" y="5656263"/>
          <p14:tracePt t="112567" x="3805238" y="5630863"/>
          <p14:tracePt t="112589" x="3817938" y="5630863"/>
          <p14:tracePt t="112605" x="3856038" y="5630863"/>
          <p14:tracePt t="112613" x="3892550" y="5630863"/>
          <p14:tracePt t="112621" x="3943350" y="5643563"/>
          <p14:tracePt t="112629" x="3968750" y="5668963"/>
          <p14:tracePt t="112637" x="4017963" y="5694363"/>
          <p14:tracePt t="112645" x="4092575" y="5719763"/>
          <p14:tracePt t="112653" x="4192588" y="5719763"/>
          <p14:tracePt t="112661" x="4217988" y="5743575"/>
          <p14:tracePt t="112669" x="4294188" y="5768975"/>
          <p14:tracePt t="112677" x="4305300" y="5781675"/>
          <p14:tracePt t="112685" x="4394200" y="5781675"/>
          <p14:tracePt t="112693" x="4418013" y="5781675"/>
          <p14:tracePt t="112701" x="4443413" y="5781675"/>
          <p14:tracePt t="112709" x="4494213" y="5781675"/>
          <p14:tracePt t="112717" x="4518025" y="5781675"/>
          <p14:tracePt t="112725" x="4568825" y="5794375"/>
          <p14:tracePt t="112734" x="4643438" y="5781675"/>
          <p14:tracePt t="112741" x="4743450" y="5781675"/>
          <p14:tracePt t="112750" x="4856163" y="5743575"/>
          <p14:tracePt t="112757" x="4894263" y="5743575"/>
          <p14:tracePt t="112767" x="4919663" y="5743575"/>
          <p14:tracePt t="112773" x="4981575" y="5743575"/>
          <p14:tracePt t="112783" x="5106988" y="5732463"/>
          <p14:tracePt t="112789" x="5232400" y="5694363"/>
          <p14:tracePt t="112798" x="5332413" y="5656263"/>
          <p14:tracePt t="112805" x="5432425" y="5619750"/>
          <p14:tracePt t="112816" x="5483225" y="5581650"/>
          <p14:tracePt t="112821" x="5570538" y="5568950"/>
          <p14:tracePt t="112829" x="5632450" y="5543550"/>
          <p14:tracePt t="112837" x="5683250" y="5543550"/>
          <p14:tracePt t="112845" x="5719763" y="5518150"/>
          <p14:tracePt t="112853" x="5757863" y="5507038"/>
          <p14:tracePt t="112861" x="5857875" y="5507038"/>
          <p14:tracePt t="112869" x="5995988" y="5494338"/>
          <p14:tracePt t="112877" x="6134100" y="5494338"/>
          <p14:tracePt t="112886" x="6246813" y="5494338"/>
          <p14:tracePt t="112893" x="6334125" y="5494338"/>
          <p14:tracePt t="112901" x="6396038" y="5494338"/>
          <p14:tracePt t="112909" x="6496050" y="5494338"/>
          <p14:tracePt t="114406" x="6483350" y="5494338"/>
          <p14:tracePt t="114438" x="6472238" y="5481638"/>
          <p14:tracePt t="114493" x="6459538" y="5468938"/>
          <p14:tracePt t="114549" x="6434138" y="5443538"/>
          <p14:tracePt t="114557" x="6434138" y="5430838"/>
          <p14:tracePt t="114573" x="6421438" y="5430838"/>
          <p14:tracePt t="114613" x="6408738" y="5430838"/>
          <p14:tracePt t="114631" x="6396038" y="5430838"/>
          <p14:tracePt t="114757" x="6383338" y="5430838"/>
          <p14:tracePt t="114773" x="6370638" y="5443538"/>
          <p14:tracePt t="114781" x="6359525" y="5456238"/>
          <p14:tracePt t="114806" x="6346825" y="5468938"/>
          <p14:tracePt t="114821" x="6334125" y="5507038"/>
          <p14:tracePt t="114831" x="6334125" y="5518150"/>
          <p14:tracePt t="114837" x="6334125" y="5530850"/>
          <p14:tracePt t="114846" x="6308725" y="5556250"/>
          <p14:tracePt t="117549" x="6234113" y="5568950"/>
          <p14:tracePt t="117557" x="6221413" y="5568950"/>
          <p14:tracePt t="117565" x="6208713" y="5594350"/>
          <p14:tracePt t="117765" x="6170613" y="5619750"/>
          <p14:tracePt t="117773" x="6121400" y="5630863"/>
          <p14:tracePt t="117789" x="6121400" y="5619750"/>
          <p14:tracePt t="117805" x="6121400" y="5607050"/>
          <p14:tracePt t="117813" x="6146800" y="5607050"/>
          <p14:tracePt t="117821" x="6196013" y="5607050"/>
          <p14:tracePt t="117829" x="6246813" y="5607050"/>
          <p14:tracePt t="117837" x="6283325" y="5619750"/>
          <p14:tracePt t="117846" x="6334125" y="5681663"/>
          <p14:tracePt t="117853" x="6396038" y="5719763"/>
          <p14:tracePt t="117862" x="6446838" y="5743575"/>
          <p14:tracePt t="117879" x="6621463" y="5832475"/>
          <p14:tracePt t="117885" x="6721475" y="5919788"/>
          <p14:tracePt t="117894" x="6821488" y="5945188"/>
          <p14:tracePt t="117901" x="6946900" y="5981700"/>
          <p14:tracePt t="117911" x="7034213" y="5994400"/>
          <p14:tracePt t="117926" x="7235825" y="5994400"/>
          <p14:tracePt t="117933" x="7385050" y="5981700"/>
          <p14:tracePt t="117943" x="7561263" y="5981700"/>
          <p14:tracePt t="117949" x="7585075" y="5969000"/>
          <p14:tracePt t="117957" x="7710488" y="5945188"/>
          <p14:tracePt t="117965" x="7835900" y="5945188"/>
          <p14:tracePt t="117973" x="7961313" y="5919788"/>
          <p14:tracePt t="117981" x="8135938" y="5907088"/>
          <p14:tracePt t="117989" x="8235950" y="5868988"/>
          <p14:tracePt t="117997" x="8348663" y="5832475"/>
          <p14:tracePt t="118005" x="8461375" y="5768975"/>
          <p14:tracePt t="118013" x="8537575" y="5707063"/>
          <p14:tracePt t="118021" x="8548688" y="5656263"/>
          <p14:tracePt t="118029" x="8599488" y="5607050"/>
          <p14:tracePt t="118037" x="8612188" y="5581650"/>
          <p14:tracePt t="118045" x="8624888" y="5518150"/>
          <p14:tracePt t="118053" x="8650288" y="5481638"/>
          <p14:tracePt t="118061" x="8650288" y="5443538"/>
          <p14:tracePt t="118069" x="8650288" y="5407025"/>
          <p14:tracePt t="118078" x="8650288" y="5381625"/>
          <p14:tracePt t="118085" x="8650288" y="5368925"/>
          <p14:tracePt t="118094" x="8650288" y="5356225"/>
          <p14:tracePt t="118246" x="8612188" y="5368925"/>
          <p14:tracePt t="118263" x="8612188" y="5381625"/>
          <p14:tracePt t="118269" x="8612188" y="5407025"/>
          <p14:tracePt t="118278" x="8612188" y="5418138"/>
          <p14:tracePt t="118301" x="8599488" y="5443538"/>
          <p14:tracePt t="118326" x="8599488" y="5456238"/>
          <p14:tracePt t="118341" x="8586788" y="5481638"/>
          <p14:tracePt t="118349" x="8586788" y="5494338"/>
          <p14:tracePt t="118365" x="8574088" y="5507038"/>
          <p14:tracePt t="118373" x="8574088" y="5518150"/>
          <p14:tracePt t="118446" x="8561388" y="5530850"/>
          <p14:tracePt t="118581" x="8561388" y="5543550"/>
          <p14:tracePt t="118685" x="8574088" y="5556250"/>
          <p14:tracePt t="118733" x="8574088" y="5568950"/>
          <p14:tracePt t="118765" x="8574088" y="5594350"/>
          <p14:tracePt t="118789" x="8574088" y="5607050"/>
          <p14:tracePt t="118797" x="8574088" y="5630863"/>
          <p14:tracePt t="118805" x="8574088" y="5643563"/>
          <p14:tracePt t="118821" x="8574088" y="5656263"/>
          <p14:tracePt t="118829" x="8574088" y="5681663"/>
          <p14:tracePt t="118837" x="8574088" y="5694363"/>
          <p14:tracePt t="118846" x="8574088" y="5719763"/>
          <p14:tracePt t="118854" x="8574088" y="5732463"/>
          <p14:tracePt t="118863" x="8574088" y="5756275"/>
          <p14:tracePt t="118870" x="8561388" y="5794375"/>
          <p14:tracePt t="118878" x="8561388" y="5832475"/>
          <p14:tracePt t="118885" x="8548688" y="5856288"/>
          <p14:tracePt t="118894" x="8548688" y="5868988"/>
          <p14:tracePt t="118901" x="8548688" y="5894388"/>
          <p14:tracePt t="118910" x="8548688" y="5907088"/>
          <p14:tracePt t="118917" x="8548688" y="5956300"/>
          <p14:tracePt t="118927" x="8537575" y="5956300"/>
          <p14:tracePt t="118933" x="8537575" y="5981700"/>
          <p14:tracePt t="118943" x="8537575" y="5994400"/>
          <p14:tracePt t="118949" x="8537575" y="6019800"/>
          <p14:tracePt t="118960" x="8524875" y="6019800"/>
          <p14:tracePt t="118976" x="8524875" y="6032500"/>
          <p14:tracePt t="119029" x="8524875" y="6045200"/>
          <p14:tracePt t="119037" x="8512175" y="6056313"/>
          <p14:tracePt t="119047" x="8512175" y="6069013"/>
          <p14:tracePt t="119063" x="8512175" y="6081713"/>
          <p14:tracePt t="119070" x="8512175" y="6107113"/>
          <p14:tracePt t="119077" x="8499475" y="6107113"/>
          <p14:tracePt t="119094" x="8486775" y="6132513"/>
          <p14:tracePt t="119117" x="8474075" y="6145213"/>
          <p14:tracePt t="120237" x="8474075" y="6157913"/>
          <p14:tracePt t="120254" x="8474075" y="6169025"/>
          <p14:tracePt t="120262" x="8474075" y="6181725"/>
          <p14:tracePt t="120270" x="8461375" y="6181725"/>
          <p14:tracePt t="120310" x="8448675" y="6194425"/>
          <p14:tracePt t="134381" x="8448675" y="6219825"/>
          <p14:tracePt t="134389" x="8474075" y="6307138"/>
          <p14:tracePt t="134397" x="8486775" y="6319838"/>
          <p14:tracePt t="134493" x="8486775" y="6332538"/>
          <p14:tracePt t="134501" x="8486775" y="6345238"/>
          <p14:tracePt t="134510" x="8499475" y="6345238"/>
          <p14:tracePt t="134517" x="8499475" y="6370638"/>
          <p14:tracePt t="134533" x="8499475" y="6394450"/>
          <p14:tracePt t="134543" x="8499475" y="6419850"/>
          <p14:tracePt t="134549" x="8499475" y="6445250"/>
          <p14:tracePt t="134565" x="8499475" y="6483350"/>
          <p14:tracePt t="134581" x="8499475" y="6519863"/>
          <p14:tracePt t="134589" x="8499475" y="6532563"/>
          <p14:tracePt t="134597" x="8499475" y="6557963"/>
          <p14:tracePt t="134605" x="8499475" y="6570663"/>
          <p14:tracePt t="134621" x="8499475" y="6594475"/>
          <p14:tracePt t="134629" x="8486775" y="6607175"/>
          <p14:tracePt t="134645" x="8486775" y="6619875"/>
          <p14:tracePt t="134653" x="8474075" y="6619875"/>
          <p14:tracePt t="134669" x="8461375" y="6632575"/>
          <p14:tracePt t="134677" x="8435975" y="6645275"/>
          <p14:tracePt t="134685" x="8424863" y="6657975"/>
          <p14:tracePt t="134694" x="8361363" y="6696075"/>
          <p14:tracePt t="134701" x="8286750" y="6796088"/>
          <p14:tracePt t="136696" x="4719638" y="6832600"/>
          <p14:tracePt t="136712" x="4719638" y="6819900"/>
          <p14:tracePt t="136717" x="4719638" y="6796088"/>
          <p14:tracePt t="136726" x="4743450" y="6757988"/>
          <p14:tracePt t="136733" x="4743450" y="6745288"/>
          <p14:tracePt t="136742" x="4743450" y="6719888"/>
          <p14:tracePt t="136749" x="4743450" y="6670675"/>
          <p14:tracePt t="136759" x="4732338" y="6619875"/>
          <p14:tracePt t="136765" x="4732338" y="6583363"/>
          <p14:tracePt t="136775" x="4681538" y="6532563"/>
          <p14:tracePt t="136781" x="4668838" y="6483350"/>
          <p14:tracePt t="136791" x="4630738" y="6432550"/>
          <p14:tracePt t="136797" x="4568825" y="6370638"/>
          <p14:tracePt t="136807" x="4530725" y="6332538"/>
          <p14:tracePt t="136813" x="4506913" y="6307138"/>
          <p14:tracePt t="136824" x="4456113" y="6269038"/>
          <p14:tracePt t="136829" x="4418013" y="6245225"/>
          <p14:tracePt t="136837" x="4381500" y="6219825"/>
          <p14:tracePt t="136845" x="4356100" y="6207125"/>
          <p14:tracePt t="136853" x="4318000" y="6169025"/>
          <p14:tracePt t="136861" x="4256088" y="6169025"/>
          <p14:tracePt t="136869" x="4205288" y="6157913"/>
          <p14:tracePt t="136877" x="4143375" y="6157913"/>
          <p14:tracePt t="136885" x="4092575" y="6132513"/>
          <p14:tracePt t="136893" x="4068763" y="6119813"/>
          <p14:tracePt t="136909" x="4056063" y="6119813"/>
          <p14:tracePt t="136917" x="4030663" y="6119813"/>
          <p14:tracePt t="136925" x="4005263" y="6119813"/>
          <p14:tracePt t="136949" x="3992563" y="6119813"/>
          <p14:tracePt t="136958" x="3979863" y="6119813"/>
          <p14:tracePt t="137006" x="3968750" y="6132513"/>
          <p14:tracePt t="137013" x="3956050" y="6132513"/>
          <p14:tracePt t="137046" x="3943350" y="6145213"/>
          <p14:tracePt t="138141" x="3917950" y="6157913"/>
          <p14:tracePt t="138149" x="3879850" y="6157913"/>
          <p14:tracePt t="138157" x="3879850" y="6169025"/>
          <p14:tracePt t="138165" x="3879850" y="6181725"/>
          <p14:tracePt t="138174" x="3856038" y="6181725"/>
          <p14:tracePt t="138181" x="3843338" y="6194425"/>
          <p14:tracePt t="138191" x="3792538" y="6207125"/>
          <p14:tracePt t="138197" x="3743325" y="6232525"/>
          <p14:tracePt t="138207" x="3705225" y="6245225"/>
          <p14:tracePt t="138213" x="3679825" y="6257925"/>
          <p14:tracePt t="138223" x="3643313" y="6269038"/>
          <p14:tracePt t="138229" x="3630613" y="6281738"/>
          <p14:tracePt t="138239" x="3617913" y="6281738"/>
          <p14:tracePt t="138245" x="3605213" y="6281738"/>
          <p14:tracePt t="138256" x="3592513" y="6281738"/>
          <p14:tracePt t="138261" x="3579813" y="6281738"/>
          <p14:tracePt t="138405" x="3579813" y="6294438"/>
          <p14:tracePt t="143773" x="3567113" y="6294438"/>
          <p14:tracePt t="147213" x="3354388" y="6357938"/>
          <p14:tracePt t="147221" x="3205163" y="6407150"/>
          <p14:tracePt t="147231" x="3116263" y="6419850"/>
          <p14:tracePt t="147237" x="3079750" y="6419850"/>
          <p14:tracePt t="147247" x="3003550" y="6432550"/>
          <p14:tracePt t="147253" x="2967038" y="6470650"/>
          <p14:tracePt t="147263" x="2903538" y="6470650"/>
          <p14:tracePt t="147269" x="2867025" y="6483350"/>
          <p14:tracePt t="147280" x="2854325" y="6483350"/>
          <p14:tracePt t="147285" x="2816225" y="6483350"/>
          <p14:tracePt t="147294" x="2790825" y="6507163"/>
          <p14:tracePt t="147365" x="2778125" y="6507163"/>
          <p14:tracePt t="147373" x="2767013" y="6519863"/>
          <p14:tracePt t="147381" x="2754313" y="6532563"/>
          <p14:tracePt t="147389" x="2754313" y="6545263"/>
          <p14:tracePt t="147397" x="2754313" y="6557963"/>
          <p14:tracePt t="147405" x="2741613" y="6583363"/>
          <p14:tracePt t="147421" x="2741613" y="6594475"/>
          <p14:tracePt t="147447" x="2741613" y="6619875"/>
          <p14:tracePt t="147478" x="2741613" y="6632575"/>
          <p14:tracePt t="147517" x="2816225" y="6632575"/>
          <p14:tracePt t="147525" x="2903538" y="6632575"/>
          <p14:tracePt t="147533" x="3092450" y="6632575"/>
          <p14:tracePt t="147541" x="3241675" y="6607175"/>
          <p14:tracePt t="147549" x="3467100" y="6494463"/>
          <p14:tracePt t="147557" x="3567113" y="6445250"/>
          <p14:tracePt t="147565" x="3843338" y="6281738"/>
          <p14:tracePt t="147573" x="4068763" y="6181725"/>
          <p14:tracePt t="147581" x="4192588" y="6094413"/>
          <p14:tracePt t="147589" x="4294188" y="5994400"/>
          <p14:tracePt t="148334" x="4330700" y="5994400"/>
          <p14:tracePt t="148344" x="4381500" y="5994400"/>
          <p14:tracePt t="148350" x="4430713" y="6019800"/>
          <p14:tracePt t="148613" x="4430713" y="6032500"/>
          <p14:tracePt t="148621" x="4381500" y="6032500"/>
          <p14:tracePt t="148630" x="4356100" y="5907088"/>
          <p14:tracePt t="148637" x="4305300" y="5807075"/>
          <p14:tracePt t="148646" x="4305300" y="5768975"/>
          <p14:tracePt t="148653" x="4305300" y="5732463"/>
          <p14:tracePt t="148662" x="4318000" y="5707063"/>
          <p14:tracePt t="148670" x="4318000" y="5694363"/>
          <p14:tracePt t="148680" x="4318000" y="5681663"/>
          <p14:tracePt t="148686" x="4318000" y="5656263"/>
          <p14:tracePt t="148710" x="4318000" y="5643563"/>
          <p14:tracePt t="149054" x="4330700" y="5643563"/>
          <p14:tracePt t="149062" x="4343400" y="5643563"/>
          <p14:tracePt t="149071" x="4356100" y="5643563"/>
          <p14:tracePt t="149096" x="4381500" y="5643563"/>
          <p14:tracePt t="149103" x="4381500" y="5656263"/>
          <p14:tracePt t="149295" x="4394200" y="5668963"/>
          <p14:tracePt t="149302" x="4430713" y="5694363"/>
          <p14:tracePt t="149310" x="4443413" y="5707063"/>
          <p14:tracePt t="149318" x="4468813" y="5707063"/>
          <p14:tracePt t="149329" x="4481513" y="5707063"/>
          <p14:tracePt t="149333" x="4518025" y="5719763"/>
          <p14:tracePt t="149341" x="4543425" y="5743575"/>
          <p14:tracePt t="149349" x="4568825" y="5743575"/>
          <p14:tracePt t="149357" x="4606925" y="5743575"/>
          <p14:tracePt t="149373" x="4619625" y="5743575"/>
          <p14:tracePt t="149381" x="4643438" y="5743575"/>
          <p14:tracePt t="149389" x="4668838" y="5756275"/>
          <p14:tracePt t="149405" x="4694238" y="5768975"/>
          <p14:tracePt t="149413" x="4719638" y="5768975"/>
          <p14:tracePt t="149429" x="4743450" y="5781675"/>
          <p14:tracePt t="149549" x="4756150" y="5781675"/>
          <p14:tracePt t="150373" x="4768850" y="5781675"/>
          <p14:tracePt t="153981" x="4768850" y="5794375"/>
          <p14:tracePt t="153990" x="4756150" y="5807075"/>
          <p14:tracePt t="153997" x="4719638" y="5832475"/>
          <p14:tracePt t="154007" x="4719638" y="5843588"/>
          <p14:tracePt t="154013" x="4694238" y="5843588"/>
          <p14:tracePt t="154023" x="4681538" y="5868988"/>
          <p14:tracePt t="154029" x="4668838" y="5868988"/>
          <p14:tracePt t="155213" x="4643438" y="5881688"/>
          <p14:tracePt t="155222" x="4643438" y="5894388"/>
          <p14:tracePt t="155229" x="4643438" y="5919788"/>
          <p14:tracePt t="155238" x="4643438" y="5932488"/>
          <p14:tracePt t="155245" x="4668838" y="5956300"/>
          <p14:tracePt t="155429" x="4619625" y="5945188"/>
          <p14:tracePt t="155438" x="4581525" y="5919788"/>
          <p14:tracePt t="155445" x="4556125" y="5907088"/>
          <p14:tracePt t="155455" x="4530725" y="5881688"/>
          <p14:tracePt t="155461" x="4518025" y="5868988"/>
          <p14:tracePt t="155471" x="4494213" y="5856288"/>
          <p14:tracePt t="155477" x="4468813" y="5856288"/>
          <p14:tracePt t="155488" x="4443413" y="5856288"/>
          <p14:tracePt t="155493" x="4430713" y="5843588"/>
          <p14:tracePt t="155501" x="4418013" y="5843588"/>
          <p14:tracePt t="155509" x="4406900" y="5843588"/>
          <p14:tracePt t="155525" x="4394200" y="5843588"/>
          <p14:tracePt t="155533" x="4368800" y="5843588"/>
          <p14:tracePt t="155573" x="4343400" y="5843588"/>
          <p14:tracePt t="155589" x="4330700" y="5856288"/>
          <p14:tracePt t="155605" x="4318000" y="5881688"/>
          <p14:tracePt t="155613" x="4305300" y="5894388"/>
          <p14:tracePt t="155621" x="4294188" y="5907088"/>
          <p14:tracePt t="155629" x="4281488" y="5907088"/>
          <p14:tracePt t="155639" x="4281488" y="5919788"/>
          <p14:tracePt t="157573" x="4281488" y="5907088"/>
          <p14:tracePt t="157965" x="4281488" y="5894388"/>
          <p14:tracePt t="159941" x="4268788" y="5881688"/>
          <p14:tracePt t="159950" x="4243388" y="5881688"/>
          <p14:tracePt t="159959" x="4230688" y="5868988"/>
          <p14:tracePt t="159966" x="4205288" y="5868988"/>
          <p14:tracePt t="159975" x="4192588" y="5868988"/>
          <p14:tracePt t="159984" x="4168775" y="5868988"/>
          <p14:tracePt t="160005" x="4143375" y="5868988"/>
          <p14:tracePt t="160014" x="4130675" y="5868988"/>
          <p14:tracePt t="160021" x="4092575" y="5868988"/>
          <p14:tracePt t="160029" x="4056063" y="5868988"/>
          <p14:tracePt t="160045" x="4030663" y="5868988"/>
          <p14:tracePt t="160053" x="4005263" y="5868988"/>
          <p14:tracePt t="160061" x="3992563" y="5868988"/>
          <p14:tracePt t="160069" x="3956050" y="5868988"/>
          <p14:tracePt t="160077" x="3930650" y="5881688"/>
          <p14:tracePt t="160085" x="3905250" y="5894388"/>
          <p14:tracePt t="160101" x="3879850" y="5907088"/>
          <p14:tracePt t="160109" x="3867150" y="5907088"/>
          <p14:tracePt t="160141" x="3867150" y="5919788"/>
          <p14:tracePt t="160150" x="3856038" y="5919788"/>
          <p14:tracePt t="160157" x="3856038" y="5932488"/>
          <p14:tracePt t="160173" x="3856038" y="5945188"/>
          <p14:tracePt t="160189" x="3856038" y="5969000"/>
          <p14:tracePt t="160199" x="3856038" y="5981700"/>
          <p14:tracePt t="160205" x="3867150" y="6007100"/>
          <p14:tracePt t="160214" x="3917950" y="6045200"/>
          <p14:tracePt t="160221" x="3956050" y="6069013"/>
          <p14:tracePt t="160229" x="3979863" y="6069013"/>
          <p14:tracePt t="160365" x="3943350" y="6045200"/>
          <p14:tracePt t="160373" x="3930650" y="6019800"/>
          <p14:tracePt t="160382" x="3917950" y="6007100"/>
          <p14:tracePt t="160389" x="3917950" y="5994400"/>
          <p14:tracePt t="160399" x="3892550" y="5969000"/>
          <p14:tracePt t="160405" x="3892550" y="5945188"/>
          <p14:tracePt t="160416" x="3879850" y="5919788"/>
          <p14:tracePt t="160421" x="3856038" y="5881688"/>
          <p14:tracePt t="160429" x="3856038" y="5856288"/>
          <p14:tracePt t="160437" x="3830638" y="5807075"/>
          <p14:tracePt t="160445" x="3779838" y="5756275"/>
          <p14:tracePt t="160453" x="3767138" y="5719763"/>
          <p14:tracePt t="160461" x="3767138" y="5707063"/>
          <p14:tracePt t="160469" x="3730625" y="5668963"/>
          <p14:tracePt t="160477" x="3717925" y="5643563"/>
          <p14:tracePt t="160485" x="3692525" y="5594350"/>
          <p14:tracePt t="160493" x="3679825" y="5568950"/>
          <p14:tracePt t="160501" x="3667125" y="5543550"/>
          <p14:tracePt t="160509" x="3643313" y="5494338"/>
          <p14:tracePt t="160517" x="3617913" y="5456238"/>
          <p14:tracePt t="160525" x="3617913" y="5443538"/>
          <p14:tracePt t="160534" x="3617913" y="5418138"/>
          <p14:tracePt t="160541" x="3617913" y="5394325"/>
          <p14:tracePt t="160551" x="3617913" y="5368925"/>
          <p14:tracePt t="160685" x="3617913" y="5356225"/>
          <p14:tracePt t="160693" x="3617913" y="5343525"/>
          <p14:tracePt t="160709" x="3617913" y="5330825"/>
          <p14:tracePt t="162526" x="3617913" y="5243513"/>
          <p14:tracePt t="162534" x="3667125" y="4992688"/>
          <p14:tracePt t="162541" x="3705225" y="4705350"/>
          <p14:tracePt t="162549" x="3792538" y="4305300"/>
          <p14:tracePt t="162557" x="3905250" y="3767138"/>
          <p14:tracePt t="162565" x="3905250" y="3367088"/>
          <p14:tracePt t="162573" x="3917950" y="2941638"/>
          <p14:tracePt t="162581" x="3979863" y="2616200"/>
          <p14:tracePt t="162589" x="4017963" y="2290763"/>
          <p14:tracePt t="162598" x="4056063" y="2078038"/>
          <p14:tracePt t="162605" x="4068763" y="1901825"/>
          <p14:tracePt t="162614" x="4092575" y="1752600"/>
          <p14:tracePt t="162621" x="4117975" y="1614488"/>
          <p14:tracePt t="162631" x="4130675" y="1514475"/>
          <p14:tracePt t="162637" x="4143375" y="1414463"/>
          <p14:tracePt t="162647" x="4143375" y="1339850"/>
          <p14:tracePt t="162653" x="4143375" y="1238250"/>
          <p14:tracePt t="162661" x="4143375" y="1163638"/>
          <p14:tracePt t="162669" x="4143375" y="1089025"/>
          <p14:tracePt t="162677" x="4143375" y="1038225"/>
          <p14:tracePt t="162685" x="4156075" y="989013"/>
          <p14:tracePt t="162693" x="4156075" y="950913"/>
          <p14:tracePt t="162701" x="4156075" y="912813"/>
          <p14:tracePt t="162709" x="4181475" y="889000"/>
          <p14:tracePt t="162717" x="4181475" y="863600"/>
          <p14:tracePt t="162725" x="4181475" y="850900"/>
          <p14:tracePt t="162733" x="4181475" y="812800"/>
          <p14:tracePt t="162741" x="4192588" y="801688"/>
          <p14:tracePt t="162749" x="4192588" y="788988"/>
          <p14:tracePt t="162765" x="4192588" y="776288"/>
          <p14:tracePt t="162781" x="4192588" y="763588"/>
          <p14:tracePt t="162789" x="4192588" y="738188"/>
          <p14:tracePt t="162798" x="4205288" y="725488"/>
          <p14:tracePt t="162805" x="4205288" y="700088"/>
          <p14:tracePt t="162815" x="4217988" y="676275"/>
          <p14:tracePt t="162821" x="4230688" y="638175"/>
          <p14:tracePt t="162830" x="4230688" y="612775"/>
          <p14:tracePt t="162837" x="4243388" y="600075"/>
          <p14:tracePt t="162847" x="4268788" y="576263"/>
          <p14:tracePt t="162861" x="4268788" y="563563"/>
          <p14:tracePt t="163077" x="4281488" y="576263"/>
          <p14:tracePt t="163085" x="4305300" y="625475"/>
          <p14:tracePt t="163093" x="4318000" y="676275"/>
          <p14:tracePt t="163101" x="4330700" y="763588"/>
          <p14:tracePt t="163109" x="4356100" y="801688"/>
          <p14:tracePt t="163117" x="4381500" y="925513"/>
          <p14:tracePt t="163125" x="4394200" y="1025525"/>
          <p14:tracePt t="163133" x="4430713" y="1114425"/>
          <p14:tracePt t="163141" x="4456113" y="1214438"/>
          <p14:tracePt t="163149" x="4506913" y="1350963"/>
          <p14:tracePt t="163157" x="4506913" y="1439863"/>
          <p14:tracePt t="163165" x="4581525" y="1576388"/>
          <p14:tracePt t="163173" x="4606925" y="1714500"/>
          <p14:tracePt t="163181" x="4619625" y="1852613"/>
          <p14:tracePt t="163189" x="4668838" y="1989138"/>
          <p14:tracePt t="163198" x="4706938" y="2039938"/>
          <p14:tracePt t="163205" x="4743450" y="2165350"/>
          <p14:tracePt t="163214" x="4781550" y="2290763"/>
          <p14:tracePt t="163221" x="4806950" y="2427288"/>
          <p14:tracePt t="163230" x="4856163" y="2565400"/>
          <p14:tracePt t="163237" x="4894263" y="2652713"/>
          <p14:tracePt t="163247" x="4945063" y="2752725"/>
          <p14:tracePt t="163253" x="4968875" y="2840038"/>
          <p14:tracePt t="163264" x="4968875" y="2890838"/>
          <p14:tracePt t="163269" x="4994275" y="2978150"/>
          <p14:tracePt t="163278" x="5019675" y="3041650"/>
          <p14:tracePt t="163285" x="5032375" y="3054350"/>
          <p14:tracePt t="163296" x="5032375" y="3090863"/>
          <p14:tracePt t="163301" x="5032375" y="3116263"/>
          <p14:tracePt t="163309" x="5045075" y="3154363"/>
          <p14:tracePt t="163317" x="5045075" y="3178175"/>
          <p14:tracePt t="163325" x="5045075" y="3228975"/>
          <p14:tracePt t="163333" x="5081588" y="3328988"/>
          <p14:tracePt t="163341" x="5081588" y="3367088"/>
          <p14:tracePt t="163349" x="5081588" y="3479800"/>
          <p14:tracePt t="163357" x="5081588" y="3590925"/>
          <p14:tracePt t="163365" x="5094288" y="3679825"/>
          <p14:tracePt t="163373" x="5094288" y="3792538"/>
          <p14:tracePt t="163382" x="5094288" y="3929063"/>
          <p14:tracePt t="163389" x="5094288" y="4054475"/>
          <p14:tracePt t="163398" x="5094288" y="4141788"/>
          <p14:tracePt t="163405" x="5094288" y="4241800"/>
          <p14:tracePt t="163414" x="5094288" y="4305300"/>
          <p14:tracePt t="163421" x="5094288" y="4379913"/>
          <p14:tracePt t="163430" x="5094288" y="4430713"/>
          <p14:tracePt t="163437" x="5094288" y="4479925"/>
          <p14:tracePt t="163447" x="5094288" y="4567238"/>
          <p14:tracePt t="163453" x="5094288" y="4618038"/>
          <p14:tracePt t="163463" x="5081588" y="4679950"/>
          <p14:tracePt t="163469" x="5068888" y="4705350"/>
          <p14:tracePt t="163478" x="5045075" y="4792663"/>
          <p14:tracePt t="163485" x="4994275" y="4905375"/>
          <p14:tracePt t="163496" x="4956175" y="4992688"/>
          <p14:tracePt t="163501" x="4932363" y="5043488"/>
          <p14:tracePt t="163509" x="4881563" y="5118100"/>
          <p14:tracePt t="163517" x="4819650" y="5218113"/>
          <p14:tracePt t="163525" x="4781550" y="5256213"/>
          <p14:tracePt t="163533" x="4768850" y="5294313"/>
          <p14:tracePt t="163541" x="4743450" y="5318125"/>
          <p14:tracePt t="163549" x="4743450" y="5343525"/>
          <p14:tracePt t="163557" x="4719638" y="5381625"/>
          <p14:tracePt t="163565" x="4706938" y="5407025"/>
          <p14:tracePt t="163573" x="4694238" y="5430838"/>
          <p14:tracePt t="163581" x="4681538" y="5456238"/>
          <p14:tracePt t="163589" x="4668838" y="5494338"/>
          <p14:tracePt t="163598" x="4606925" y="5543550"/>
          <p14:tracePt t="163605" x="4581525" y="5556250"/>
          <p14:tracePt t="163614" x="4568825" y="5594350"/>
          <p14:tracePt t="163621" x="4556125" y="5594350"/>
          <p14:tracePt t="163630" x="4530725" y="5619750"/>
          <p14:tracePt t="163646" x="4506913" y="5643563"/>
          <p14:tracePt t="163663" x="4468813" y="5681663"/>
          <p14:tracePt t="163678" x="4456113" y="5694363"/>
          <p14:tracePt t="163685" x="4430713" y="5694363"/>
          <p14:tracePt t="163696" x="4406900" y="5743575"/>
          <p14:tracePt t="163701" x="4394200" y="5756275"/>
          <p14:tracePt t="163709" x="4368800" y="5781675"/>
          <p14:tracePt t="163717" x="4330700" y="5832475"/>
          <p14:tracePt t="163733" x="4294188" y="5868988"/>
          <p14:tracePt t="163741" x="4243388" y="5907088"/>
          <p14:tracePt t="163749" x="4230688" y="5919788"/>
          <p14:tracePt t="163757" x="4205288" y="5945188"/>
          <p14:tracePt t="163765" x="4192588" y="5945188"/>
          <p14:tracePt t="163773" x="4181475" y="5969000"/>
          <p14:tracePt t="163789" x="4168775" y="5969000"/>
          <p14:tracePt t="163821" x="4168775" y="5981700"/>
          <p14:tracePt t="163837" x="4168775" y="5994400"/>
          <p14:tracePt t="163853" x="4168775" y="6019800"/>
          <p14:tracePt t="163869" x="4168775" y="6032500"/>
          <p14:tracePt t="163981" x="4168775" y="6045200"/>
          <p14:tracePt t="163989" x="4181475" y="6045200"/>
          <p14:tracePt t="163997" x="4205288" y="6045200"/>
          <p14:tracePt t="164013" x="4217988" y="6056313"/>
          <p14:tracePt t="164021" x="4230688" y="6056313"/>
          <p14:tracePt t="164070" x="4243388" y="6056313"/>
          <p14:tracePt t="164893" x="4256088" y="6069013"/>
          <p14:tracePt t="164925" x="4281488" y="6081713"/>
          <p14:tracePt t="164933" x="4294188" y="6081713"/>
          <p14:tracePt t="164941" x="4318000" y="6107113"/>
          <p14:tracePt t="164949" x="4330700" y="6107113"/>
          <p14:tracePt t="164966" x="4368800" y="6107113"/>
          <p14:tracePt t="164974" x="4394200" y="6132513"/>
          <p14:tracePt t="164982" x="4430713" y="6132513"/>
          <p14:tracePt t="164989" x="4443413" y="6157913"/>
          <p14:tracePt t="164997" x="4468813" y="6169025"/>
          <p14:tracePt t="165005" x="4506913" y="6169025"/>
          <p14:tracePt t="165013" x="4568825" y="6194425"/>
          <p14:tracePt t="165021" x="4594225" y="6207125"/>
          <p14:tracePt t="165029" x="4619625" y="6219825"/>
          <p14:tracePt t="165037" x="4694238" y="6245225"/>
          <p14:tracePt t="165045" x="4732338" y="6269038"/>
          <p14:tracePt t="165053" x="4768850" y="6294438"/>
          <p14:tracePt t="165062" x="4843463" y="6319838"/>
          <p14:tracePt t="165069" x="4856163" y="6332538"/>
          <p14:tracePt t="165078" x="4881563" y="6345238"/>
          <p14:tracePt t="165085" x="4906963" y="6357938"/>
          <p14:tracePt t="165095" x="4932363" y="6381750"/>
          <p14:tracePt t="165101" x="4956175" y="6394450"/>
          <p14:tracePt t="165111" x="4981575" y="6407150"/>
          <p14:tracePt t="165117" x="5057775" y="6407150"/>
          <p14:tracePt t="165133" x="5094288" y="6432550"/>
          <p14:tracePt t="165141" x="5119688" y="6432550"/>
          <p14:tracePt t="165149" x="5157788" y="6432550"/>
          <p14:tracePt t="165157" x="5207000" y="6432550"/>
          <p14:tracePt t="165165" x="5281613" y="6432550"/>
          <p14:tracePt t="165173" x="5332413" y="6432550"/>
          <p14:tracePt t="165181" x="5432425" y="6432550"/>
          <p14:tracePt t="165189" x="5507038" y="6432550"/>
          <p14:tracePt t="165197" x="5607050" y="6432550"/>
          <p14:tracePt t="165205" x="5719763" y="6432550"/>
          <p14:tracePt t="165213" x="5821363" y="6432550"/>
          <p14:tracePt t="165221" x="5870575" y="6432550"/>
          <p14:tracePt t="165229" x="5921375" y="6432550"/>
          <p14:tracePt t="165237" x="5995988" y="6445250"/>
          <p14:tracePt t="165245" x="6045200" y="6445250"/>
          <p14:tracePt t="165253" x="6096000" y="6445250"/>
          <p14:tracePt t="165262" x="6183313" y="6445250"/>
          <p14:tracePt t="165269" x="6270625" y="6445250"/>
          <p14:tracePt t="165278" x="6321425" y="6445250"/>
          <p14:tracePt t="165285" x="6383338" y="6445250"/>
          <p14:tracePt t="165295" x="6446838" y="6445250"/>
          <p14:tracePt t="165301" x="6472238" y="6445250"/>
          <p14:tracePt t="165311" x="6508750" y="6432550"/>
          <p14:tracePt t="165317" x="6559550" y="6432550"/>
          <p14:tracePt t="165326" x="6596063" y="6419850"/>
          <p14:tracePt t="165333" x="6621463" y="6419850"/>
          <p14:tracePt t="165344" x="6659563" y="6419850"/>
          <p14:tracePt t="165349" x="6684963" y="6407150"/>
          <p14:tracePt t="165357" x="6696075" y="6407150"/>
          <p14:tracePt t="165365" x="6708775" y="6394450"/>
          <p14:tracePt t="165373" x="6708775" y="6381750"/>
          <p14:tracePt t="165381" x="6721475" y="6381750"/>
          <p14:tracePt t="165389" x="6734175" y="6381750"/>
          <p14:tracePt t="165397" x="6746875" y="6381750"/>
          <p14:tracePt t="165421" x="6759575" y="6381750"/>
          <p14:tracePt t="165437" x="6772275" y="6381750"/>
          <p14:tracePt t="165461" x="6784975" y="6381750"/>
          <p14:tracePt t="165478" x="6797675" y="6381750"/>
          <p14:tracePt t="165485" x="6808788" y="6381750"/>
          <p14:tracePt t="165501" x="6821488" y="6381750"/>
          <p14:tracePt t="165511" x="6834188" y="6381750"/>
          <p14:tracePt t="165527" x="6846888" y="6381750"/>
          <p14:tracePt t="165543" x="6859588" y="6381750"/>
          <p14:tracePt t="165557" x="6872288" y="6381750"/>
          <p14:tracePt t="165565" x="6884988" y="6381750"/>
          <p14:tracePt t="165581" x="6897688" y="6381750"/>
          <p14:tracePt t="165597" x="6910388" y="6381750"/>
          <p14:tracePt t="165605" x="6921500" y="6381750"/>
          <p14:tracePt t="165621" x="6934200" y="6381750"/>
          <p14:tracePt t="165629" x="6946900" y="6381750"/>
          <p14:tracePt t="165669" x="6959600" y="6381750"/>
          <p14:tracePt t="165997" x="6959600" y="6407150"/>
          <p14:tracePt t="166005" x="6934200" y="6445250"/>
          <p14:tracePt t="166014" x="6921500" y="6457950"/>
          <p14:tracePt t="166022" x="6897688" y="6483350"/>
          <p14:tracePt t="166031" x="6884988" y="6494463"/>
          <p14:tracePt t="166038" x="6872288" y="6507163"/>
          <p14:tracePt t="166046" x="6834188" y="6507163"/>
          <p14:tracePt t="166053" x="6797675" y="6519863"/>
          <p14:tracePt t="166062" x="6784975" y="6519863"/>
          <p14:tracePt t="166069" x="6772275" y="6519863"/>
          <p14:tracePt t="166078" x="6772275" y="6532563"/>
          <p14:tracePt t="166085" x="6759575" y="6545263"/>
          <p14:tracePt t="166094" x="6734175" y="6557963"/>
          <p14:tracePt t="166110" x="6721475" y="6570663"/>
          <p14:tracePt t="166117" x="6721475" y="6594475"/>
          <p14:tracePt t="166127" x="6672263" y="6607175"/>
          <p14:tracePt t="166133" x="6659563" y="6619875"/>
          <p14:tracePt t="166142" x="6646863" y="6619875"/>
          <p14:tracePt t="166149" x="6621463" y="6632575"/>
          <p14:tracePt t="166159" x="6608763" y="6632575"/>
          <p14:tracePt t="166165" x="6584950" y="6632575"/>
          <p14:tracePt t="166181" x="6559550" y="6632575"/>
          <p14:tracePt t="166189" x="6546850" y="6632575"/>
          <p14:tracePt t="166197" x="6534150" y="6632575"/>
          <p14:tracePt t="166205" x="6508750" y="6645275"/>
          <p14:tracePt t="166213" x="6483350" y="6645275"/>
          <p14:tracePt t="166221" x="6446838" y="6657975"/>
          <p14:tracePt t="166229" x="6408738" y="6657975"/>
          <p14:tracePt t="166237" x="6408738" y="6670675"/>
          <p14:tracePt t="166245" x="6370638" y="6683375"/>
          <p14:tracePt t="166253" x="6359525" y="6683375"/>
          <p14:tracePt t="166261" x="6334125" y="6683375"/>
          <p14:tracePt t="166269" x="6259513" y="6696075"/>
          <p14:tracePt t="166278" x="6196013" y="6696075"/>
          <p14:tracePt t="166285" x="6146800" y="6696075"/>
          <p14:tracePt t="166294" x="6108700" y="6696075"/>
          <p14:tracePt t="166301" x="6057900" y="6696075"/>
          <p14:tracePt t="166310" x="6021388" y="6696075"/>
          <p14:tracePt t="166317" x="5970588" y="6696075"/>
          <p14:tracePt t="166328" x="5945188" y="6696075"/>
          <p14:tracePt t="166333" x="5921375" y="6696075"/>
          <p14:tracePt t="166343" x="5895975" y="6696075"/>
          <p14:tracePt t="166349" x="5870575" y="6696075"/>
          <p14:tracePt t="166360" x="5832475" y="6707188"/>
          <p14:tracePt t="166365" x="5821363" y="6719888"/>
          <p14:tracePt t="166373" x="5795963" y="6719888"/>
          <p14:tracePt t="166381" x="5757863" y="6732588"/>
          <p14:tracePt t="166389" x="5745163" y="6732588"/>
          <p14:tracePt t="166397" x="5732463" y="6732588"/>
          <p14:tracePt t="166405" x="5683250" y="6732588"/>
          <p14:tracePt t="166413" x="5657850" y="6732588"/>
          <p14:tracePt t="166421" x="5632450" y="6732588"/>
          <p14:tracePt t="166429" x="5583238" y="6732588"/>
          <p14:tracePt t="166437" x="5545138" y="6732588"/>
          <p14:tracePt t="166445" x="5507038" y="6732588"/>
          <p14:tracePt t="166453" x="5483225" y="6732588"/>
          <p14:tracePt t="166469" x="5445125" y="6732588"/>
          <p14:tracePt t="166478" x="5407025" y="6732588"/>
          <p14:tracePt t="166494" x="5383213" y="6732588"/>
          <p14:tracePt t="166501" x="5370513" y="6732588"/>
          <p14:tracePt t="166510" x="5357813" y="6732588"/>
          <p14:tracePt t="166517" x="5345113" y="6732588"/>
          <p14:tracePt t="166527" x="5332413" y="6732588"/>
          <p14:tracePt t="166533" x="5319713" y="6732588"/>
          <p14:tracePt t="166542" x="5294313" y="6732588"/>
          <p14:tracePt t="166549" x="5281613" y="6732588"/>
          <p14:tracePt t="166559" x="5257800" y="6732588"/>
          <p14:tracePt t="166581" x="5245100" y="6732588"/>
          <p14:tracePt t="166613" x="5219700" y="6732588"/>
          <p14:tracePt t="166909" x="5245100" y="6732588"/>
          <p14:tracePt t="166917" x="5257800" y="6732588"/>
          <p14:tracePt t="166926" x="5294313" y="6719888"/>
          <p14:tracePt t="166933" x="5319713" y="6707188"/>
          <p14:tracePt t="166942" x="5345113" y="6707188"/>
          <p14:tracePt t="166959" x="5357813" y="6707188"/>
          <p14:tracePt t="166965" x="5394325" y="6707188"/>
          <p14:tracePt t="166973" x="5407025" y="6707188"/>
          <p14:tracePt t="166981" x="5419725" y="6696075"/>
          <p14:tracePt t="166989" x="5445125" y="6696075"/>
          <p14:tracePt t="166997" x="5457825" y="6683375"/>
          <p14:tracePt t="167005" x="5470525" y="6683375"/>
          <p14:tracePt t="167013" x="5495925" y="6670675"/>
          <p14:tracePt t="167021" x="5519738" y="6670675"/>
          <p14:tracePt t="167029" x="5545138" y="6657975"/>
          <p14:tracePt t="167037" x="5557838" y="6657975"/>
          <p14:tracePt t="167045" x="5595938" y="6645275"/>
          <p14:tracePt t="167053" x="5619750" y="6619875"/>
          <p14:tracePt t="167061" x="5657850" y="6619875"/>
          <p14:tracePt t="167069" x="5695950" y="6619875"/>
          <p14:tracePt t="167078" x="5708650" y="6607175"/>
          <p14:tracePt t="167085" x="5732463" y="6583363"/>
          <p14:tracePt t="167101" x="5770563" y="6583363"/>
          <p14:tracePt t="167110" x="5821363" y="6570663"/>
          <p14:tracePt t="167117" x="5908675" y="6532563"/>
          <p14:tracePt t="167127" x="5995988" y="6507163"/>
          <p14:tracePt t="167133" x="6083300" y="6494463"/>
          <p14:tracePt t="167142" x="6146800" y="6457950"/>
          <p14:tracePt t="167149" x="6208713" y="6432550"/>
          <p14:tracePt t="167159" x="6283325" y="6394450"/>
          <p14:tracePt t="167165" x="6308725" y="6394450"/>
          <p14:tracePt t="167176" x="6334125" y="6381750"/>
          <p14:tracePt t="167181" x="6346825" y="6381750"/>
          <p14:tracePt t="167191" x="6359525" y="6381750"/>
          <p14:tracePt t="167205" x="6383338" y="6381750"/>
          <p14:tracePt t="167213" x="6383338" y="6370638"/>
          <p14:tracePt t="167349" x="6370638" y="6370638"/>
          <p14:tracePt t="167358" x="6308725" y="6370638"/>
          <p14:tracePt t="167365" x="6246813" y="6370638"/>
          <p14:tracePt t="167374" x="6170613" y="6370638"/>
          <p14:tracePt t="167381" x="6121400" y="6370638"/>
          <p14:tracePt t="167390" x="6021388" y="6345238"/>
          <p14:tracePt t="167397" x="5945188" y="6345238"/>
          <p14:tracePt t="167405" x="5883275" y="6332538"/>
          <p14:tracePt t="167413" x="5808663" y="6319838"/>
          <p14:tracePt t="167421" x="5795963" y="6257925"/>
          <p14:tracePt t="167429" x="5708650" y="6219825"/>
          <p14:tracePt t="167437" x="5683250" y="6219825"/>
          <p14:tracePt t="167445" x="5607050" y="6219825"/>
          <p14:tracePt t="167453" x="5570538" y="6219825"/>
          <p14:tracePt t="167461" x="5519738" y="6219825"/>
          <p14:tracePt t="167469" x="5445125" y="6219825"/>
          <p14:tracePt t="167477" x="5432425" y="6219825"/>
          <p14:tracePt t="167485" x="5394325" y="6219825"/>
          <p14:tracePt t="167494" x="5370513" y="6219825"/>
          <p14:tracePt t="167501" x="5345113" y="6219825"/>
          <p14:tracePt t="167509" x="5307013" y="6219825"/>
          <p14:tracePt t="167517" x="5270500" y="6219825"/>
          <p14:tracePt t="167526" x="5232400" y="6219825"/>
          <p14:tracePt t="167533" x="5219700" y="6219825"/>
          <p14:tracePt t="167542" x="5207000" y="6232525"/>
          <p14:tracePt t="167549" x="5181600" y="6232525"/>
          <p14:tracePt t="167559" x="5145088" y="6232525"/>
          <p14:tracePt t="167565" x="5119688" y="6232525"/>
          <p14:tracePt t="167574" x="5081588" y="6232525"/>
          <p14:tracePt t="167581" x="5068888" y="6232525"/>
          <p14:tracePt t="167597" x="5032375" y="6245225"/>
          <p14:tracePt t="167605" x="4981575" y="6245225"/>
          <p14:tracePt t="167613" x="4956175" y="6245225"/>
          <p14:tracePt t="167621" x="4919663" y="6245225"/>
          <p14:tracePt t="167629" x="4906963" y="6245225"/>
          <p14:tracePt t="167637" x="4868863" y="6245225"/>
          <p14:tracePt t="167645" x="4832350" y="6245225"/>
          <p14:tracePt t="167653" x="4781550" y="6245225"/>
          <p14:tracePt t="167661" x="4743450" y="6245225"/>
          <p14:tracePt t="167669" x="4706938" y="6245225"/>
          <p14:tracePt t="167677" x="4668838" y="6257925"/>
          <p14:tracePt t="167685" x="4594225" y="6257925"/>
          <p14:tracePt t="167693" x="4543425" y="6257925"/>
          <p14:tracePt t="167701" x="4494213" y="6257925"/>
          <p14:tracePt t="167709" x="4456113" y="6257925"/>
          <p14:tracePt t="167717" x="4418013" y="6257925"/>
          <p14:tracePt t="167726" x="4406900" y="6257925"/>
          <p14:tracePt t="167733" x="4381500" y="6257925"/>
          <p14:tracePt t="168205" x="4368800" y="6257925"/>
          <p14:tracePt t="168245" x="4343400" y="6257925"/>
          <p14:tracePt t="168269" x="4330700" y="6257925"/>
          <p14:tracePt t="168285" x="4305300" y="6257925"/>
          <p14:tracePt t="168293" x="4294188" y="6257925"/>
          <p14:tracePt t="168301" x="4268788" y="6257925"/>
          <p14:tracePt t="168309" x="4256088" y="6257925"/>
          <p14:tracePt t="168341" x="4243388" y="6245225"/>
          <p14:tracePt t="168373" x="4230688" y="6245225"/>
          <p14:tracePt t="168406" x="4230688" y="6232525"/>
          <p14:tracePt t="168413" x="4217988" y="6232525"/>
          <p14:tracePt t="168423" x="4205288" y="6232525"/>
          <p14:tracePt t="168438" x="4192588" y="6232525"/>
          <p14:tracePt t="168453" x="4181475" y="6232525"/>
          <p14:tracePt t="168461" x="4168775" y="6232525"/>
          <p14:tracePt t="168573" x="4156075" y="6245225"/>
          <p14:tracePt t="168591" x="4143375" y="6257925"/>
          <p14:tracePt t="168629" x="4130675" y="6269038"/>
          <p14:tracePt t="171006" x="4143375" y="6257925"/>
          <p14:tracePt t="171023" x="4168775" y="6257925"/>
          <p14:tracePt t="171029" x="4181475" y="6245225"/>
          <p14:tracePt t="171039" x="4192588" y="6245225"/>
          <p14:tracePt t="171045" x="4217988" y="6232525"/>
          <p14:tracePt t="171055" x="4230688" y="6232525"/>
          <p14:tracePt t="171061" x="4243388" y="6232525"/>
          <p14:tracePt t="171070" x="4268788" y="6232525"/>
          <p14:tracePt t="171077" x="4281488" y="6232525"/>
          <p14:tracePt t="171086" x="4294188" y="6232525"/>
          <p14:tracePt t="171093" x="4318000" y="6232525"/>
          <p14:tracePt t="171141" x="4330700" y="6232525"/>
          <p14:tracePt t="171165" x="4343400" y="6232525"/>
          <p14:tracePt t="171173" x="4356100" y="6232525"/>
          <p14:tracePt t="171181" x="4368800" y="6232525"/>
          <p14:tracePt t="171189" x="4381500" y="6232525"/>
          <p14:tracePt t="171206" x="4418013" y="6219825"/>
          <p14:tracePt t="171222" x="4430713" y="6219825"/>
          <p14:tracePt t="171239" x="4456113" y="6219825"/>
          <p14:tracePt t="171270" x="4468813" y="6219825"/>
          <p14:tracePt t="171286" x="4494213" y="6194425"/>
          <p14:tracePt t="171317" x="4518025" y="6194425"/>
          <p14:tracePt t="171334" x="4530725" y="6194425"/>
          <p14:tracePt t="171381" x="4543425" y="6194425"/>
          <p14:tracePt t="171421" x="4556125" y="6194425"/>
          <p14:tracePt t="171486" x="4568825" y="6194425"/>
          <p14:tracePt t="171621" x="4581525" y="6194425"/>
          <p14:tracePt t="171701" x="4594225" y="6194425"/>
          <p14:tracePt t="171741" x="4606925" y="6194425"/>
          <p14:tracePt t="171757" x="4619625" y="6194425"/>
          <p14:tracePt t="171773" x="4643438" y="6194425"/>
          <p14:tracePt t="171781" x="4656138" y="6194425"/>
          <p14:tracePt t="171789" x="4668838" y="6194425"/>
          <p14:tracePt t="171797" x="4694238" y="6207125"/>
          <p14:tracePt t="171869" x="4706938" y="6207125"/>
          <p14:tracePt t="172559" x="4706938" y="6219825"/>
          <p14:tracePt t="172597" x="4732338" y="6219825"/>
          <p14:tracePt t="172605" x="4743450" y="6245225"/>
          <p14:tracePt t="172613" x="4756150" y="6245225"/>
          <p14:tracePt t="172621" x="4756150" y="6269038"/>
          <p14:tracePt t="172629" x="4781550" y="6269038"/>
          <p14:tracePt t="172645" x="4806950" y="6269038"/>
          <p14:tracePt t="172654" x="4819650" y="6281738"/>
          <p14:tracePt t="172661" x="4819650" y="6294438"/>
          <p14:tracePt t="172671" x="4843463" y="6294438"/>
          <p14:tracePt t="172677" x="4881563" y="6294438"/>
          <p14:tracePt t="172687" x="4906963" y="6319838"/>
          <p14:tracePt t="172693" x="4956175" y="6332538"/>
          <p14:tracePt t="172709" x="4994275" y="6332538"/>
          <p14:tracePt t="172720" x="5032375" y="6357938"/>
          <p14:tracePt t="172725" x="5068888" y="6370638"/>
          <p14:tracePt t="172734" x="5119688" y="6394450"/>
          <p14:tracePt t="172741" x="5207000" y="6445250"/>
          <p14:tracePt t="172749" x="5245100" y="6470650"/>
          <p14:tracePt t="172773" x="5332413" y="6519863"/>
          <p14:tracePt t="172781" x="5407025" y="6557963"/>
          <p14:tracePt t="172789" x="5470525" y="6570663"/>
          <p14:tracePt t="172797" x="5519738" y="6607175"/>
          <p14:tracePt t="172805" x="5583238" y="6607175"/>
          <p14:tracePt t="172813" x="5632450" y="6619875"/>
          <p14:tracePt t="172821" x="5657850" y="6645275"/>
          <p14:tracePt t="172829" x="5695950" y="6657975"/>
          <p14:tracePt t="172838" x="5719763" y="6657975"/>
          <p14:tracePt t="172854" x="5732463" y="6657975"/>
          <p14:tracePt t="172871" x="5757863" y="6657975"/>
          <p14:tracePt t="173397" x="5757863" y="6670675"/>
          <p14:tracePt t="173413" x="5757863" y="6696075"/>
          <p14:tracePt t="173453" x="5745163" y="6719888"/>
          <p14:tracePt t="173461" x="5745163" y="6732588"/>
          <p14:tracePt t="173469" x="5732463" y="6745288"/>
          <p14:tracePt t="173486" x="5719763" y="6757988"/>
          <p14:tracePt t="173493" x="5708650" y="6757988"/>
          <p14:tracePt t="173509" x="5708650" y="6770688"/>
          <p14:tracePt t="173519" x="5708650" y="6796088"/>
          <p14:tracePt t="173535" x="5708650" y="6807200"/>
          <p14:tracePt t="173552" x="5708650" y="6845300"/>
          <p14:tracePt t="173957" x="6108700" y="6807200"/>
          <p14:tracePt t="173965" x="6121400" y="6783388"/>
          <p14:tracePt t="173973" x="6134100" y="6770688"/>
          <p14:tracePt t="174005" x="6134100" y="6757988"/>
          <p14:tracePt t="174061" x="6146800" y="6745288"/>
          <p14:tracePt t="174197" x="6146800" y="6732588"/>
          <p14:tracePt t="174229" x="6157913" y="6732588"/>
          <p14:tracePt t="174269" x="6170613" y="6732588"/>
          <p14:tracePt t="174277" x="6196013" y="6732588"/>
          <p14:tracePt t="174293" x="6208713" y="6732588"/>
          <p14:tracePt t="174325" x="6246813" y="6732588"/>
          <p14:tracePt t="174335" x="6259513" y="6732588"/>
          <p14:tracePt t="174341" x="6283325" y="6719888"/>
          <p14:tracePt t="174349" x="6321425" y="6696075"/>
          <p14:tracePt t="174357" x="6334125" y="6696075"/>
          <p14:tracePt t="174373" x="6346825" y="6696075"/>
          <p14:tracePt t="174381" x="6370638" y="6696075"/>
          <p14:tracePt t="174397" x="6396038" y="6696075"/>
          <p14:tracePt t="174413" x="6421438" y="6696075"/>
          <p14:tracePt t="174437" x="6434138" y="6696075"/>
          <p14:tracePt t="174453" x="6446838" y="6683375"/>
          <p14:tracePt t="174469" x="6459538" y="6683375"/>
          <p14:tracePt t="174525" x="6472238" y="6683375"/>
          <p14:tracePt t="174541" x="6483350" y="6683375"/>
          <p14:tracePt t="174573" x="6496050" y="6683375"/>
          <p14:tracePt t="174589" x="6521450" y="6683375"/>
          <p14:tracePt t="174597" x="6534150" y="6683375"/>
          <p14:tracePt t="174605" x="6534150" y="6696075"/>
          <p14:tracePt t="174613" x="6546850" y="6696075"/>
          <p14:tracePt t="174621" x="6559550" y="6707188"/>
          <p14:tracePt t="174629" x="6584950" y="6707188"/>
          <p14:tracePt t="174637" x="6621463" y="6719888"/>
          <p14:tracePt t="174653" x="6634163" y="6732588"/>
          <p14:tracePt t="174661" x="6646863" y="6745288"/>
          <p14:tracePt t="174677" x="6672263" y="6745288"/>
          <p14:tracePt t="174693" x="6708775" y="6745288"/>
          <p14:tracePt t="174702" x="6721475" y="6745288"/>
          <p14:tracePt t="174709" x="6746875" y="6745288"/>
          <p14:tracePt t="174725" x="6772275" y="6745288"/>
          <p14:tracePt t="174735" x="6784975" y="6745288"/>
          <p14:tracePt t="174741" x="6797675" y="6745288"/>
          <p14:tracePt t="174751" x="6808788" y="6745288"/>
          <p14:tracePt t="174757" x="6821488" y="6757988"/>
          <p14:tracePt t="174773" x="6834188" y="6757988"/>
          <p14:tracePt t="174781" x="6846888" y="6757988"/>
          <p14:tracePt t="174789" x="6859588" y="6770688"/>
          <p14:tracePt t="174821" x="6872288" y="6770688"/>
          <p14:tracePt t="174829" x="6884988" y="6770688"/>
          <p14:tracePt t="175925" x="6897688" y="6770688"/>
          <p14:tracePt t="175981" x="6910388" y="6770688"/>
          <p14:tracePt t="176205" x="6921500" y="6757988"/>
          <p14:tracePt t="177717" x="6934200" y="6757988"/>
          <p14:tracePt t="177725" x="6934200" y="6745288"/>
          <p14:tracePt t="177765" x="6921500" y="6732588"/>
          <p14:tracePt t="177773" x="6921500" y="6719888"/>
          <p14:tracePt t="177789" x="6921500" y="6707188"/>
          <p14:tracePt t="178181" x="6910388" y="6707188"/>
          <p14:tracePt t="178199" x="6897688" y="6719888"/>
          <p14:tracePt t="178207" x="6884988" y="6732588"/>
          <p14:tracePt t="178215" x="6884988" y="6745288"/>
          <p14:tracePt t="178221" x="6872288" y="6745288"/>
          <p14:tracePt t="178231" x="6859588" y="6757988"/>
          <p14:tracePt t="178247" x="6846888" y="6770688"/>
          <p14:tracePt t="178277" x="6846888" y="6783388"/>
          <p14:tracePt t="178285" x="6821488" y="6807200"/>
          <p14:tracePt t="178301" x="6808788" y="6832600"/>
          <p14:tracePt t="178341" x="6808788" y="6845300"/>
          <p14:tracePt t="200437" x="6784975" y="6832600"/>
          <p14:tracePt t="200445" x="6784975" y="6819900"/>
          <p14:tracePt t="200493" x="6797675" y="6807200"/>
          <p14:tracePt t="203165" x="6797675" y="6845300"/>
          <p14:tracePt t="203549" x="8074025" y="6796088"/>
          <p14:tracePt t="203557" x="8023225" y="6745288"/>
          <p14:tracePt t="203565" x="7935913" y="6696075"/>
          <p14:tracePt t="203573" x="7874000" y="6645275"/>
          <p14:tracePt t="203581" x="7848600" y="6607175"/>
          <p14:tracePt t="203589" x="7835900" y="6583363"/>
          <p14:tracePt t="203597" x="7797800" y="6557963"/>
          <p14:tracePt t="203605" x="7761288" y="6545263"/>
          <p14:tracePt t="203613" x="7673975" y="6545263"/>
          <p14:tracePt t="203621" x="7597775" y="6532563"/>
          <p14:tracePt t="203629" x="7535863" y="6519863"/>
          <p14:tracePt t="203638" x="7497763" y="6507163"/>
          <p14:tracePt t="203645" x="7435850" y="6483350"/>
          <p14:tracePt t="203654" x="7372350" y="6483350"/>
          <p14:tracePt t="203661" x="7285038" y="6483350"/>
          <p14:tracePt t="203671" x="7235825" y="6483350"/>
          <p14:tracePt t="203677" x="7134225" y="6483350"/>
          <p14:tracePt t="203687" x="7097713" y="6483350"/>
          <p14:tracePt t="203693" x="6985000" y="6494463"/>
          <p14:tracePt t="203704" x="6959600" y="6507163"/>
          <p14:tracePt t="203717" x="6897688" y="6519863"/>
          <p14:tracePt t="203725" x="6834188" y="6557963"/>
          <p14:tracePt t="203733" x="6772275" y="6594475"/>
          <p14:tracePt t="203741" x="6734175" y="6607175"/>
          <p14:tracePt t="203749" x="6734175" y="6619875"/>
          <p14:tracePt t="203757" x="6721475" y="6619875"/>
          <p14:tracePt t="203773" x="6708775" y="6645275"/>
          <p14:tracePt t="203853" x="6696075" y="6645275"/>
          <p14:tracePt t="203861" x="6696075" y="6632575"/>
          <p14:tracePt t="203870" x="6696075" y="6619875"/>
          <p14:tracePt t="203877" x="6696075" y="6583363"/>
          <p14:tracePt t="203888" x="6696075" y="6532563"/>
          <p14:tracePt t="203893" x="6696075" y="6494463"/>
          <p14:tracePt t="203901" x="6696075" y="6457950"/>
          <p14:tracePt t="203909" x="6696075" y="6394450"/>
          <p14:tracePt t="203920" x="6696075" y="6357938"/>
          <p14:tracePt t="203925" x="6684963" y="6332538"/>
          <p14:tracePt t="203933" x="6684963" y="6307138"/>
          <p14:tracePt t="203941" x="6684963" y="6281738"/>
          <p14:tracePt t="203949" x="6684963" y="6257925"/>
          <p14:tracePt t="203957" x="6659563" y="6232525"/>
          <p14:tracePt t="203965" x="6659563" y="6219825"/>
          <p14:tracePt t="203973" x="6659563" y="6207125"/>
          <p14:tracePt t="203981" x="6659563" y="6181725"/>
          <p14:tracePt t="203997" x="6659563" y="6169025"/>
          <p14:tracePt t="204037" x="6659563" y="6157913"/>
          <p14:tracePt t="204054" x="6646863" y="6145213"/>
          <p14:tracePt t="204333" x="6646863" y="6119813"/>
          <p14:tracePt t="204341" x="6672263" y="6107113"/>
          <p14:tracePt t="204357" x="6696075" y="6094413"/>
          <p14:tracePt t="204365" x="6721475" y="6069013"/>
          <p14:tracePt t="204381" x="6734175" y="6032500"/>
          <p14:tracePt t="204389" x="6759575" y="6019800"/>
          <p14:tracePt t="204397" x="6808788" y="5994400"/>
          <p14:tracePt t="204405" x="6872288" y="5956300"/>
          <p14:tracePt t="204413" x="6897688" y="5956300"/>
          <p14:tracePt t="204421" x="6921500" y="5945188"/>
          <p14:tracePt t="204429" x="6946900" y="5932488"/>
          <p14:tracePt t="204438" x="6972300" y="5919788"/>
          <p14:tracePt t="204445" x="6985000" y="5907088"/>
          <p14:tracePt t="204454" x="6997700" y="5907088"/>
          <p14:tracePt t="204461" x="7010400" y="5907088"/>
          <p14:tracePt t="204493" x="7021513" y="5881688"/>
          <p14:tracePt t="204509" x="7034213" y="5881688"/>
          <p14:tracePt t="204557" x="7046913" y="5881688"/>
          <p14:tracePt t="204614" x="7059613" y="5881688"/>
          <p14:tracePt t="204621" x="7072313" y="5881688"/>
          <p14:tracePt t="204629" x="7085013" y="5881688"/>
          <p14:tracePt t="204645" x="7110413" y="5868988"/>
          <p14:tracePt t="204661" x="7123113" y="5868988"/>
          <p14:tracePt t="204670" x="7146925" y="5868988"/>
          <p14:tracePt t="204687" x="7159625" y="5868988"/>
          <p14:tracePt t="204693" x="7185025" y="5868988"/>
          <p14:tracePt t="204704" x="7197725" y="5868988"/>
          <p14:tracePt t="204709" x="7210425" y="5868988"/>
          <p14:tracePt t="204725" x="7223125" y="5868988"/>
          <p14:tracePt t="204736" x="7235825" y="5881688"/>
          <p14:tracePt t="204741" x="7246938" y="5881688"/>
          <p14:tracePt t="204773" x="7272338" y="5894388"/>
          <p14:tracePt t="204781" x="7285038" y="5907088"/>
          <p14:tracePt t="204805" x="7297738" y="5919788"/>
          <p14:tracePt t="204813" x="7310438" y="5932488"/>
          <p14:tracePt t="204837" x="7323138" y="5932488"/>
          <p14:tracePt t="204845" x="7335838" y="5945188"/>
          <p14:tracePt t="204861" x="7348538" y="5945188"/>
          <p14:tracePt t="204886" x="7359650" y="5956300"/>
          <p14:tracePt t="204893" x="7372350" y="5956300"/>
          <p14:tracePt t="204904" x="7385050" y="5969000"/>
          <p14:tracePt t="204909" x="7385050" y="5981700"/>
          <p14:tracePt t="204919" x="7385050" y="5994400"/>
          <p14:tracePt t="204925" x="7385050" y="6019800"/>
          <p14:tracePt t="204936" x="7385050" y="6032500"/>
          <p14:tracePt t="204941" x="7385050" y="6056313"/>
          <p14:tracePt t="204949" x="7385050" y="6081713"/>
          <p14:tracePt t="204957" x="7385050" y="6119813"/>
          <p14:tracePt t="204965" x="7385050" y="6157913"/>
          <p14:tracePt t="204973" x="7385050" y="6169025"/>
          <p14:tracePt t="204981" x="7385050" y="6207125"/>
          <p14:tracePt t="204989" x="7359650" y="6219825"/>
          <p14:tracePt t="204997" x="7335838" y="6232525"/>
          <p14:tracePt t="205005" x="7297738" y="6257925"/>
          <p14:tracePt t="205013" x="7285038" y="6257925"/>
          <p14:tracePt t="205021" x="7259638" y="6257925"/>
          <p14:tracePt t="205029" x="7235825" y="6257925"/>
          <p14:tracePt t="205037" x="7210425" y="6269038"/>
          <p14:tracePt t="205045" x="7172325" y="6269038"/>
          <p14:tracePt t="205054" x="7159625" y="6269038"/>
          <p14:tracePt t="205061" x="7123113" y="6269038"/>
          <p14:tracePt t="205070" x="7085013" y="6269038"/>
          <p14:tracePt t="205077" x="7021513" y="6269038"/>
          <p14:tracePt t="205087" x="6997700" y="6245225"/>
          <p14:tracePt t="205093" x="6934200" y="6194425"/>
          <p14:tracePt t="205103" x="6910388" y="6181725"/>
          <p14:tracePt t="205109" x="6846888" y="6145213"/>
          <p14:tracePt t="205119" x="6772275" y="6119813"/>
          <p14:tracePt t="205125" x="6696075" y="6081713"/>
          <p14:tracePt t="205135" x="6659563" y="6056313"/>
          <p14:tracePt t="205141" x="6646863" y="6032500"/>
          <p14:tracePt t="205149" x="6634163" y="6032500"/>
          <p14:tracePt t="205157" x="6621463" y="6007100"/>
          <p14:tracePt t="205165" x="6621463" y="5981700"/>
          <p14:tracePt t="205173" x="6621463" y="5969000"/>
          <p14:tracePt t="205181" x="6621463" y="5956300"/>
          <p14:tracePt t="205189" x="6621463" y="5932488"/>
          <p14:tracePt t="205197" x="6621463" y="5894388"/>
          <p14:tracePt t="205205" x="6621463" y="5856288"/>
          <p14:tracePt t="205221" x="6621463" y="5832475"/>
          <p14:tracePt t="205229" x="6634163" y="5807075"/>
          <p14:tracePt t="205237" x="6646863" y="5794375"/>
          <p14:tracePt t="205245" x="6659563" y="5781675"/>
          <p14:tracePt t="205253" x="6672263" y="5768975"/>
          <p14:tracePt t="205261" x="6708775" y="5768975"/>
          <p14:tracePt t="205271" x="6746875" y="5743575"/>
          <p14:tracePt t="205277" x="6759575" y="5732463"/>
          <p14:tracePt t="205287" x="6784975" y="5732463"/>
          <p14:tracePt t="205293" x="6821488" y="5719763"/>
          <p14:tracePt t="205302" x="6859588" y="5719763"/>
          <p14:tracePt t="205309" x="6897688" y="5681663"/>
          <p14:tracePt t="205319" x="6934200" y="5681663"/>
          <p14:tracePt t="205325" x="6959600" y="5668963"/>
          <p14:tracePt t="205335" x="6985000" y="5643563"/>
          <p14:tracePt t="205341" x="7010400" y="5643563"/>
          <p14:tracePt t="205352" x="7021513" y="5643563"/>
          <p14:tracePt t="205357" x="7034213" y="5630863"/>
          <p14:tracePt t="205365" x="7046913" y="5630863"/>
          <p14:tracePt t="205373" x="7059613" y="5630863"/>
          <p14:tracePt t="205381" x="7072313" y="5630863"/>
          <p14:tracePt t="205413" x="7085013" y="5630863"/>
          <p14:tracePt t="205429" x="7110413" y="5619750"/>
          <p14:tracePt t="205453" x="7123113" y="5619750"/>
          <p14:tracePt t="205461" x="7134225" y="5619750"/>
          <p14:tracePt t="205469" x="7146925" y="5619750"/>
          <p14:tracePt t="205493" x="7159625" y="5619750"/>
          <p14:tracePt t="205503" x="7172325" y="5619750"/>
          <p14:tracePt t="205519" x="7185025" y="5619750"/>
          <p14:tracePt t="205701" x="7197725" y="5619750"/>
          <p14:tracePt t="205718" x="7210425" y="5619750"/>
          <p14:tracePt t="205725" x="7223125" y="5630863"/>
          <p14:tracePt t="205734" x="7223125" y="5643563"/>
          <p14:tracePt t="205742" x="7223125" y="5656263"/>
          <p14:tracePt t="205754" x="7223125" y="5668963"/>
          <p14:tracePt t="205758" x="7223125" y="5694363"/>
          <p14:tracePt t="205768" x="7223125" y="5707063"/>
          <p14:tracePt t="205773" x="7223125" y="5719763"/>
          <p14:tracePt t="205781" x="7223125" y="5743575"/>
          <p14:tracePt t="205789" x="7223125" y="5756275"/>
          <p14:tracePt t="205805" x="7235825" y="5781675"/>
          <p14:tracePt t="205813" x="7246938" y="5794375"/>
          <p14:tracePt t="205829" x="7246938" y="5807075"/>
          <p14:tracePt t="205869" x="7246938" y="5819775"/>
          <p14:tracePt t="205877" x="7259638" y="5819775"/>
          <p14:tracePt t="205886" x="7259638" y="5832475"/>
          <p14:tracePt t="205909" x="7259638" y="5843588"/>
          <p14:tracePt t="205925" x="7259638" y="5856288"/>
          <p14:tracePt t="205935" x="7259638" y="5868988"/>
          <p14:tracePt t="205957" x="7272338" y="5894388"/>
          <p14:tracePt t="205966" x="7272338" y="5907088"/>
          <p14:tracePt t="205981" x="7272338" y="5932488"/>
          <p14:tracePt t="205989" x="7259638" y="5956300"/>
          <p14:tracePt t="205997" x="7246938" y="5981700"/>
          <p14:tracePt t="206013" x="7235825" y="6007100"/>
          <p14:tracePt t="206021" x="7223125" y="6019800"/>
          <p14:tracePt t="206037" x="7223125" y="6032500"/>
          <p14:tracePt t="206045" x="7210425" y="6045200"/>
          <p14:tracePt t="206094" x="7210425" y="6056313"/>
          <p14:tracePt t="206111" x="7197725" y="6056313"/>
          <p14:tracePt t="206119" x="7185025" y="6056313"/>
          <p14:tracePt t="206125" x="7185025" y="6069013"/>
          <p14:tracePt t="206198" x="7185025" y="6081713"/>
          <p14:tracePt t="207143" x="7185025" y="6094413"/>
          <p14:tracePt t="207182" x="7185025" y="6107113"/>
          <p14:tracePt t="207213" x="7185025" y="6119813"/>
          <p14:tracePt t="207229" x="7185025" y="6132513"/>
          <p14:tracePt t="207245" x="7185025" y="6145213"/>
          <p14:tracePt t="207269" x="7185025" y="6157913"/>
          <p14:tracePt t="207277" x="7185025" y="6169025"/>
          <p14:tracePt t="207309" x="7185025" y="6181725"/>
          <p14:tracePt t="207325" x="7185025" y="6194425"/>
          <p14:tracePt t="207334" x="7185025" y="6207125"/>
          <p14:tracePt t="207341" x="7185025" y="6219825"/>
          <p14:tracePt t="207357" x="7185025" y="6232525"/>
          <p14:tracePt t="207367" x="7185025" y="6245225"/>
          <p14:tracePt t="207373" x="7185025" y="6257925"/>
          <p14:tracePt t="207397" x="7185025" y="6269038"/>
          <p14:tracePt t="207405" x="7185025" y="6281738"/>
          <p14:tracePt t="207429" x="7185025" y="6294438"/>
          <p14:tracePt t="207446" x="7185025" y="6307138"/>
          <p14:tracePt t="207462" x="7185025" y="6319838"/>
          <p14:tracePt t="207567" x="7185025" y="6332538"/>
          <p14:tracePt t="207584" x="7185025" y="6357938"/>
          <p14:tracePt t="207589" x="7185025" y="6370638"/>
          <p14:tracePt t="207597" x="7185025" y="6381750"/>
          <p14:tracePt t="207629" x="7172325" y="6407150"/>
          <p14:tracePt t="207653" x="7159625" y="6419850"/>
          <p14:tracePt t="207758" x="7146925" y="6419850"/>
          <p14:tracePt t="207805" x="7146925" y="6432550"/>
          <p14:tracePt t="207829" x="7146925" y="6457950"/>
          <p14:tracePt t="207861" x="7123113" y="6457950"/>
          <p14:tracePt t="207973" x="7110413" y="6457950"/>
          <p14:tracePt t="207982" x="7097713" y="6457950"/>
          <p14:tracePt t="207997" x="7072313" y="6457950"/>
          <p14:tracePt t="208005" x="7072313" y="6445250"/>
          <p14:tracePt t="208021" x="7059613" y="6432550"/>
          <p14:tracePt t="208029" x="7046913" y="6407150"/>
          <p14:tracePt t="208045" x="7034213" y="6381750"/>
          <p14:tracePt t="208061" x="7021513" y="6370638"/>
          <p14:tracePt t="208069" x="7021513" y="6357938"/>
          <p14:tracePt t="208077" x="7010400" y="6345238"/>
          <p14:tracePt t="208085" x="7010400" y="6332538"/>
          <p14:tracePt t="208093" x="6997700" y="6332538"/>
          <p14:tracePt t="208102" x="6997700" y="6319838"/>
          <p14:tracePt t="208109" x="6985000" y="6307138"/>
          <p14:tracePt t="208141" x="6985000" y="6294438"/>
          <p14:tracePt t="208157" x="6985000" y="6281738"/>
          <p14:tracePt t="208173" x="6985000" y="6269038"/>
          <p14:tracePt t="208189" x="6985000" y="6245225"/>
          <p14:tracePt t="208205" x="6985000" y="6219825"/>
          <p14:tracePt t="208213" x="6985000" y="6207125"/>
          <p14:tracePt t="208221" x="6985000" y="6194425"/>
          <p14:tracePt t="208229" x="6985000" y="6169025"/>
          <p14:tracePt t="208237" x="6985000" y="6157913"/>
          <p14:tracePt t="208245" x="6997700" y="6132513"/>
          <p14:tracePt t="208253" x="6997700" y="6107113"/>
          <p14:tracePt t="208261" x="7010400" y="6081713"/>
          <p14:tracePt t="208277" x="7034213" y="6069013"/>
          <p14:tracePt t="208285" x="7034213" y="6056313"/>
          <p14:tracePt t="208293" x="7059613" y="6045200"/>
          <p14:tracePt t="208301" x="7072313" y="6032500"/>
          <p14:tracePt t="208317" x="7097713" y="6032500"/>
          <p14:tracePt t="208325" x="7110413" y="6019800"/>
          <p14:tracePt t="208333" x="7134225" y="6007100"/>
          <p14:tracePt t="208341" x="7146925" y="6007100"/>
          <p14:tracePt t="208350" x="7172325" y="5981700"/>
          <p14:tracePt t="208368" x="7197725" y="5981700"/>
          <p14:tracePt t="208373" x="7210425" y="5981700"/>
          <p14:tracePt t="208383" x="7235825" y="5981700"/>
          <p14:tracePt t="208389" x="7246938" y="5981700"/>
          <p14:tracePt t="208399" x="7259638" y="5956300"/>
          <p14:tracePt t="208405" x="7272338" y="5956300"/>
          <p14:tracePt t="208416" x="7285038" y="5956300"/>
          <p14:tracePt t="208421" x="7297738" y="5945188"/>
          <p14:tracePt t="208431" x="7323138" y="5945188"/>
          <p14:tracePt t="208453" x="7348538" y="5945188"/>
          <p14:tracePt t="208461" x="7359650" y="5945188"/>
          <p14:tracePt t="208477" x="7385050" y="5945188"/>
          <p14:tracePt t="208493" x="7397750" y="5945188"/>
          <p14:tracePt t="208517" x="7423150" y="5945188"/>
          <p14:tracePt t="208557" x="7435850" y="5945188"/>
          <p14:tracePt t="208567" x="7459663" y="5945188"/>
          <p14:tracePt t="208573" x="7459663" y="5956300"/>
          <p14:tracePt t="208605" x="7472363" y="5956300"/>
          <p14:tracePt t="208613" x="7472363" y="5969000"/>
          <p14:tracePt t="208789" x="7472363" y="5981700"/>
          <p14:tracePt t="210517" x="7472363" y="5994400"/>
          <p14:tracePt t="210573" x="7472363" y="6007100"/>
          <p14:tracePt t="210605" x="7472363" y="6019800"/>
          <p14:tracePt t="210629" x="7472363" y="6032500"/>
          <p14:tracePt t="210647" x="7472363" y="6045200"/>
          <p14:tracePt t="210678" x="7472363" y="6056313"/>
          <p14:tracePt t="210701" x="7472363" y="6069013"/>
          <p14:tracePt t="210709" x="7472363" y="6081713"/>
          <p14:tracePt t="210717" x="7472363" y="6094413"/>
          <p14:tracePt t="210733" x="7472363" y="6107113"/>
          <p14:tracePt t="210741" x="7459663" y="6119813"/>
          <p14:tracePt t="210774" x="7448550" y="6132513"/>
          <p14:tracePt t="210837" x="7448550" y="6145213"/>
          <p14:tracePt t="212598" x="7448550" y="6157913"/>
          <p14:tracePt t="212701" x="7448550" y="6169025"/>
          <p14:tracePt t="212709" x="7448550" y="6207125"/>
          <p14:tracePt t="212717" x="7448550" y="6257925"/>
          <p14:tracePt t="212726" x="7423150" y="6294438"/>
          <p14:tracePt t="212742" x="7410450" y="6307138"/>
          <p14:tracePt t="212749" x="7385050" y="6345238"/>
          <p14:tracePt t="212757" x="7372350" y="6370638"/>
          <p14:tracePt t="212813" x="7359650" y="6394450"/>
          <p14:tracePt t="212845" x="7348538" y="6419850"/>
          <p14:tracePt t="212893" x="7323138" y="6432550"/>
          <p14:tracePt t="212910" x="7310438" y="6445250"/>
          <p14:tracePt t="212942" x="7285038" y="6445250"/>
          <p14:tracePt t="212949" x="7272338" y="6445250"/>
          <p14:tracePt t="212957" x="7259638" y="6445250"/>
          <p14:tracePt t="212965" x="7246938" y="6445250"/>
          <p14:tracePt t="212973" x="7235825" y="6445250"/>
          <p14:tracePt t="212981" x="7223125" y="6445250"/>
          <p14:tracePt t="212989" x="7210425" y="6445250"/>
          <p14:tracePt t="212997" x="7185025" y="6445250"/>
          <p14:tracePt t="213005" x="7172325" y="6445250"/>
          <p14:tracePt t="213013" x="7159625" y="6457950"/>
          <p14:tracePt t="213021" x="7134225" y="6470650"/>
          <p14:tracePt t="213029" x="7110413" y="6470650"/>
          <p14:tracePt t="213037" x="7085013" y="6470650"/>
          <p14:tracePt t="213045" x="7046913" y="6470650"/>
          <p14:tracePt t="213053" x="7021513" y="6470650"/>
          <p14:tracePt t="213062" x="6997700" y="6470650"/>
          <p14:tracePt t="213078" x="6972300" y="6470650"/>
          <p14:tracePt t="213085" x="6959600" y="6470650"/>
          <p14:tracePt t="213095" x="6946900" y="6470650"/>
          <p14:tracePt t="213101" x="6921500" y="6470650"/>
          <p14:tracePt t="213111" x="6910388" y="6470650"/>
          <p14:tracePt t="213117" x="6910388" y="6457950"/>
          <p14:tracePt t="213127" x="6897688" y="6445250"/>
          <p14:tracePt t="213143" x="6884988" y="6445250"/>
          <p14:tracePt t="213159" x="6872288" y="6432550"/>
          <p14:tracePt t="213655" x="6872288" y="6419850"/>
          <p14:tracePt t="213749" x="6872288" y="6407150"/>
          <p14:tracePt t="215005" x="6872288" y="6394450"/>
          <p14:tracePt t="215053" x="6872288" y="6381750"/>
          <p14:tracePt t="215365" x="6859588" y="6370638"/>
          <p14:tracePt t="215375" x="6834188" y="6345238"/>
          <p14:tracePt t="215381" x="6759575" y="6345238"/>
          <p14:tracePt t="215390" x="6684963" y="6332538"/>
          <p14:tracePt t="215397" x="6621463" y="6332538"/>
          <p14:tracePt t="215407" x="6559550" y="6332538"/>
          <p14:tracePt t="215413" x="6472238" y="6332538"/>
          <p14:tracePt t="215421" x="6421438" y="6332538"/>
          <p14:tracePt t="215429" x="6370638" y="6332538"/>
          <p14:tracePt t="215437" x="6334125" y="6332538"/>
          <p14:tracePt t="215445" x="6296025" y="6332538"/>
          <p14:tracePt t="215453" x="6259513" y="6332538"/>
          <p14:tracePt t="215461" x="6246813" y="6332538"/>
          <p14:tracePt t="215469" x="6221413" y="6332538"/>
          <p14:tracePt t="215485" x="6208713" y="6332538"/>
          <p14:tracePt t="216805" x="6196013" y="6307138"/>
          <p14:tracePt t="216813" x="6170613" y="6281738"/>
          <p14:tracePt t="216829" x="6170613" y="6257925"/>
          <p14:tracePt t="216838" x="6157913" y="6245225"/>
          <p14:tracePt t="216870" x="6157913" y="6232525"/>
          <p14:tracePt t="216877" x="6157913" y="6219825"/>
          <p14:tracePt t="216909" x="6157913" y="6207125"/>
          <p14:tracePt t="216917" x="6157913" y="6194425"/>
          <p14:tracePt t="216925" x="6157913" y="6181725"/>
          <p14:tracePt t="216941" x="6157913" y="6169025"/>
          <p14:tracePt t="216949" x="6157913" y="6157913"/>
          <p14:tracePt t="216960" x="6157913" y="6145213"/>
          <p14:tracePt t="216966" x="6157913" y="6132513"/>
          <p14:tracePt t="216982" x="6157913" y="6107113"/>
          <p14:tracePt t="216997" x="6157913" y="6094413"/>
          <p14:tracePt t="217013" x="6157913" y="6069013"/>
          <p14:tracePt t="217029" x="6170613" y="6056313"/>
          <p14:tracePt t="217061" x="6183313" y="6007100"/>
          <p14:tracePt t="217285" x="6196013" y="5994400"/>
          <p14:tracePt t="217549" x="6196013" y="6019800"/>
          <p14:tracePt t="217559" x="6196013" y="6069013"/>
          <p14:tracePt t="217566" x="6196013" y="6107113"/>
          <p14:tracePt t="217575" x="6196013" y="6119813"/>
          <p14:tracePt t="217582" x="6196013" y="6157913"/>
          <p14:tracePt t="217591" x="6196013" y="6181725"/>
          <p14:tracePt t="217597" x="6196013" y="6207125"/>
          <p14:tracePt t="217608" x="6183313" y="6245225"/>
          <p14:tracePt t="217613" x="6170613" y="6269038"/>
          <p14:tracePt t="217623" x="6170613" y="6281738"/>
          <p14:tracePt t="217629" x="6157913" y="6307138"/>
          <p14:tracePt t="217639" x="6146800" y="6332538"/>
          <p14:tracePt t="217656" x="6146800" y="6357938"/>
          <p14:tracePt t="217661" x="6121400" y="6381750"/>
          <p14:tracePt t="217677" x="6108700" y="6394450"/>
          <p14:tracePt t="217725" x="6096000" y="6394450"/>
          <p14:tracePt t="217821" x="6083300" y="6394450"/>
          <p14:tracePt t="217829" x="6057900" y="6381750"/>
          <p14:tracePt t="217838" x="6034088" y="6370638"/>
          <p14:tracePt t="217845" x="6034088" y="6332538"/>
          <p14:tracePt t="217855" x="6021388" y="6307138"/>
          <p14:tracePt t="217872" x="6021388" y="6294438"/>
          <p14:tracePt t="217877" x="6021388" y="6257925"/>
          <p14:tracePt t="217885" x="6021388" y="6245225"/>
          <p14:tracePt t="217893" x="6021388" y="6207125"/>
          <p14:tracePt t="217901" x="6021388" y="6194425"/>
          <p14:tracePt t="217909" x="6021388" y="6181725"/>
          <p14:tracePt t="217917" x="6008688" y="6169025"/>
          <p14:tracePt t="217933" x="5995988" y="6145213"/>
          <p14:tracePt t="217941" x="5995988" y="6119813"/>
          <p14:tracePt t="217949" x="6021388" y="6069013"/>
          <p14:tracePt t="217957" x="6045200" y="6007100"/>
          <p14:tracePt t="217965" x="6070600" y="5969000"/>
          <p14:tracePt t="217974" x="6096000" y="5932488"/>
          <p14:tracePt t="217981" x="6108700" y="5894388"/>
          <p14:tracePt t="217990" x="6134100" y="5856288"/>
          <p14:tracePt t="217997" x="6183313" y="5794375"/>
          <p14:tracePt t="218006" x="6183313" y="5768975"/>
          <p14:tracePt t="218013" x="6196013" y="5743575"/>
          <p14:tracePt t="218022" x="6234113" y="5707063"/>
          <p14:tracePt t="218029" x="6259513" y="5681663"/>
          <p14:tracePt t="218038" x="6296025" y="5656263"/>
          <p14:tracePt t="218045" x="6359525" y="5643563"/>
          <p14:tracePt t="218061" x="6370638" y="5630863"/>
          <p14:tracePt t="218072" x="6383338" y="5619750"/>
          <p14:tracePt t="218077" x="6408738" y="5607050"/>
          <p14:tracePt t="218093" x="6446838" y="5594350"/>
          <p14:tracePt t="218101" x="6472238" y="5594350"/>
          <p14:tracePt t="218109" x="6483350" y="5594350"/>
          <p14:tracePt t="218125" x="6508750" y="5594350"/>
          <p14:tracePt t="218133" x="6521450" y="5594350"/>
          <p14:tracePt t="218141" x="6534150" y="5594350"/>
          <p14:tracePt t="218149" x="6546850" y="5594350"/>
          <p14:tracePt t="218157" x="6572250" y="5581650"/>
          <p14:tracePt t="218165" x="6584950" y="5568950"/>
          <p14:tracePt t="218173" x="6596063" y="5568950"/>
          <p14:tracePt t="218181" x="6621463" y="5568950"/>
          <p14:tracePt t="218206" x="6634163" y="5568950"/>
          <p14:tracePt t="218213" x="6646863" y="5568950"/>
          <p14:tracePt t="218254" x="6659563" y="5568950"/>
          <p14:tracePt t="218717" x="6672263" y="5581650"/>
          <p14:tracePt t="218725" x="6672263" y="5668963"/>
          <p14:tracePt t="218733" x="6672263" y="5694363"/>
          <p14:tracePt t="218741" x="6672263" y="5732463"/>
          <p14:tracePt t="218749" x="6672263" y="5781675"/>
          <p14:tracePt t="218757" x="6672263" y="5832475"/>
          <p14:tracePt t="218765" x="6672263" y="5868988"/>
          <p14:tracePt t="218773" x="6672263" y="5907088"/>
          <p14:tracePt t="218781" x="6646863" y="5932488"/>
          <p14:tracePt t="218789" x="6621463" y="5969000"/>
          <p14:tracePt t="218797" x="6621463" y="5994400"/>
          <p14:tracePt t="218805" x="6596063" y="6032500"/>
          <p14:tracePt t="218813" x="6584950" y="6045200"/>
          <p14:tracePt t="218822" x="6572250" y="6069013"/>
          <p14:tracePt t="218839" x="6546850" y="6094413"/>
          <p14:tracePt t="218855" x="6546850" y="6107113"/>
          <p14:tracePt t="218861" x="6546850" y="6119813"/>
          <p14:tracePt t="218872" x="6521450" y="6132513"/>
          <p14:tracePt t="218889" x="6508750" y="6157913"/>
          <p14:tracePt t="218893" x="6496050" y="6157913"/>
          <p14:tracePt t="218901" x="6496050" y="6169025"/>
          <p14:tracePt t="218909" x="6472238" y="6194425"/>
          <p14:tracePt t="218917" x="6459538" y="6207125"/>
          <p14:tracePt t="218925" x="6459538" y="6232525"/>
          <p14:tracePt t="218933" x="6421438" y="6257925"/>
          <p14:tracePt t="218941" x="6421438" y="6269038"/>
          <p14:tracePt t="218949" x="6408738" y="6294438"/>
          <p14:tracePt t="218957" x="6408738" y="6307138"/>
          <p14:tracePt t="218965" x="6370638" y="6345238"/>
          <p14:tracePt t="218973" x="6370638" y="6357938"/>
          <p14:tracePt t="218981" x="6359525" y="6381750"/>
          <p14:tracePt t="218989" x="6359525" y="6394450"/>
          <p14:tracePt t="218997" x="6346825" y="6407150"/>
          <p14:tracePt t="219005" x="6346825" y="6419850"/>
          <p14:tracePt t="219022" x="6334125" y="6432550"/>
          <p14:tracePt t="219045" x="6334125" y="6445250"/>
          <p14:tracePt t="219055" x="6334125" y="6457950"/>
          <p14:tracePt t="219077" x="6334125" y="6470650"/>
          <p14:tracePt t="219093" x="6334125" y="6483350"/>
          <p14:tracePt t="219105" x="6334125" y="6494463"/>
          <p14:tracePt t="219517" x="6334125" y="6507163"/>
          <p14:tracePt t="219525" x="6346825" y="6507163"/>
          <p14:tracePt t="219533" x="6359525" y="6507163"/>
          <p14:tracePt t="219541" x="6370638" y="6494463"/>
          <p14:tracePt t="219549" x="6370638" y="6483350"/>
          <p14:tracePt t="219557" x="6383338" y="6470650"/>
          <p14:tracePt t="219565" x="6383338" y="6457950"/>
          <p14:tracePt t="219573" x="6396038" y="6419850"/>
          <p14:tracePt t="219581" x="6408738" y="6407150"/>
          <p14:tracePt t="219589" x="6421438" y="6394450"/>
          <p14:tracePt t="219597" x="6421438" y="6370638"/>
          <p14:tracePt t="219605" x="6421438" y="6357938"/>
          <p14:tracePt t="219613" x="6421438" y="6345238"/>
          <p14:tracePt t="219622" x="6421438" y="6319838"/>
          <p14:tracePt t="219629" x="6421438" y="6307138"/>
          <p14:tracePt t="219638" x="6421438" y="6294438"/>
          <p14:tracePt t="219654" x="6421438" y="6269038"/>
          <p14:tracePt t="219671" x="6421438" y="6257925"/>
          <p14:tracePt t="219693" x="6421438" y="6245225"/>
          <p14:tracePt t="219703" x="6421438" y="6232525"/>
          <p14:tracePt t="219709" x="6421438" y="6219825"/>
          <p14:tracePt t="219717" x="6421438" y="6207125"/>
          <p14:tracePt t="219725" x="6421438" y="6194425"/>
          <p14:tracePt t="219733" x="6421438" y="6181725"/>
          <p14:tracePt t="219741" x="6421438" y="6157913"/>
          <p14:tracePt t="219749" x="6421438" y="6145213"/>
          <p14:tracePt t="219765" x="6421438" y="6119813"/>
          <p14:tracePt t="219781" x="6421438" y="6107113"/>
          <p14:tracePt t="219789" x="6434138" y="6094413"/>
          <p14:tracePt t="219805" x="6434138" y="6081713"/>
          <p14:tracePt t="219838" x="6446838" y="6069013"/>
          <p14:tracePt t="219885" x="6446838" y="6045200"/>
          <p14:tracePt t="219902" x="6446838" y="6032500"/>
          <p14:tracePt t="219917" x="6446838" y="6007100"/>
          <p14:tracePt t="219933" x="6459538" y="5994400"/>
          <p14:tracePt t="219949" x="6459538" y="5969000"/>
          <p14:tracePt t="219973" x="6459538" y="5956300"/>
          <p14:tracePt t="220005" x="6459538" y="5932488"/>
          <p14:tracePt t="220029" x="6459538" y="5919788"/>
          <p14:tracePt t="220045" x="6472238" y="5894388"/>
          <p14:tracePt t="220054" x="6472238" y="5881688"/>
          <p14:tracePt t="220085" x="6472238" y="5856288"/>
          <p14:tracePt t="220373" x="6472238" y="5843588"/>
          <p14:tracePt t="220389" x="6472238" y="5819775"/>
          <p14:tracePt t="220397" x="6472238" y="5807075"/>
          <p14:tracePt t="220405" x="6472238" y="5781675"/>
          <p14:tracePt t="220413" x="6472238" y="5756275"/>
          <p14:tracePt t="220422" x="6472238" y="5719763"/>
          <p14:tracePt t="220429" x="6472238" y="5681663"/>
          <p14:tracePt t="220438" x="6472238" y="5643563"/>
          <p14:tracePt t="220445" x="6472238" y="5594350"/>
          <p14:tracePt t="220454" x="6472238" y="5581650"/>
          <p14:tracePt t="220461" x="6472238" y="5530850"/>
          <p14:tracePt t="220470" x="6472238" y="5494338"/>
          <p14:tracePt t="220487" x="6472238" y="5468938"/>
          <p14:tracePt t="220493" x="6472238" y="5430838"/>
          <p14:tracePt t="220503" x="6472238" y="5407025"/>
          <p14:tracePt t="220521" x="6472238" y="5381625"/>
          <p14:tracePt t="220525" x="6472238" y="5368925"/>
          <p14:tracePt t="220541" x="6472238" y="5356225"/>
          <p14:tracePt t="220549" x="6472238" y="5343525"/>
          <p14:tracePt t="220589" x="6472238" y="5330825"/>
          <p14:tracePt t="220862" x="6496050" y="5305425"/>
          <p14:tracePt t="220877" x="6508750" y="5294313"/>
          <p14:tracePt t="220893" x="6534150" y="5243513"/>
          <p14:tracePt t="220902" x="6546850" y="5243513"/>
          <p14:tracePt t="220909" x="6546850" y="5205413"/>
          <p14:tracePt t="220917" x="6559550" y="5181600"/>
          <p14:tracePt t="220925" x="6559550" y="5168900"/>
          <p14:tracePt t="220936" x="6584950" y="5118100"/>
          <p14:tracePt t="220941" x="6584950" y="5105400"/>
          <p14:tracePt t="220952" x="6596063" y="5092700"/>
          <p14:tracePt t="220965" x="6608763" y="5081588"/>
          <p14:tracePt t="221661" x="6608763" y="5118100"/>
          <p14:tracePt t="221669" x="6608763" y="5156200"/>
          <p14:tracePt t="221677" x="6608763" y="5194300"/>
          <p14:tracePt t="221686" x="6608763" y="5243513"/>
          <p14:tracePt t="221693" x="6584950" y="5294313"/>
          <p14:tracePt t="221703" x="6559550" y="5356225"/>
          <p14:tracePt t="221709" x="6546850" y="5381625"/>
          <p14:tracePt t="221719" x="6534150" y="5430838"/>
          <p14:tracePt t="221725" x="6483350" y="5494338"/>
          <p14:tracePt t="221735" x="6459538" y="5518150"/>
          <p14:tracePt t="221741" x="6446838" y="5568950"/>
          <p14:tracePt t="221751" x="6421438" y="5619750"/>
          <p14:tracePt t="221757" x="6408738" y="5643563"/>
          <p14:tracePt t="221767" x="6396038" y="5681663"/>
          <p14:tracePt t="221773" x="6359525" y="5707063"/>
          <p14:tracePt t="221782" x="6346825" y="5743575"/>
          <p14:tracePt t="221789" x="6321425" y="5781675"/>
          <p14:tracePt t="221797" x="6321425" y="5807075"/>
          <p14:tracePt t="221805" x="6308725" y="5819775"/>
          <p14:tracePt t="221813" x="6296025" y="5832475"/>
          <p14:tracePt t="221821" x="6296025" y="5843588"/>
          <p14:tracePt t="221829" x="6270625" y="5868988"/>
          <p14:tracePt t="221837" x="6259513" y="5907088"/>
          <p14:tracePt t="221845" x="6246813" y="5919788"/>
          <p14:tracePt t="221853" x="6208713" y="5945188"/>
          <p14:tracePt t="221861" x="6208713" y="5969000"/>
          <p14:tracePt t="221870" x="6183313" y="6007100"/>
          <p14:tracePt t="221877" x="6170613" y="6032500"/>
          <p14:tracePt t="221886" x="6170613" y="6045200"/>
          <p14:tracePt t="221893" x="6157913" y="6081713"/>
          <p14:tracePt t="221903" x="6146800" y="6094413"/>
          <p14:tracePt t="221909" x="6146800" y="6107113"/>
          <p14:tracePt t="221919" x="6134100" y="6107113"/>
          <p14:tracePt t="221925" x="6134100" y="6119813"/>
          <p14:tracePt t="221941" x="6134100" y="6145213"/>
          <p14:tracePt t="221951" x="6108700" y="6145213"/>
          <p14:tracePt t="221957" x="6096000" y="6157913"/>
          <p14:tracePt t="221968" x="6083300" y="6169025"/>
          <p14:tracePt t="221973" x="6083300" y="6181725"/>
          <p14:tracePt t="221981" x="6057900" y="6207125"/>
          <p14:tracePt t="221997" x="6045200" y="6232525"/>
          <p14:tracePt t="222005" x="6034088" y="6245225"/>
          <p14:tracePt t="222013" x="6021388" y="6257925"/>
          <p14:tracePt t="222021" x="6008688" y="6257925"/>
          <p14:tracePt t="222029" x="6008688" y="6269038"/>
          <p14:tracePt t="222037" x="5995988" y="6281738"/>
          <p14:tracePt t="222069" x="5983288" y="6294438"/>
          <p14:tracePt t="222077" x="5970588" y="6319838"/>
          <p14:tracePt t="222093" x="5957888" y="6319838"/>
          <p14:tracePt t="222102" x="5957888" y="6332538"/>
          <p14:tracePt t="222119" x="5945188" y="6345238"/>
          <p14:tracePt t="222135" x="5932488" y="6357938"/>
          <p14:tracePt t="222151" x="5921375" y="6370638"/>
          <p14:tracePt t="222157" x="5921375" y="6381750"/>
          <p14:tracePt t="222168" x="5908675" y="6381750"/>
          <p14:tracePt t="222182" x="5895975" y="6394450"/>
          <p14:tracePt t="222197" x="5883275" y="6407150"/>
          <p14:tracePt t="222229" x="5883275" y="6419850"/>
          <p14:tracePt t="222294" x="5870575" y="6419850"/>
          <p14:tracePt t="222309" x="5857875" y="6419850"/>
          <p14:tracePt t="222333" x="5832475" y="6419850"/>
          <p14:tracePt t="222351" x="5808663" y="6445250"/>
          <p14:tracePt t="222389" x="5795963" y="6445250"/>
          <p14:tracePt t="222405" x="5770563" y="6445250"/>
          <p14:tracePt t="222445" x="5745163" y="6445250"/>
          <p14:tracePt t="222453" x="5719763" y="6457950"/>
          <p14:tracePt t="222461" x="5695950" y="6457950"/>
          <p14:tracePt t="222477" x="5657850" y="6457950"/>
          <p14:tracePt t="222485" x="5645150" y="6457950"/>
          <p14:tracePt t="222501" x="5607050" y="6457950"/>
          <p14:tracePt t="222509" x="5583238" y="6457950"/>
          <p14:tracePt t="222519" x="5557838" y="6457950"/>
          <p14:tracePt t="222535" x="5545138" y="6457950"/>
          <p14:tracePt t="222541" x="5519738" y="6457950"/>
          <p14:tracePt t="222557" x="5519738" y="6445250"/>
          <p14:tracePt t="222568" x="5507038" y="6432550"/>
          <p14:tracePt t="222573" x="5495925" y="6419850"/>
          <p14:tracePt t="222585" x="5483225" y="6407150"/>
          <p14:tracePt t="222589" x="5483225" y="6381750"/>
          <p14:tracePt t="222605" x="5470525" y="6357938"/>
          <p14:tracePt t="222613" x="5457825" y="6332538"/>
          <p14:tracePt t="222621" x="5457825" y="6319838"/>
          <p14:tracePt t="222629" x="5457825" y="6294438"/>
          <p14:tracePt t="222637" x="5457825" y="6257925"/>
          <p14:tracePt t="222645" x="5457825" y="6232525"/>
          <p14:tracePt t="222653" x="5457825" y="6194425"/>
          <p14:tracePt t="222661" x="5457825" y="6181725"/>
          <p14:tracePt t="222669" x="5457825" y="6157913"/>
          <p14:tracePt t="222677" x="5457825" y="6119813"/>
          <p14:tracePt t="222685" x="5457825" y="6094413"/>
          <p14:tracePt t="222693" x="5457825" y="6081713"/>
          <p14:tracePt t="222701" x="5457825" y="6056313"/>
          <p14:tracePt t="222709" x="5483225" y="6032500"/>
          <p14:tracePt t="222725" x="5483225" y="6019800"/>
          <p14:tracePt t="222735" x="5495925" y="6007100"/>
          <p14:tracePt t="222741" x="5495925" y="5994400"/>
          <p14:tracePt t="222773" x="5507038" y="5981700"/>
          <p14:tracePt t="222782" x="5519738" y="5981700"/>
          <p14:tracePt t="222789" x="5532438" y="5969000"/>
          <p14:tracePt t="222798" x="5532438" y="5956300"/>
          <p14:tracePt t="222813" x="5557838" y="5945188"/>
          <p14:tracePt t="222829" x="5570538" y="5932488"/>
          <p14:tracePt t="222837" x="5607050" y="5894388"/>
          <p14:tracePt t="222853" x="5619750" y="5894388"/>
          <p14:tracePt t="222861" x="5632450" y="5881688"/>
          <p14:tracePt t="222877" x="5645150" y="5868988"/>
          <p14:tracePt t="222885" x="5645150" y="5856288"/>
          <p14:tracePt t="222902" x="5657850" y="5856288"/>
          <p14:tracePt t="222918" x="5657850" y="5843588"/>
          <p14:tracePt t="222925" x="5670550" y="5843588"/>
          <p14:tracePt t="222934" x="5683250" y="5843588"/>
          <p14:tracePt t="222957" x="5719763" y="5832475"/>
          <p14:tracePt t="222968" x="5719763" y="5819775"/>
          <p14:tracePt t="222984" x="5745163" y="5819775"/>
          <p14:tracePt t="222989" x="5757863" y="5819775"/>
          <p14:tracePt t="223000" x="5770563" y="5819775"/>
          <p14:tracePt t="223005" x="5783263" y="5819775"/>
          <p14:tracePt t="223013" x="5795963" y="5819775"/>
          <p14:tracePt t="223021" x="5808663" y="5819775"/>
          <p14:tracePt t="223029" x="5832475" y="5819775"/>
          <p14:tracePt t="223037" x="5832475" y="5807075"/>
          <p14:tracePt t="223045" x="5845175" y="5807075"/>
          <p14:tracePt t="223061" x="5857875" y="5807075"/>
          <p14:tracePt t="223070" x="5870575" y="5807075"/>
          <p14:tracePt t="223101" x="5883275" y="5807075"/>
          <p14:tracePt t="223125" x="5895975" y="5807075"/>
          <p14:tracePt t="223141" x="5908675" y="5807075"/>
          <p14:tracePt t="223182" x="5921375" y="5807075"/>
          <p14:tracePt t="223190" x="5932488" y="5807075"/>
          <p14:tracePt t="223205" x="5932488" y="5819775"/>
          <p14:tracePt t="223245" x="5945188" y="5832475"/>
          <p14:tracePt t="223253" x="5957888" y="5843588"/>
          <p14:tracePt t="223261" x="5957888" y="5868988"/>
          <p14:tracePt t="223277" x="5957888" y="5881688"/>
          <p14:tracePt t="223285" x="5970588" y="5894388"/>
          <p14:tracePt t="223301" x="5970588" y="5919788"/>
          <p14:tracePt t="223309" x="5970588" y="5932488"/>
          <p14:tracePt t="223317" x="5983288" y="5932488"/>
          <p14:tracePt t="223334" x="5983288" y="5956300"/>
          <p14:tracePt t="223341" x="5983288" y="5969000"/>
          <p14:tracePt t="223357" x="5983288" y="5981700"/>
          <p14:tracePt t="223367" x="5983288" y="6007100"/>
          <p14:tracePt t="223373" x="5995988" y="6019800"/>
          <p14:tracePt t="223389" x="5995988" y="6056313"/>
          <p14:tracePt t="223399" x="5995988" y="6069013"/>
          <p14:tracePt t="223405" x="5995988" y="6094413"/>
          <p14:tracePt t="223421" x="5995988" y="6132513"/>
          <p14:tracePt t="223437" x="5995988" y="6157913"/>
          <p14:tracePt t="223445" x="5995988" y="6169025"/>
          <p14:tracePt t="223461" x="5995988" y="6181725"/>
          <p14:tracePt t="223469" x="5995988" y="6194425"/>
          <p14:tracePt t="223485" x="5995988" y="6207125"/>
          <p14:tracePt t="223493" x="5995988" y="6219825"/>
          <p14:tracePt t="223509" x="5995988" y="6232525"/>
          <p14:tracePt t="223517" x="5995988" y="6245225"/>
          <p14:tracePt t="223525" x="5995988" y="6257925"/>
          <p14:tracePt t="223541" x="5983288" y="6269038"/>
          <p14:tracePt t="223551" x="5957888" y="6294438"/>
          <p14:tracePt t="223557" x="5945188" y="6294438"/>
          <p14:tracePt t="223573" x="5932488" y="6294438"/>
          <p14:tracePt t="223583" x="5908675" y="6307138"/>
          <p14:tracePt t="223589" x="5883275" y="6319838"/>
          <p14:tracePt t="223605" x="5870575" y="6319838"/>
          <p14:tracePt t="223613" x="5857875" y="6319838"/>
          <p14:tracePt t="223621" x="5832475" y="6332538"/>
          <p14:tracePt t="223637" x="5821363" y="6332538"/>
          <p14:tracePt t="223645" x="5795963" y="6345238"/>
          <p14:tracePt t="223653" x="5757863" y="6357938"/>
          <p14:tracePt t="223661" x="5719763" y="6370638"/>
          <p14:tracePt t="223669" x="5683250" y="6381750"/>
          <p14:tracePt t="223677" x="5657850" y="6381750"/>
          <p14:tracePt t="223686" x="5632450" y="6394450"/>
          <p14:tracePt t="223693" x="5595938" y="6394450"/>
          <p14:tracePt t="223701" x="5570538" y="6419850"/>
          <p14:tracePt t="223709" x="5545138" y="6419850"/>
          <p14:tracePt t="223717" x="5507038" y="6432550"/>
          <p14:tracePt t="223725" x="5470525" y="6432550"/>
          <p14:tracePt t="223734" x="5419725" y="6445250"/>
          <p14:tracePt t="223741" x="5383213" y="6445250"/>
          <p14:tracePt t="223751" x="5357813" y="6445250"/>
          <p14:tracePt t="223757" x="5319713" y="6445250"/>
          <p14:tracePt t="223766" x="5307013" y="6445250"/>
          <p14:tracePt t="223773" x="5281613" y="6445250"/>
          <p14:tracePt t="223783" x="5257800" y="6445250"/>
          <p14:tracePt t="223789" x="5232400" y="6445250"/>
          <p14:tracePt t="223799" x="5232400" y="6470650"/>
          <p14:tracePt t="223805" x="5219700" y="6483350"/>
          <p14:tracePt t="223816" x="5207000" y="6483350"/>
          <p14:tracePt t="223821" x="5194300" y="6483350"/>
          <p14:tracePt t="223829" x="5181600" y="6483350"/>
          <p14:tracePt t="223861" x="5170488" y="6483350"/>
          <p14:tracePt t="223877" x="5157788" y="6483350"/>
          <p14:tracePt t="223885" x="5157788" y="6457950"/>
          <p14:tracePt t="223893" x="5157788" y="6432550"/>
          <p14:tracePt t="223901" x="5157788" y="6394450"/>
          <p14:tracePt t="223909" x="5157788" y="6370638"/>
          <p14:tracePt t="223917" x="5157788" y="6332538"/>
          <p14:tracePt t="223925" x="5157788" y="6307138"/>
          <p14:tracePt t="223934" x="5157788" y="6294438"/>
          <p14:tracePt t="223941" x="5157788" y="6257925"/>
          <p14:tracePt t="223950" x="5157788" y="6219825"/>
          <p14:tracePt t="223957" x="5170488" y="6194425"/>
          <p14:tracePt t="223967" x="5170488" y="6169025"/>
          <p14:tracePt t="223973" x="5194300" y="6157913"/>
          <p14:tracePt t="223983" x="5194300" y="6145213"/>
          <p14:tracePt t="223989" x="5232400" y="6107113"/>
          <p14:tracePt t="223999" x="5245100" y="6107113"/>
          <p14:tracePt t="224005" x="5257800" y="6081713"/>
          <p14:tracePt t="224016" x="5270500" y="6069013"/>
          <p14:tracePt t="224021" x="5332413" y="6056313"/>
          <p14:tracePt t="224029" x="5383213" y="6019800"/>
          <p14:tracePt t="224037" x="5432425" y="6007100"/>
          <p14:tracePt t="224045" x="5457825" y="5994400"/>
          <p14:tracePt t="224053" x="5470525" y="5981700"/>
          <p14:tracePt t="224061" x="5495925" y="5981700"/>
          <p14:tracePt t="224069" x="5519738" y="5969000"/>
          <p14:tracePt t="224077" x="5545138" y="5969000"/>
          <p14:tracePt t="224093" x="5557838" y="5969000"/>
          <p14:tracePt t="224101" x="5570538" y="5969000"/>
          <p14:tracePt t="224117" x="5607050" y="5969000"/>
          <p14:tracePt t="224134" x="5619750" y="5969000"/>
          <p14:tracePt t="224141" x="5645150" y="5969000"/>
          <p14:tracePt t="224149" x="5683250" y="5969000"/>
          <p14:tracePt t="224157" x="5719763" y="5969000"/>
          <p14:tracePt t="224166" x="5745163" y="5969000"/>
          <p14:tracePt t="224173" x="5783263" y="5969000"/>
          <p14:tracePt t="224189" x="5795963" y="5969000"/>
          <p14:tracePt t="224198" x="5821363" y="5969000"/>
          <p14:tracePt t="224216" x="5832475" y="5969000"/>
          <p14:tracePt t="224229" x="5857875" y="5969000"/>
          <p14:tracePt t="224285" x="5870575" y="5969000"/>
          <p14:tracePt t="224293" x="5883275" y="5969000"/>
          <p14:tracePt t="224669" x="5870575" y="5981700"/>
          <p14:tracePt t="224677" x="5870575" y="6007100"/>
          <p14:tracePt t="224685" x="5870575" y="6019800"/>
          <p14:tracePt t="224709" x="5870575" y="6045200"/>
          <p14:tracePt t="224719" x="5870575" y="6056313"/>
          <p14:tracePt t="224735" x="5870575" y="6081713"/>
          <p14:tracePt t="224743" x="5857875" y="6094413"/>
          <p14:tracePt t="224752" x="5857875" y="6107113"/>
          <p14:tracePt t="224757" x="5845175" y="6132513"/>
          <p14:tracePt t="224774" x="5832475" y="6145213"/>
          <p14:tracePt t="224783" x="5821363" y="6169025"/>
          <p14:tracePt t="224789" x="5821363" y="6181725"/>
          <p14:tracePt t="224799" x="5808663" y="6194425"/>
          <p14:tracePt t="224805" x="5808663" y="6207125"/>
          <p14:tracePt t="224821" x="5783263" y="6257925"/>
          <p14:tracePt t="224832" x="5770563" y="6257925"/>
          <p14:tracePt t="224837" x="5770563" y="6269038"/>
          <p14:tracePt t="224845" x="5745163" y="6294438"/>
          <p14:tracePt t="224853" x="5708650" y="6319838"/>
          <p14:tracePt t="224861" x="5695950" y="6319838"/>
          <p14:tracePt t="224883" x="5645150" y="6345238"/>
          <p14:tracePt t="224885" x="5607050" y="6357938"/>
          <p14:tracePt t="224901" x="5570538" y="6357938"/>
          <p14:tracePt t="224909" x="5557838" y="6357938"/>
          <p14:tracePt t="224917" x="5545138" y="6357938"/>
          <p14:tracePt t="224925" x="5519738" y="6357938"/>
          <p14:tracePt t="224933" x="5483225" y="6357938"/>
          <p14:tracePt t="224941" x="5457825" y="6357938"/>
          <p14:tracePt t="224949" x="5432425" y="6357938"/>
          <p14:tracePt t="224957" x="5394325" y="6357938"/>
          <p14:tracePt t="224965" x="5332413" y="6357938"/>
          <p14:tracePt t="224973" x="5294313" y="6357938"/>
          <p14:tracePt t="224982" x="5270500" y="6357938"/>
          <p14:tracePt t="224989" x="5232400" y="6345238"/>
          <p14:tracePt t="224999" x="5207000" y="6332538"/>
          <p14:tracePt t="225005" x="5181600" y="6332538"/>
          <p14:tracePt t="225021" x="5157788" y="6307138"/>
          <p14:tracePt t="225029" x="5145088" y="6294438"/>
          <p14:tracePt t="225037" x="5145088" y="6281738"/>
          <p14:tracePt t="225048" x="5145088" y="6269038"/>
          <p14:tracePt t="225053" x="5145088" y="6232525"/>
          <p14:tracePt t="225061" x="5145088" y="6194425"/>
          <p14:tracePt t="225069" x="5145088" y="6157913"/>
          <p14:tracePt t="225077" x="5145088" y="6119813"/>
          <p14:tracePt t="225085" x="5145088" y="6069013"/>
          <p14:tracePt t="225093" x="5145088" y="6019800"/>
          <p14:tracePt t="225101" x="5145088" y="6007100"/>
          <p14:tracePt t="225109" x="5170488" y="5956300"/>
          <p14:tracePt t="225117" x="5207000" y="5907088"/>
          <p14:tracePt t="225125" x="5219700" y="5881688"/>
          <p14:tracePt t="225133" x="5219700" y="5868988"/>
          <p14:tracePt t="225141" x="5219700" y="5843588"/>
          <p14:tracePt t="225149" x="5245100" y="5832475"/>
          <p14:tracePt t="225157" x="5270500" y="5819775"/>
          <p14:tracePt t="225165" x="5294313" y="5781675"/>
          <p14:tracePt t="225173" x="5319713" y="5768975"/>
          <p14:tracePt t="225183" x="5345113" y="5719763"/>
          <p14:tracePt t="225189" x="5357813" y="5707063"/>
          <p14:tracePt t="225198" x="5383213" y="5694363"/>
          <p14:tracePt t="225205" x="5383213" y="5681663"/>
          <p14:tracePt t="225215" x="5407025" y="5668963"/>
          <p14:tracePt t="225221" x="5419725" y="5668963"/>
          <p14:tracePt t="225231" x="5432425" y="5668963"/>
          <p14:tracePt t="225262" x="5445125" y="5656263"/>
          <p14:tracePt t="225270" x="5470525" y="5643563"/>
          <p14:tracePt t="225301" x="5483225" y="5643563"/>
          <p14:tracePt t="225309" x="5532438" y="5607050"/>
          <p14:tracePt t="225325" x="5557838" y="5607050"/>
          <p14:tracePt t="225333" x="5570538" y="5607050"/>
          <p14:tracePt t="225349" x="5595938" y="5607050"/>
          <p14:tracePt t="225365" x="5607050" y="5594350"/>
          <p14:tracePt t="225414" x="5632450" y="5594350"/>
          <p14:tracePt t="225453" x="5645150" y="5594350"/>
          <p14:tracePt t="225477" x="5670550" y="5594350"/>
          <p14:tracePt t="225493" x="5683250" y="5568950"/>
          <p14:tracePt t="225575" x="5695950" y="5568950"/>
          <p14:tracePt t="225669" x="5708650" y="5568950"/>
          <p14:tracePt t="225791" x="5719763" y="5568950"/>
          <p14:tracePt t="225909" x="5719763" y="5581650"/>
          <p14:tracePt t="225941" x="5719763" y="5594350"/>
          <p14:tracePt t="225949" x="5719763" y="5607050"/>
          <p14:tracePt t="225997" x="5732463" y="5619750"/>
          <p14:tracePt t="226022" x="5745163" y="5630863"/>
          <p14:tracePt t="226038" x="5757863" y="5643563"/>
          <p14:tracePt t="226053" x="5757863" y="5656263"/>
          <p14:tracePt t="226062" x="5770563" y="5668963"/>
          <p14:tracePt t="226093" x="5783263" y="5694363"/>
          <p14:tracePt t="226125" x="5795963" y="5707063"/>
          <p14:tracePt t="226190" x="5795963" y="5719763"/>
          <p14:tracePt t="226198" x="5795963" y="5732463"/>
          <p14:tracePt t="226207" x="5795963" y="5743575"/>
          <p14:tracePt t="226221" x="5795963" y="5756275"/>
          <p14:tracePt t="226237" x="5795963" y="5781675"/>
          <p14:tracePt t="226247" x="5795963" y="5794375"/>
          <p14:tracePt t="226263" x="5808663" y="5807075"/>
          <p14:tracePt t="226280" x="5808663" y="5819775"/>
          <p14:tracePt t="226293" x="5808663" y="5832475"/>
          <p14:tracePt t="226325" x="5808663" y="5843588"/>
          <p14:tracePt t="226333" x="5821363" y="5868988"/>
          <p14:tracePt t="226349" x="5832475" y="5868988"/>
          <p14:tracePt t="226365" x="5832475" y="5894388"/>
          <p14:tracePt t="226381" x="5832475" y="5907088"/>
          <p14:tracePt t="226389" x="5832475" y="5945188"/>
          <p14:tracePt t="226405" x="5832475" y="5956300"/>
          <p14:tracePt t="226414" x="5832475" y="5969000"/>
          <p14:tracePt t="226434" x="5832475" y="5981700"/>
          <p14:tracePt t="226447" x="5832475" y="5994400"/>
          <p14:tracePt t="226462" x="5832475" y="6019800"/>
          <p14:tracePt t="226485" x="5832475" y="6032500"/>
          <p14:tracePt t="226501" x="5832475" y="6056313"/>
          <p14:tracePt t="226517" x="5832475" y="6069013"/>
          <p14:tracePt t="226525" x="5832475" y="6081713"/>
          <p14:tracePt t="226533" x="5832475" y="6094413"/>
          <p14:tracePt t="226549" x="5821363" y="6132513"/>
          <p14:tracePt t="226557" x="5808663" y="6145213"/>
          <p14:tracePt t="226565" x="5808663" y="6157913"/>
          <p14:tracePt t="226573" x="5783263" y="6194425"/>
          <p14:tracePt t="226581" x="5770563" y="6207125"/>
          <p14:tracePt t="226589" x="5770563" y="6219825"/>
          <p14:tracePt t="226598" x="5757863" y="6232525"/>
          <p14:tracePt t="226621" x="5745163" y="6232525"/>
          <p14:tracePt t="226653" x="5732463" y="6245225"/>
          <p14:tracePt t="226685" x="5719763" y="6245225"/>
          <p14:tracePt t="226701" x="5708650" y="6245225"/>
          <p14:tracePt t="226709" x="5683250" y="6245225"/>
          <p14:tracePt t="226717" x="5657850" y="6257925"/>
          <p14:tracePt t="226725" x="5657850" y="6269038"/>
          <p14:tracePt t="226733" x="5645150" y="6269038"/>
          <p14:tracePt t="226741" x="5632450" y="6269038"/>
          <p14:tracePt t="226757" x="5619750" y="6269038"/>
          <p14:tracePt t="226789" x="5607050" y="6269038"/>
          <p14:tracePt t="226797" x="5595938" y="6269038"/>
          <p14:tracePt t="226821" x="5583238" y="6269038"/>
          <p14:tracePt t="226831" x="5570538" y="6269038"/>
          <p14:tracePt t="226847" x="5545138" y="6257925"/>
          <p14:tracePt t="226869" x="5532438" y="6245225"/>
          <p14:tracePt t="226880" x="5519738" y="6245225"/>
          <p14:tracePt t="226885" x="5519738" y="6232525"/>
          <p14:tracePt t="226897" x="5507038" y="6232525"/>
          <p14:tracePt t="226909" x="5507038" y="6207125"/>
          <p14:tracePt t="226933" x="5507038" y="6194425"/>
          <p14:tracePt t="226965" x="5507038" y="6181725"/>
          <p14:tracePt t="226981" x="5507038" y="6169025"/>
          <p14:tracePt t="226998" x="5507038" y="6157913"/>
          <p14:tracePt t="227021" x="5507038" y="6145213"/>
          <p14:tracePt t="227053" x="5507038" y="6132513"/>
          <p14:tracePt t="227069" x="5507038" y="6119813"/>
          <p14:tracePt t="227151" x="5507038" y="6107113"/>
          <p14:tracePt t="227165" x="5507038" y="6081713"/>
          <p14:tracePt t="227493" x="5519738" y="6081713"/>
          <p14:tracePt t="227501" x="5519738" y="6094413"/>
          <p14:tracePt t="227510" x="5519738" y="6107113"/>
          <p14:tracePt t="227517" x="5519738" y="6119813"/>
          <p14:tracePt t="227525" x="5519738" y="6157913"/>
          <p14:tracePt t="227533" x="5507038" y="6181725"/>
          <p14:tracePt t="227541" x="5507038" y="6207125"/>
          <p14:tracePt t="227549" x="5507038" y="6219825"/>
          <p14:tracePt t="227557" x="5507038" y="6245225"/>
          <p14:tracePt t="227565" x="5507038" y="6257925"/>
          <p14:tracePt t="227581" x="5507038" y="6281738"/>
          <p14:tracePt t="227685" x="5507038" y="6294438"/>
          <p14:tracePt t="227701" x="5507038" y="6319838"/>
          <p14:tracePt t="227717" x="5507038" y="6332538"/>
          <p14:tracePt t="227733" x="5507038" y="6357938"/>
          <p14:tracePt t="227749" x="5507038" y="6381750"/>
          <p14:tracePt t="227757" x="5507038" y="6394450"/>
          <p14:tracePt t="227781" x="5507038" y="6407150"/>
          <p14:tracePt t="227805" x="5507038" y="6432550"/>
          <p14:tracePt t="227845" x="5507038" y="6445250"/>
          <p14:tracePt t="228094" x="5507038" y="6470650"/>
          <p14:tracePt t="228301" x="5532438" y="6470650"/>
          <p14:tracePt t="228333" x="5545138" y="6470650"/>
          <p14:tracePt t="228341" x="5583238" y="6445250"/>
          <p14:tracePt t="228349" x="5632450" y="6407150"/>
          <p14:tracePt t="228365" x="5632450" y="6381750"/>
          <p14:tracePt t="228382" x="5657850" y="6370638"/>
          <p14:tracePt t="228399" x="5670550" y="6345238"/>
          <p14:tracePt t="229853" x="5657850" y="6345238"/>
          <p14:tracePt t="229861" x="5657850" y="6357938"/>
          <p14:tracePt t="229878" x="5645150" y="6370638"/>
          <p14:tracePt t="229885" x="5619750" y="6370638"/>
          <p14:tracePt t="229917" x="5619750" y="6381750"/>
          <p14:tracePt t="229934" x="5595938" y="6394450"/>
          <p14:tracePt t="229951" x="5583238" y="6407150"/>
          <p14:tracePt t="229989" x="5570538" y="6419850"/>
          <p14:tracePt t="230262" x="5570538" y="6432550"/>
          <p14:tracePt t="230317" x="5583238" y="6432550"/>
          <p14:tracePt t="230326" x="5595938" y="6432550"/>
          <p14:tracePt t="230333" x="5607050" y="6432550"/>
          <p14:tracePt t="230343" x="5619750" y="6432550"/>
          <p14:tracePt t="230349" x="5632450" y="6432550"/>
          <p14:tracePt t="230359" x="5645150" y="6432550"/>
          <p14:tracePt t="230381" x="5657850" y="6432550"/>
          <p14:tracePt t="230397" x="5670550" y="6432550"/>
          <p14:tracePt t="230405" x="5683250" y="6432550"/>
          <p14:tracePt t="230437" x="5695950" y="6432550"/>
          <p14:tracePt t="230453" x="5708650" y="6432550"/>
          <p14:tracePt t="230461" x="5719763" y="6432550"/>
          <p14:tracePt t="230501" x="5732463" y="6432550"/>
          <p14:tracePt t="230517" x="5745163" y="6432550"/>
          <p14:tracePt t="230526" x="5757863" y="6432550"/>
          <p14:tracePt t="230669" x="5783263" y="6432550"/>
          <p14:tracePt t="230685" x="5795963" y="6419850"/>
          <p14:tracePt t="230725" x="5808663" y="6407150"/>
          <p14:tracePt t="230733" x="5821363" y="6407150"/>
          <p14:tracePt t="230773" x="5845175" y="6407150"/>
          <p14:tracePt t="230821" x="5845175" y="6394450"/>
          <p14:tracePt t="230869" x="5857875" y="6394450"/>
          <p14:tracePt t="230917" x="5857875" y="6381750"/>
          <p14:tracePt t="231013" x="5870575" y="6370638"/>
          <p14:tracePt t="231061" x="5883275" y="6370638"/>
          <p14:tracePt t="231069" x="5908675" y="6357938"/>
          <p14:tracePt t="231077" x="5921375" y="6357938"/>
          <p14:tracePt t="231085" x="5945188" y="6345238"/>
          <p14:tracePt t="231094" x="5970588" y="6332538"/>
          <p14:tracePt t="231101" x="6034088" y="6332538"/>
          <p14:tracePt t="231110" x="6045200" y="6332538"/>
          <p14:tracePt t="231117" x="6057900" y="6332538"/>
          <p14:tracePt t="231126" x="6096000" y="6332538"/>
          <p14:tracePt t="231133" x="6170613" y="6332538"/>
          <p14:tracePt t="231149" x="6234113" y="6332538"/>
          <p14:tracePt t="231159" x="6308725" y="6345238"/>
          <p14:tracePt t="231165" x="6334125" y="6345238"/>
          <p14:tracePt t="231175" x="6383338" y="6345238"/>
          <p14:tracePt t="231181" x="6421438" y="6345238"/>
          <p14:tracePt t="231190" x="6472238" y="6345238"/>
          <p14:tracePt t="231206" x="6496050" y="6345238"/>
          <p14:tracePt t="231213" x="6508750" y="6345238"/>
          <p14:tracePt t="231221" x="6534150" y="6345238"/>
          <p14:tracePt t="231229" x="6546850" y="6345238"/>
          <p14:tracePt t="231237" x="6572250" y="6345238"/>
          <p14:tracePt t="231245" x="6584950" y="6345238"/>
          <p14:tracePt t="231261" x="6596063" y="6345238"/>
          <p14:tracePt t="231269" x="6608763" y="6345238"/>
          <p14:tracePt t="231285" x="6621463" y="6345238"/>
          <p14:tracePt t="231293" x="6621463" y="6357938"/>
          <p14:tracePt t="231325" x="6634163" y="6357938"/>
          <p14:tracePt t="231333" x="6646863" y="6357938"/>
          <p14:tracePt t="231477" x="6659563" y="6357938"/>
          <p14:tracePt t="231581" x="6672263" y="6357938"/>
          <p14:tracePt t="231591" x="6684963" y="6357938"/>
          <p14:tracePt t="231597" x="6696075" y="6357938"/>
          <p14:tracePt t="231606" x="6721475" y="6357938"/>
          <p14:tracePt t="231622" x="6759575" y="6357938"/>
          <p14:tracePt t="231629" x="6772275" y="6357938"/>
          <p14:tracePt t="231637" x="6784975" y="6357938"/>
          <p14:tracePt t="231645" x="6808788" y="6357938"/>
          <p14:tracePt t="231653" x="6821488" y="6357938"/>
          <p14:tracePt t="231661" x="6834188" y="6357938"/>
          <p14:tracePt t="231669" x="6846888" y="6357938"/>
          <p14:tracePt t="231677" x="6859588" y="6357938"/>
          <p14:tracePt t="231685" x="6872288" y="6357938"/>
          <p14:tracePt t="231701" x="6884988" y="6357938"/>
          <p14:tracePt t="231709" x="6910388" y="6357938"/>
          <p14:tracePt t="231717" x="6934200" y="6357938"/>
          <p14:tracePt t="231725" x="6946900" y="6357938"/>
          <p14:tracePt t="231733" x="6959600" y="6357938"/>
          <p14:tracePt t="231742" x="6972300" y="6357938"/>
          <p14:tracePt t="231781" x="6985000" y="6357938"/>
          <p14:tracePt t="231797" x="6997700" y="6357938"/>
          <p14:tracePt t="233269" x="6985000" y="6357938"/>
          <p14:tracePt t="234646" x="6972300" y="6357938"/>
          <p14:tracePt t="234663" x="6959600" y="6357938"/>
          <p14:tracePt t="234671" x="6946900" y="6357938"/>
          <p14:tracePt t="234701" x="6934200" y="6357938"/>
          <p14:tracePt t="234717" x="6910388" y="6357938"/>
          <p14:tracePt t="234725" x="6897688" y="6370638"/>
          <p14:tracePt t="234741" x="6859588" y="6381750"/>
          <p14:tracePt t="234765" x="6834188" y="6381750"/>
          <p14:tracePt t="234773" x="6808788" y="6394450"/>
          <p14:tracePt t="234781" x="6721475" y="6407150"/>
          <p14:tracePt t="234789" x="6696075" y="6407150"/>
          <p14:tracePt t="234797" x="6646863" y="6407150"/>
          <p14:tracePt t="234806" x="6596063" y="6407150"/>
          <p14:tracePt t="234813" x="6559550" y="6419850"/>
          <p14:tracePt t="234821" x="6521450" y="6419850"/>
          <p14:tracePt t="234829" x="6508750" y="6419850"/>
          <p14:tracePt t="234838" x="6459538" y="6419850"/>
          <p14:tracePt t="234845" x="6434138" y="6419850"/>
          <p14:tracePt t="234856" x="6421438" y="6419850"/>
          <p14:tracePt t="234871" x="6408738" y="6419850"/>
          <p14:tracePt t="234933" x="6396038" y="6419850"/>
          <p14:tracePt t="235013" x="6396038" y="6394450"/>
          <p14:tracePt t="235021" x="6396038" y="6381750"/>
          <p14:tracePt t="235029" x="6396038" y="6370638"/>
          <p14:tracePt t="235038" x="6396038" y="6357938"/>
          <p14:tracePt t="235045" x="6396038" y="6345238"/>
          <p14:tracePt t="235056" x="6396038" y="6319838"/>
          <p14:tracePt t="235071" x="6396038" y="6307138"/>
          <p14:tracePt t="235088" x="6396038" y="6281738"/>
          <p14:tracePt t="235104" x="6396038" y="6269038"/>
          <p14:tracePt t="235125" x="6396038" y="6257925"/>
          <p14:tracePt t="235141" x="6396038" y="6245225"/>
          <p14:tracePt t="235157" x="6396038" y="6232525"/>
          <p14:tracePt t="235197" x="6396038" y="6219825"/>
          <p14:tracePt t="235229" x="6396038" y="6207125"/>
          <p14:tracePt t="235261" x="6408738" y="6194425"/>
          <p14:tracePt t="235271" x="6421438" y="6194425"/>
          <p14:tracePt t="235325" x="6434138" y="6169025"/>
          <p14:tracePt t="235429" x="6446838" y="6157913"/>
          <p14:tracePt t="235445" x="6472238" y="6145213"/>
          <p14:tracePt t="235477" x="6496050" y="6145213"/>
          <p14:tracePt t="235493" x="6521450" y="6145213"/>
          <p14:tracePt t="235535" x="6534150" y="6145213"/>
          <p14:tracePt t="235542" x="6546850" y="6145213"/>
          <p14:tracePt t="235551" x="6572250" y="6119813"/>
          <p14:tracePt t="235559" x="6596063" y="6119813"/>
          <p14:tracePt t="235589" x="6634163" y="6107113"/>
          <p14:tracePt t="235597" x="6684963" y="6107113"/>
          <p14:tracePt t="235606" x="6721475" y="6069013"/>
          <p14:tracePt t="235613" x="6746875" y="6069013"/>
          <p14:tracePt t="235621" x="6772275" y="6069013"/>
          <p14:tracePt t="235629" x="6784975" y="6056313"/>
          <p14:tracePt t="235645" x="6797675" y="6056313"/>
          <p14:tracePt t="235655" x="6821488" y="6056313"/>
          <p14:tracePt t="235670" x="6834188" y="6056313"/>
          <p14:tracePt t="235677" x="6846888" y="6056313"/>
          <p14:tracePt t="235687" x="6859588" y="6056313"/>
          <p14:tracePt t="235702" x="6872288" y="6056313"/>
          <p14:tracePt t="235709" x="6884988" y="6056313"/>
          <p14:tracePt t="235720" x="6897688" y="6056313"/>
          <p14:tracePt t="235733" x="6910388" y="6045200"/>
          <p14:tracePt t="235741" x="6921500" y="6045200"/>
          <p14:tracePt t="235749" x="6934200" y="6045200"/>
          <p14:tracePt t="235757" x="6959600" y="6045200"/>
          <p14:tracePt t="235765" x="6972300" y="6045200"/>
          <p14:tracePt t="235773" x="6985000" y="6045200"/>
          <p14:tracePt t="235781" x="7010400" y="6045200"/>
          <p14:tracePt t="235789" x="7034213" y="6045200"/>
          <p14:tracePt t="235797" x="7072313" y="6045200"/>
          <p14:tracePt t="235805" x="7097713" y="6045200"/>
          <p14:tracePt t="235813" x="7110413" y="6045200"/>
          <p14:tracePt t="235821" x="7134225" y="6045200"/>
          <p14:tracePt t="235829" x="7185025" y="6045200"/>
          <p14:tracePt t="235838" x="7246938" y="6069013"/>
          <p14:tracePt t="235845" x="7297738" y="6094413"/>
          <p14:tracePt t="235854" x="7348538" y="6107113"/>
          <p14:tracePt t="235861" x="7372350" y="6132513"/>
          <p14:tracePt t="235870" x="7397750" y="6145213"/>
          <p14:tracePt t="235888" x="7459663" y="6181725"/>
          <p14:tracePt t="235893" x="7472363" y="6194425"/>
          <p14:tracePt t="235903" x="7510463" y="6219825"/>
          <p14:tracePt t="235909" x="7523163" y="6219825"/>
          <p14:tracePt t="235919" x="7523163" y="6232525"/>
          <p14:tracePt t="235925" x="7548563" y="6245225"/>
          <p14:tracePt t="235941" x="7548563" y="6257925"/>
          <p14:tracePt t="235957" x="7548563" y="6269038"/>
          <p14:tracePt t="235965" x="7548563" y="6281738"/>
          <p14:tracePt t="235973" x="7561263" y="6294438"/>
          <p14:tracePt t="236005" x="7561263" y="6319838"/>
          <p14:tracePt t="236013" x="7585075" y="6345238"/>
          <p14:tracePt t="236038" x="7585075" y="6370638"/>
          <p14:tracePt t="236045" x="7585075" y="6381750"/>
          <p14:tracePt t="236054" x="7585075" y="6394450"/>
          <p14:tracePt t="236071" x="7572375" y="6419850"/>
          <p14:tracePt t="236077" x="7548563" y="6457950"/>
          <p14:tracePt t="236087" x="7510463" y="6470650"/>
          <p14:tracePt t="236093" x="7485063" y="6494463"/>
          <p14:tracePt t="236103" x="7448550" y="6519863"/>
          <p14:tracePt t="236109" x="7397750" y="6557963"/>
          <p14:tracePt t="236120" x="7359650" y="6557963"/>
          <p14:tracePt t="236125" x="7335838" y="6570663"/>
          <p14:tracePt t="236134" x="7310438" y="6583363"/>
          <p14:tracePt t="236141" x="7297738" y="6583363"/>
          <p14:tracePt t="236149" x="7272338" y="6583363"/>
          <p14:tracePt t="236157" x="7235825" y="6583363"/>
          <p14:tracePt t="236165" x="7197725" y="6583363"/>
          <p14:tracePt t="236173" x="7159625" y="6583363"/>
          <p14:tracePt t="236181" x="7123113" y="6583363"/>
          <p14:tracePt t="236189" x="7072313" y="6583363"/>
          <p14:tracePt t="236197" x="7059613" y="6583363"/>
          <p14:tracePt t="236205" x="6972300" y="6545263"/>
          <p14:tracePt t="236213" x="6910388" y="6532563"/>
          <p14:tracePt t="236221" x="6897688" y="6507163"/>
          <p14:tracePt t="236229" x="6846888" y="6470650"/>
          <p14:tracePt t="236237" x="6808788" y="6407150"/>
          <p14:tracePt t="236245" x="6708775" y="6332538"/>
          <p14:tracePt t="236254" x="6646863" y="6269038"/>
          <p14:tracePt t="236261" x="6621463" y="6232525"/>
          <p14:tracePt t="236270" x="6584950" y="6194425"/>
          <p14:tracePt t="236277" x="6559550" y="6132513"/>
          <p14:tracePt t="236287" x="6521450" y="6081713"/>
          <p14:tracePt t="236293" x="6496050" y="6056313"/>
          <p14:tracePt t="236303" x="6496050" y="6045200"/>
          <p14:tracePt t="236309" x="6483350" y="6019800"/>
          <p14:tracePt t="236319" x="6483350" y="5994400"/>
          <p14:tracePt t="236325" x="6483350" y="5969000"/>
          <p14:tracePt t="236341" x="6483350" y="5956300"/>
          <p14:tracePt t="236357" x="6483350" y="5932488"/>
          <p14:tracePt t="236373" x="6483350" y="5919788"/>
          <p14:tracePt t="236389" x="6483350" y="5907088"/>
          <p14:tracePt t="236405" x="6496050" y="5894388"/>
          <p14:tracePt t="236437" x="6546850" y="5868988"/>
          <p14:tracePt t="236445" x="6559550" y="5843588"/>
          <p14:tracePt t="236453" x="6584950" y="5832475"/>
          <p14:tracePt t="236461" x="6608763" y="5819775"/>
          <p14:tracePt t="236470" x="6646863" y="5794375"/>
          <p14:tracePt t="236477" x="6672263" y="5794375"/>
          <p14:tracePt t="236487" x="6696075" y="5781675"/>
          <p14:tracePt t="236493" x="6734175" y="5768975"/>
          <p14:tracePt t="236503" x="6746875" y="5768975"/>
          <p14:tracePt t="236509" x="6784975" y="5768975"/>
          <p14:tracePt t="236519" x="6808788" y="5768975"/>
          <p14:tracePt t="236525" x="6821488" y="5768975"/>
          <p14:tracePt t="236534" x="6834188" y="5768975"/>
          <p14:tracePt t="236541" x="6846888" y="5768975"/>
          <p14:tracePt t="236549" x="6859588" y="5768975"/>
          <p14:tracePt t="236565" x="6884988" y="5768975"/>
          <p14:tracePt t="236581" x="6910388" y="5768975"/>
          <p14:tracePt t="236589" x="6921500" y="5794375"/>
          <p14:tracePt t="236597" x="6946900" y="5794375"/>
          <p14:tracePt t="236605" x="6959600" y="5819775"/>
          <p14:tracePt t="236613" x="6985000" y="5856288"/>
          <p14:tracePt t="236621" x="7010400" y="5868988"/>
          <p14:tracePt t="236629" x="7034213" y="5907088"/>
          <p14:tracePt t="236637" x="7059613" y="5945188"/>
          <p14:tracePt t="236645" x="7072313" y="5981700"/>
          <p14:tracePt t="236653" x="7085013" y="5981700"/>
          <p14:tracePt t="236661" x="7097713" y="6007100"/>
          <p14:tracePt t="236677" x="7097713" y="6019800"/>
          <p14:tracePt t="236790" x="7097713" y="6032500"/>
          <p14:tracePt t="236805" x="7097713" y="6045200"/>
          <p14:tracePt t="236821" x="7097713" y="6056313"/>
          <p14:tracePt t="236837" x="7085013" y="6081713"/>
          <p14:tracePt t="236853" x="7072313" y="6094413"/>
          <p14:tracePt t="236861" x="7046913" y="6119813"/>
          <p14:tracePt t="236901" x="7034213" y="6132513"/>
          <p14:tracePt t="236919" x="7021513" y="6145213"/>
          <p14:tracePt t="236973" x="7010400" y="6145213"/>
          <p14:tracePt t="236981" x="6997700" y="6169025"/>
          <p14:tracePt t="236997" x="6985000" y="6169025"/>
          <p14:tracePt t="237013" x="6972300" y="6181725"/>
          <p14:tracePt t="237021" x="6946900" y="6181725"/>
          <p14:tracePt t="237061" x="6921500" y="6207125"/>
          <p14:tracePt t="237077" x="6897688" y="6207125"/>
          <p14:tracePt t="237087" x="6884988" y="6219825"/>
          <p14:tracePt t="237093" x="6872288" y="6232525"/>
          <p14:tracePt t="237102" x="6872288" y="6245225"/>
          <p14:tracePt t="237109" x="6859588" y="6257925"/>
          <p14:tracePt t="237119" x="6834188" y="6269038"/>
          <p14:tracePt t="237125" x="6808788" y="6269038"/>
          <p14:tracePt t="237136" x="6797675" y="6281738"/>
          <p14:tracePt t="237141" x="6759575" y="6281738"/>
          <p14:tracePt t="237152" x="6746875" y="6294438"/>
          <p14:tracePt t="237157" x="6696075" y="6307138"/>
          <p14:tracePt t="237173" x="6659563" y="6319838"/>
          <p14:tracePt t="237181" x="6596063" y="6319838"/>
          <p14:tracePt t="237189" x="6584950" y="6319838"/>
          <p14:tracePt t="237197" x="6483350" y="6319838"/>
          <p14:tracePt t="237205" x="6434138" y="6319838"/>
          <p14:tracePt t="237213" x="6396038" y="6319838"/>
          <p14:tracePt t="237221" x="6308725" y="6319838"/>
          <p14:tracePt t="237229" x="6208713" y="6319838"/>
          <p14:tracePt t="237237" x="6108700" y="6319838"/>
          <p14:tracePt t="237245" x="6070600" y="6319838"/>
          <p14:tracePt t="237253" x="6021388" y="6319838"/>
          <p14:tracePt t="237261" x="5995988" y="6319838"/>
          <p14:tracePt t="237277" x="5957888" y="6319838"/>
          <p14:tracePt t="237286" x="5908675" y="6319838"/>
          <p14:tracePt t="237293" x="5870575" y="6319838"/>
          <p14:tracePt t="237302" x="5857875" y="6319838"/>
          <p14:tracePt t="237319" x="5821363" y="6319838"/>
          <p14:tracePt t="237325" x="5795963" y="6319838"/>
          <p14:tracePt t="237336" x="5757863" y="6319838"/>
          <p14:tracePt t="237341" x="5719763" y="6319838"/>
          <p14:tracePt t="237352" x="5708650" y="6319838"/>
          <p14:tracePt t="237357" x="5695950" y="6319838"/>
          <p14:tracePt t="237366" x="5683250" y="6319838"/>
          <p14:tracePt t="237373" x="5683250" y="6307138"/>
          <p14:tracePt t="237381" x="5670550" y="6307138"/>
          <p14:tracePt t="237421" x="5670550" y="6294438"/>
          <p14:tracePt t="237453" x="5657850" y="6294438"/>
          <p14:tracePt t="237461" x="5645150" y="6281738"/>
          <p14:tracePt t="237653" x="5632450" y="6269038"/>
          <p14:tracePt t="237671" x="5632450" y="6257925"/>
          <p14:tracePt t="237694" x="5632450" y="6245225"/>
          <p14:tracePt t="237726" x="5607050" y="6232525"/>
          <p14:tracePt t="237742" x="5583238" y="6232525"/>
          <p14:tracePt t="237758" x="5557838" y="6232525"/>
          <p14:tracePt t="237765" x="5519738" y="6232525"/>
          <p14:tracePt t="237773" x="5470525" y="6232525"/>
          <p14:tracePt t="237781" x="5432425" y="6232525"/>
          <p14:tracePt t="237789" x="5383213" y="6219825"/>
          <p14:tracePt t="237797" x="5332413" y="6219825"/>
          <p14:tracePt t="237805" x="5294313" y="6219825"/>
          <p14:tracePt t="237813" x="5219700" y="6207125"/>
          <p14:tracePt t="237821" x="5219700" y="6181725"/>
          <p14:tracePt t="237829" x="5194300" y="6169025"/>
          <p14:tracePt t="237837" x="5157788" y="6157913"/>
          <p14:tracePt t="237845" x="5132388" y="6157913"/>
          <p14:tracePt t="237853" x="5068888" y="6132513"/>
          <p14:tracePt t="237861" x="4981575" y="6132513"/>
          <p14:tracePt t="237869" x="4906963" y="6107113"/>
          <p14:tracePt t="237877" x="4906963" y="6081713"/>
          <p14:tracePt t="237886" x="4794250" y="6069013"/>
          <p14:tracePt t="237893" x="4694238" y="6056313"/>
          <p14:tracePt t="237902" x="4568825" y="6019800"/>
          <p14:tracePt t="237909" x="4506913" y="6007100"/>
          <p14:tracePt t="237918" x="4418013" y="5994400"/>
          <p14:tracePt t="237925" x="4368800" y="5981700"/>
          <p14:tracePt t="237935" x="4330700" y="5981700"/>
          <p14:tracePt t="237941" x="4318000" y="5981700"/>
          <p14:tracePt t="237952" x="4305300" y="5981700"/>
          <p14:tracePt t="237957" x="4294188" y="5981700"/>
          <p14:tracePt t="237967" x="4281488" y="5981700"/>
          <p14:tracePt t="237973" x="4268788" y="5981700"/>
          <p14:tracePt t="237989" x="4230688" y="5969000"/>
          <p14:tracePt t="238013" x="4192588" y="5945188"/>
          <p14:tracePt t="238021" x="4168775" y="5919788"/>
          <p14:tracePt t="238029" x="4143375" y="5856288"/>
          <p14:tracePt t="238037" x="4092575" y="5732463"/>
          <p14:tracePt t="238045" x="4005263" y="5607050"/>
          <p14:tracePt t="238053" x="3943350" y="5456238"/>
          <p14:tracePt t="238061" x="3917950" y="5318125"/>
          <p14:tracePt t="238069" x="3843338" y="5168900"/>
          <p14:tracePt t="238077" x="3756025" y="4943475"/>
          <p14:tracePt t="238086" x="3630613" y="4743450"/>
          <p14:tracePt t="238093" x="3630613" y="4705350"/>
          <p14:tracePt t="238102" x="3617913" y="4579938"/>
          <p14:tracePt t="238109" x="3567113" y="4492625"/>
          <p14:tracePt t="238119" x="3567113" y="4392613"/>
          <p14:tracePt t="238125" x="3541713" y="4267200"/>
          <p14:tracePt t="238135" x="3530600" y="4154488"/>
          <p14:tracePt t="238141" x="3505200" y="4017963"/>
          <p14:tracePt t="238149" x="3492500" y="3905250"/>
          <p14:tracePt t="238157" x="3479800" y="3729038"/>
          <p14:tracePt t="238167" x="3429000" y="3590925"/>
          <p14:tracePt t="238173" x="3392488" y="3479800"/>
          <p14:tracePt t="238181" x="3317875" y="3429000"/>
          <p14:tracePt t="238189" x="3292475" y="3316288"/>
          <p14:tracePt t="238197" x="3292475" y="3203575"/>
          <p14:tracePt t="238205" x="3279775" y="3065463"/>
          <p14:tracePt t="238213" x="3279775" y="2941638"/>
          <p14:tracePt t="238221" x="3279775" y="2840038"/>
          <p14:tracePt t="238229" x="3279775" y="2690813"/>
          <p14:tracePt t="238237" x="3279775" y="2527300"/>
          <p14:tracePt t="238245" x="3279775" y="2290763"/>
          <p14:tracePt t="238253" x="3305175" y="2190750"/>
          <p14:tracePt t="238261" x="3305175" y="2078038"/>
          <p14:tracePt t="238269" x="3317875" y="1952625"/>
          <p14:tracePt t="238277" x="3317875" y="1839913"/>
          <p14:tracePt t="238285" x="3328988" y="1752600"/>
          <p14:tracePt t="238293" x="3328988" y="1663700"/>
          <p14:tracePt t="238302" x="3328988" y="1563688"/>
          <p14:tracePt t="238309" x="3341688" y="1463675"/>
          <p14:tracePt t="238318" x="3367088" y="1389063"/>
          <p14:tracePt t="238325" x="3367088" y="1339850"/>
          <p14:tracePt t="238335" x="3379788" y="1289050"/>
          <p14:tracePt t="238341" x="3429000" y="1214438"/>
          <p14:tracePt t="238352" x="3454400" y="1176338"/>
          <p14:tracePt t="238357" x="3492500" y="1125538"/>
          <p14:tracePt t="238367" x="3492500" y="1101725"/>
          <p14:tracePt t="238373" x="3505200" y="1076325"/>
          <p14:tracePt t="238384" x="3505200" y="1063625"/>
          <p14:tracePt t="238389" x="3517900" y="1025525"/>
          <p14:tracePt t="238397" x="3541713" y="1001713"/>
          <p14:tracePt t="238405" x="3567113" y="976313"/>
          <p14:tracePt t="238413" x="3592513" y="938213"/>
          <p14:tracePt t="238421" x="3679825" y="876300"/>
          <p14:tracePt t="238429" x="3717925" y="838200"/>
          <p14:tracePt t="238437" x="3767138" y="801688"/>
          <p14:tracePt t="238445" x="3867150" y="750888"/>
          <p14:tracePt t="238453" x="3956050" y="725488"/>
          <p14:tracePt t="238461" x="4005263" y="688975"/>
          <p14:tracePt t="238469" x="4056063" y="663575"/>
          <p14:tracePt t="238477" x="4130675" y="650875"/>
          <p14:tracePt t="238485" x="4192588" y="612775"/>
          <p14:tracePt t="238493" x="4205288" y="612775"/>
          <p14:tracePt t="238502" x="4230688" y="612775"/>
          <p14:tracePt t="238509" x="4330700" y="612775"/>
          <p14:tracePt t="238518" x="4456113" y="612775"/>
          <p14:tracePt t="238525" x="4518025" y="612775"/>
          <p14:tracePt t="238535" x="4556125" y="612775"/>
          <p14:tracePt t="238541" x="4619625" y="612775"/>
          <p14:tracePt t="238551" x="4694238" y="612775"/>
          <p14:tracePt t="238557" x="4794250" y="638175"/>
          <p14:tracePt t="238567" x="4856163" y="663575"/>
          <p14:tracePt t="238573" x="4868863" y="676275"/>
          <p14:tracePt t="238584" x="4906963" y="712788"/>
          <p14:tracePt t="238589" x="4932363" y="750888"/>
          <p14:tracePt t="238597" x="5032375" y="776288"/>
          <p14:tracePt t="238605" x="5094288" y="825500"/>
          <p14:tracePt t="238613" x="5132388" y="876300"/>
          <p14:tracePt t="238621" x="5207000" y="912813"/>
          <p14:tracePt t="238629" x="5245100" y="925513"/>
          <p14:tracePt t="238637" x="5270500" y="976313"/>
          <p14:tracePt t="238645" x="5294313" y="989013"/>
          <p14:tracePt t="238653" x="5319713" y="1025525"/>
          <p14:tracePt t="238661" x="5357813" y="1063625"/>
          <p14:tracePt t="238669" x="5419725" y="1138238"/>
          <p14:tracePt t="238677" x="5483225" y="1189038"/>
          <p14:tracePt t="238685" x="5519738" y="1227138"/>
          <p14:tracePt t="238693" x="5545138" y="1301750"/>
          <p14:tracePt t="238701" x="5595938" y="1363663"/>
          <p14:tracePt t="238709" x="5619750" y="1414463"/>
          <p14:tracePt t="238719" x="5645150" y="1463675"/>
          <p14:tracePt t="238725" x="5645150" y="1527175"/>
          <p14:tracePt t="238735" x="5732463" y="1627188"/>
          <p14:tracePt t="238741" x="5783263" y="1689100"/>
          <p14:tracePt t="238757" x="5808663" y="1727200"/>
          <p14:tracePt t="238767" x="5845175" y="1789113"/>
          <p14:tracePt t="238773" x="5870575" y="1814513"/>
          <p14:tracePt t="238805" x="5895975" y="1865313"/>
          <p14:tracePt t="238813" x="5945188" y="1978025"/>
          <p14:tracePt t="238821" x="5970588" y="2027238"/>
          <p14:tracePt t="238829" x="5970588" y="2114550"/>
          <p14:tracePt t="238837" x="5983288" y="2165350"/>
          <p14:tracePt t="238845" x="6045200" y="2265363"/>
          <p14:tracePt t="238853" x="6083300" y="2327275"/>
          <p14:tracePt t="238861" x="6108700" y="2365375"/>
          <p14:tracePt t="238869" x="6121400" y="2452688"/>
          <p14:tracePt t="238877" x="6146800" y="2490788"/>
          <p14:tracePt t="238885" x="6196013" y="2565400"/>
          <p14:tracePt t="238893" x="6234113" y="2627313"/>
          <p14:tracePt t="238901" x="6259513" y="2665413"/>
          <p14:tracePt t="238909" x="6308725" y="2728913"/>
          <p14:tracePt t="238918" x="6321425" y="2765425"/>
          <p14:tracePt t="238925" x="6359525" y="2865438"/>
          <p14:tracePt t="238935" x="6359525" y="2928938"/>
          <p14:tracePt t="238941" x="6383338" y="2965450"/>
          <p14:tracePt t="238950" x="6472238" y="3054350"/>
          <p14:tracePt t="238957" x="6472238" y="3141663"/>
          <p14:tracePt t="238967" x="6508750" y="3228975"/>
          <p14:tracePt t="238973" x="6634163" y="3416300"/>
          <p14:tracePt t="238984" x="6646863" y="3529013"/>
          <p14:tracePt t="238989" x="6684963" y="3641725"/>
          <p14:tracePt t="239001" x="6759575" y="3754438"/>
          <p14:tracePt t="239005" x="6797675" y="3829050"/>
          <p14:tracePt t="239013" x="6834188" y="3916363"/>
          <p14:tracePt t="239021" x="6846888" y="3992563"/>
          <p14:tracePt t="239029" x="6897688" y="4079875"/>
          <p14:tracePt t="239037" x="6921500" y="4179888"/>
          <p14:tracePt t="239045" x="6959600" y="4254500"/>
          <p14:tracePt t="239053" x="7010400" y="4341813"/>
          <p14:tracePt t="239061" x="7021513" y="4405313"/>
          <p14:tracePt t="239069" x="7034213" y="4443413"/>
          <p14:tracePt t="239077" x="7034213" y="4479925"/>
          <p14:tracePt t="239085" x="7072313" y="4505325"/>
          <p14:tracePt t="239093" x="7072313" y="4518025"/>
          <p14:tracePt t="239101" x="7072313" y="4554538"/>
          <p14:tracePt t="239109" x="7085013" y="4567238"/>
          <p14:tracePt t="239117" x="7097713" y="4579938"/>
          <p14:tracePt t="239125" x="7097713" y="4592638"/>
          <p14:tracePt t="239134" x="7097713" y="4605338"/>
          <p14:tracePt t="239151" x="7097713" y="4618038"/>
          <p14:tracePt t="239157" x="7110413" y="4630738"/>
          <p14:tracePt t="239173" x="7110413" y="4643438"/>
          <p14:tracePt t="239183" x="7110413" y="4656138"/>
          <p14:tracePt t="239189" x="7110413" y="4667250"/>
          <p14:tracePt t="239205" x="7110413" y="4679950"/>
          <p14:tracePt t="239213" x="7123113" y="4705350"/>
          <p14:tracePt t="239221" x="7123113" y="4718050"/>
          <p14:tracePt t="239229" x="7123113" y="4730750"/>
          <p14:tracePt t="239237" x="7146925" y="4768850"/>
          <p14:tracePt t="239245" x="7146925" y="4779963"/>
          <p14:tracePt t="239253" x="7146925" y="4805363"/>
          <p14:tracePt t="239261" x="7146925" y="4830763"/>
          <p14:tracePt t="239269" x="7146925" y="4856163"/>
          <p14:tracePt t="239277" x="7146925" y="4892675"/>
          <p14:tracePt t="239285" x="7146925" y="4930775"/>
          <p14:tracePt t="239293" x="7159625" y="4956175"/>
          <p14:tracePt t="239301" x="7159625" y="4968875"/>
          <p14:tracePt t="239309" x="7159625" y="5005388"/>
          <p14:tracePt t="239318" x="7159625" y="5030788"/>
          <p14:tracePt t="239325" x="7159625" y="5068888"/>
          <p14:tracePt t="239334" x="7159625" y="5081588"/>
          <p14:tracePt t="239341" x="7159625" y="5118100"/>
          <p14:tracePt t="239350" x="7159625" y="5130800"/>
          <p14:tracePt t="239357" x="7159625" y="5156200"/>
          <p14:tracePt t="239367" x="7159625" y="5194300"/>
          <p14:tracePt t="239373" x="7159625" y="5205413"/>
          <p14:tracePt t="239389" x="7159625" y="5230813"/>
          <p14:tracePt t="239400" x="7146925" y="5243513"/>
          <p14:tracePt t="239405" x="7123113" y="5281613"/>
          <p14:tracePt t="239414" x="7097713" y="5305425"/>
          <p14:tracePt t="239421" x="7072313" y="5318125"/>
          <p14:tracePt t="239429" x="7010400" y="5356225"/>
          <p14:tracePt t="239437" x="6934200" y="5394325"/>
          <p14:tracePt t="239445" x="6872288" y="5418138"/>
          <p14:tracePt t="239453" x="6834188" y="5468938"/>
          <p14:tracePt t="239461" x="6808788" y="5481638"/>
          <p14:tracePt t="239469" x="6784975" y="5507038"/>
          <p14:tracePt t="239477" x="6746875" y="5530850"/>
          <p14:tracePt t="239485" x="6734175" y="5543550"/>
          <p14:tracePt t="239493" x="6708775" y="5581650"/>
          <p14:tracePt t="239501" x="6634163" y="5630863"/>
          <p14:tracePt t="239509" x="6559550" y="5668963"/>
          <p14:tracePt t="239518" x="6508750" y="5694363"/>
          <p14:tracePt t="239525" x="6421438" y="5694363"/>
          <p14:tracePt t="239534" x="6296025" y="5743575"/>
          <p14:tracePt t="239541" x="6157913" y="5743575"/>
          <p14:tracePt t="239550" x="6083300" y="5743575"/>
          <p14:tracePt t="239557" x="5883275" y="5743575"/>
          <p14:tracePt t="239566" x="5695950" y="5743575"/>
          <p14:tracePt t="239573" x="5532438" y="5743575"/>
          <p14:tracePt t="239583" x="5383213" y="5743575"/>
          <p14:tracePt t="239589" x="5194300" y="5743575"/>
          <p14:tracePt t="239600" x="5057775" y="5719763"/>
          <p14:tracePt t="239605" x="4956175" y="5707063"/>
          <p14:tracePt t="239616" x="4881563" y="5707063"/>
          <p14:tracePt t="239621" x="4832350" y="5694363"/>
          <p14:tracePt t="239629" x="4732338" y="5656263"/>
          <p14:tracePt t="239637" x="4694238" y="5643563"/>
          <p14:tracePt t="239645" x="4656138" y="5643563"/>
          <p14:tracePt t="239653" x="4594225" y="5594350"/>
          <p14:tracePt t="239661" x="4518025" y="5581650"/>
          <p14:tracePt t="239669" x="4418013" y="5530850"/>
          <p14:tracePt t="239677" x="4356100" y="5430838"/>
          <p14:tracePt t="239685" x="4230688" y="5381625"/>
          <p14:tracePt t="239693" x="4143375" y="5268913"/>
          <p14:tracePt t="239701" x="4056063" y="5143500"/>
          <p14:tracePt t="239709" x="4017963" y="5056188"/>
          <p14:tracePt t="239719" x="3943350" y="4905375"/>
          <p14:tracePt t="239725" x="3905250" y="4768850"/>
          <p14:tracePt t="239734" x="3843338" y="4618038"/>
          <p14:tracePt t="239741" x="3817938" y="4430713"/>
          <p14:tracePt t="239751" x="3792538" y="4254500"/>
          <p14:tracePt t="239757" x="3767138" y="4029075"/>
          <p14:tracePt t="239767" x="3730625" y="3829050"/>
          <p14:tracePt t="239773" x="3705225" y="3654425"/>
          <p14:tracePt t="239783" x="3692525" y="3554413"/>
          <p14:tracePt t="239789" x="3654425" y="3454400"/>
          <p14:tracePt t="239798" x="3654425" y="3403600"/>
          <p14:tracePt t="239805" x="3654425" y="3328988"/>
          <p14:tracePt t="239817" x="3654425" y="3278188"/>
          <p14:tracePt t="239821" x="3654425" y="3216275"/>
          <p14:tracePt t="239830" x="3654425" y="3116263"/>
          <p14:tracePt t="239837" x="3654425" y="3028950"/>
          <p14:tracePt t="239845" x="3730625" y="2890838"/>
          <p14:tracePt t="239853" x="3830638" y="2765425"/>
          <p14:tracePt t="239861" x="3968750" y="2565400"/>
          <p14:tracePt t="239885" x="4256088" y="2252663"/>
          <p14:tracePt t="239893" x="4368800" y="2165350"/>
          <p14:tracePt t="239901" x="4406900" y="2114550"/>
          <p14:tracePt t="239909" x="4530725" y="2001838"/>
          <p14:tracePt t="239917" x="4668838" y="1914525"/>
          <p14:tracePt t="239925" x="4768850" y="1852613"/>
          <p14:tracePt t="239934" x="4832350" y="1839913"/>
          <p14:tracePt t="239941" x="5019675" y="1801813"/>
          <p14:tracePt t="239950" x="5170488" y="1765300"/>
          <p14:tracePt t="239957" x="5319713" y="1752600"/>
          <p14:tracePt t="239966" x="5457825" y="1727200"/>
          <p14:tracePt t="239973" x="5645150" y="1714500"/>
          <p14:tracePt t="239982" x="5821363" y="1701800"/>
          <p14:tracePt t="239989" x="5995988" y="1701800"/>
          <p14:tracePt t="239998" x="6157913" y="1701800"/>
          <p14:tracePt t="240005" x="6246813" y="1739900"/>
          <p14:tracePt t="240015" x="6408738" y="1752600"/>
          <p14:tracePt t="240021" x="6559550" y="1752600"/>
          <p14:tracePt t="240032" x="6646863" y="1752600"/>
          <p14:tracePt t="240037" x="6684963" y="1789113"/>
          <p14:tracePt t="240045" x="6797675" y="1865313"/>
          <p14:tracePt t="240053" x="6934200" y="1876425"/>
          <p14:tracePt t="240061" x="6997700" y="1978025"/>
          <p14:tracePt t="240069" x="7034213" y="2027238"/>
          <p14:tracePt t="240077" x="7123113" y="2101850"/>
          <p14:tracePt t="240085" x="7223125" y="2178050"/>
          <p14:tracePt t="240093" x="7297738" y="2239963"/>
          <p14:tracePt t="240101" x="7410450" y="2390775"/>
          <p14:tracePt t="240109" x="7497763" y="2516188"/>
          <p14:tracePt t="240117" x="7572375" y="2616200"/>
          <p14:tracePt t="240125" x="7648575" y="2728913"/>
          <p14:tracePt t="240134" x="7710488" y="2828925"/>
          <p14:tracePt t="240141" x="7773988" y="2941638"/>
          <p14:tracePt t="240149" x="7835900" y="3054350"/>
          <p14:tracePt t="240157" x="7874000" y="3154363"/>
          <p14:tracePt t="240166" x="7897813" y="3278188"/>
          <p14:tracePt t="240173" x="7935913" y="3390900"/>
          <p14:tracePt t="240182" x="7974013" y="3529013"/>
          <p14:tracePt t="240189" x="7974013" y="3641725"/>
          <p14:tracePt t="240199" x="7974013" y="3741738"/>
          <p14:tracePt t="240205" x="7974013" y="3829050"/>
          <p14:tracePt t="240214" x="7974013" y="3905250"/>
          <p14:tracePt t="240221" x="7974013" y="3954463"/>
          <p14:tracePt t="240232" x="7974013" y="4005263"/>
          <p14:tracePt t="240237" x="7974013" y="4054475"/>
          <p14:tracePt t="240245" x="7974013" y="4117975"/>
          <p14:tracePt t="240253" x="7974013" y="4205288"/>
          <p14:tracePt t="240261" x="7935913" y="4292600"/>
          <p14:tracePt t="240269" x="7910513" y="4354513"/>
          <p14:tracePt t="240277" x="7861300" y="4479925"/>
          <p14:tracePt t="240285" x="7810500" y="4592638"/>
          <p14:tracePt t="240293" x="7697788" y="4692650"/>
          <p14:tracePt t="240301" x="7623175" y="4792663"/>
          <p14:tracePt t="240309" x="7561263" y="4868863"/>
          <p14:tracePt t="240317" x="7448550" y="4981575"/>
          <p14:tracePt t="240325" x="7372350" y="5043488"/>
          <p14:tracePt t="240334" x="7285038" y="5143500"/>
          <p14:tracePt t="240341" x="7146925" y="5268913"/>
          <p14:tracePt t="240350" x="7021513" y="5356225"/>
          <p14:tracePt t="240357" x="6859588" y="5468938"/>
          <p14:tracePt t="240366" x="6708775" y="5581650"/>
          <p14:tracePt t="240373" x="6608763" y="5643563"/>
          <p14:tracePt t="240382" x="6408738" y="5719763"/>
          <p14:tracePt t="240389" x="6270625" y="5768975"/>
          <p14:tracePt t="240399" x="6096000" y="5856288"/>
          <p14:tracePt t="240405" x="5957888" y="5907088"/>
          <p14:tracePt t="240415" x="5732463" y="5969000"/>
          <p14:tracePt t="240421" x="5607050" y="5994400"/>
          <p14:tracePt t="240432" x="5470525" y="6019800"/>
          <p14:tracePt t="240437" x="5394325" y="6019800"/>
          <p14:tracePt t="240445" x="5281613" y="6045200"/>
          <p14:tracePt t="240453" x="5132388" y="6056313"/>
          <p14:tracePt t="240461" x="5068888" y="6081713"/>
          <p14:tracePt t="240469" x="4968875" y="6107113"/>
          <p14:tracePt t="240477" x="4919663" y="6107113"/>
          <p14:tracePt t="240485" x="4843463" y="6107113"/>
          <p14:tracePt t="240493" x="4806950" y="6107113"/>
          <p14:tracePt t="240501" x="4768850" y="6107113"/>
          <p14:tracePt t="240509" x="4756150" y="6107113"/>
          <p14:tracePt t="240517" x="4719638" y="6107113"/>
          <p14:tracePt t="240525" x="4706938" y="6094413"/>
          <p14:tracePt t="240533" x="4656138" y="6056313"/>
          <p14:tracePt t="240541" x="4643438" y="6019800"/>
          <p14:tracePt t="240550" x="4619625" y="5994400"/>
          <p14:tracePt t="240557" x="4594225" y="5956300"/>
          <p14:tracePt t="240566" x="4556125" y="5919788"/>
          <p14:tracePt t="240573" x="4556125" y="5907088"/>
          <p14:tracePt t="240582" x="4556125" y="5881688"/>
          <p14:tracePt t="240589" x="4556125" y="5843588"/>
          <p14:tracePt t="240599" x="4556125" y="5807075"/>
          <p14:tracePt t="240605" x="4556125" y="5756275"/>
          <p14:tracePt t="240615" x="4556125" y="5719763"/>
          <p14:tracePt t="240621" x="4556125" y="5707063"/>
          <p14:tracePt t="240631" x="4556125" y="5643563"/>
          <p14:tracePt t="240637" x="4619625" y="5581650"/>
          <p14:tracePt t="240645" x="4619625" y="5556250"/>
          <p14:tracePt t="240653" x="4643438" y="5507038"/>
          <p14:tracePt t="240661" x="4643438" y="5468938"/>
          <p14:tracePt t="240669" x="4694238" y="5407025"/>
          <p14:tracePt t="240677" x="4706938" y="5407025"/>
          <p14:tracePt t="240686" x="4732338" y="5381625"/>
          <p14:tracePt t="240693" x="4743450" y="5343525"/>
          <p14:tracePt t="240701" x="4794250" y="5318125"/>
          <p14:tracePt t="240709" x="4881563" y="5281613"/>
          <p14:tracePt t="240717" x="4894263" y="5281613"/>
          <p14:tracePt t="240725" x="4945063" y="5256213"/>
          <p14:tracePt t="240733" x="4968875" y="5243513"/>
          <p14:tracePt t="240741" x="5006975" y="5243513"/>
          <p14:tracePt t="240749" x="5045075" y="5243513"/>
          <p14:tracePt t="240757" x="5068888" y="5243513"/>
          <p14:tracePt t="240773" x="5094288" y="5243513"/>
          <p14:tracePt t="240789" x="5132388" y="5243513"/>
          <p14:tracePt t="240799" x="5157788" y="5243513"/>
          <p14:tracePt t="240805" x="5170488" y="5256213"/>
          <p14:tracePt t="240815" x="5207000" y="5256213"/>
          <p14:tracePt t="240821" x="5270500" y="5294313"/>
          <p14:tracePt t="240831" x="5281613" y="5318125"/>
          <p14:tracePt t="240837" x="5307013" y="5356225"/>
          <p14:tracePt t="240848" x="5319713" y="5381625"/>
          <p14:tracePt t="240853" x="5345113" y="5394325"/>
          <p14:tracePt t="240861" x="5370513" y="5418138"/>
          <p14:tracePt t="240869" x="5383213" y="5430838"/>
          <p14:tracePt t="240883" x="5432425" y="5468938"/>
          <p14:tracePt t="240885" x="5432425" y="5481638"/>
          <p14:tracePt t="240893" x="5445125" y="5494338"/>
          <p14:tracePt t="240901" x="5457825" y="5494338"/>
          <p14:tracePt t="240917" x="5470525" y="5518150"/>
          <p14:tracePt t="240925" x="5470525" y="5530850"/>
          <p14:tracePt t="240933" x="5483225" y="5543550"/>
          <p14:tracePt t="240941" x="5495925" y="5568950"/>
          <p14:tracePt t="240957" x="5507038" y="5607050"/>
          <p14:tracePt t="240973" x="5519738" y="5619750"/>
          <p14:tracePt t="240982" x="5532438" y="5643563"/>
          <p14:tracePt t="240999" x="5545138" y="5643563"/>
          <p14:tracePt t="241005" x="5545138" y="5656263"/>
          <p14:tracePt t="241021" x="5557838" y="5668963"/>
          <p14:tracePt t="241053" x="5570538" y="5681663"/>
          <p14:tracePt t="241077" x="5583238" y="5707063"/>
          <p14:tracePt t="241085" x="5595938" y="5732463"/>
          <p14:tracePt t="241101" x="5607050" y="5756275"/>
          <p14:tracePt t="241133" x="5619750" y="5768975"/>
          <p14:tracePt t="241485" x="5632450" y="5794375"/>
          <p14:tracePt t="241509" x="5632450" y="5807075"/>
          <p14:tracePt t="241533" x="5632450" y="5832475"/>
          <p14:tracePt t="241606" x="5632450" y="5843588"/>
          <p14:tracePt t="241622" x="5619750" y="5843588"/>
          <p14:tracePt t="241630" x="5607050" y="5856288"/>
          <p14:tracePt t="241637" x="5583238" y="5868988"/>
          <p14:tracePt t="241653" x="5557838" y="5868988"/>
          <p14:tracePt t="241661" x="5545138" y="5868988"/>
          <p14:tracePt t="241669" x="5507038" y="5881688"/>
          <p14:tracePt t="241677" x="5495925" y="5881688"/>
          <p14:tracePt t="241685" x="5483225" y="5894388"/>
          <p14:tracePt t="241693" x="5470525" y="5894388"/>
          <p14:tracePt t="241701" x="5457825" y="5894388"/>
          <p14:tracePt t="241709" x="5445125" y="5894388"/>
          <p14:tracePt t="241717" x="5432425" y="5894388"/>
          <p14:tracePt t="241813" x="5432425" y="5907088"/>
          <p14:tracePt t="241821" x="5419725" y="5907088"/>
          <p14:tracePt t="242213" x="5383213" y="5907088"/>
          <p14:tracePt t="242221" x="5345113" y="5919788"/>
          <p14:tracePt t="242230" x="5319713" y="5932488"/>
          <p14:tracePt t="242237" x="5281613" y="5945188"/>
          <p14:tracePt t="242247" x="5270500" y="5945188"/>
          <p14:tracePt t="242261" x="5232400" y="5945188"/>
          <p14:tracePt t="242430" x="5219700" y="5945188"/>
          <p14:tracePt t="242438" x="5219700" y="5956300"/>
          <p14:tracePt t="242447" x="5207000" y="5969000"/>
          <p14:tracePt t="242597" x="5207000" y="5981700"/>
          <p14:tracePt t="242613" x="5219700" y="5994400"/>
          <p14:tracePt t="242621" x="5232400" y="5994400"/>
          <p14:tracePt t="242637" x="5245100" y="5994400"/>
          <p14:tracePt t="242647" x="5245100" y="6007100"/>
          <p14:tracePt t="242653" x="5270500" y="6019800"/>
          <p14:tracePt t="242662" x="5307013" y="6032500"/>
          <p14:tracePt t="242669" x="5332413" y="6045200"/>
          <p14:tracePt t="242680" x="5370513" y="6056313"/>
          <p14:tracePt t="242685" x="5407025" y="6081713"/>
          <p14:tracePt t="242695" x="5432425" y="6107113"/>
          <p14:tracePt t="242701" x="5457825" y="6107113"/>
          <p14:tracePt t="242709" x="5470525" y="6107113"/>
          <p14:tracePt t="242717" x="5483225" y="6107113"/>
          <p14:tracePt t="242725" x="5507038" y="6107113"/>
          <p14:tracePt t="242733" x="5545138" y="6107113"/>
          <p14:tracePt t="242741" x="5570538" y="6107113"/>
          <p14:tracePt t="242749" x="5607050" y="6107113"/>
          <p14:tracePt t="242757" x="5645150" y="6107113"/>
          <p14:tracePt t="242765" x="5683250" y="6107113"/>
          <p14:tracePt t="242773" x="5745163" y="6107113"/>
          <p14:tracePt t="242781" x="5795963" y="6107113"/>
          <p14:tracePt t="242797" x="5832475" y="6107113"/>
          <p14:tracePt t="242805" x="5845175" y="6107113"/>
          <p14:tracePt t="242814" x="5895975" y="6107113"/>
          <p14:tracePt t="242821" x="5932488" y="6107113"/>
          <p14:tracePt t="242830" x="6021388" y="6107113"/>
          <p14:tracePt t="242837" x="6045200" y="6132513"/>
          <p14:tracePt t="242847" x="6134100" y="6157913"/>
          <p14:tracePt t="242853" x="6234113" y="6169025"/>
          <p14:tracePt t="242863" x="6296025" y="6194425"/>
          <p14:tracePt t="242869" x="6421438" y="6207125"/>
          <p14:tracePt t="242879" x="6521450" y="6257925"/>
          <p14:tracePt t="242897" x="6621463" y="6319838"/>
          <p14:tracePt t="242901" x="6708775" y="6345238"/>
          <p14:tracePt t="242909" x="6784975" y="6370638"/>
          <p14:tracePt t="242917" x="6821488" y="6370638"/>
          <p14:tracePt t="242925" x="6834188" y="6370638"/>
          <p14:tracePt t="242933" x="6846888" y="6381750"/>
          <p14:tracePt t="242941" x="6872288" y="6394450"/>
          <p14:tracePt t="242949" x="6872288" y="6407150"/>
          <p14:tracePt t="242957" x="6884988" y="6407150"/>
          <p14:tracePt t="242973" x="6897688" y="6407150"/>
          <p14:tracePt t="242981" x="6910388" y="6407150"/>
          <p14:tracePt t="242989" x="6934200" y="6407150"/>
          <p14:tracePt t="242997" x="6972300" y="6407150"/>
          <p14:tracePt t="243005" x="6997700" y="6407150"/>
          <p14:tracePt t="243014" x="7059613" y="6370638"/>
          <p14:tracePt t="243021" x="7097713" y="6357938"/>
          <p14:tracePt t="243037" x="7110413" y="6357938"/>
          <p14:tracePt t="243047" x="7134225" y="6345238"/>
          <p14:tracePt t="243053" x="7159625" y="6319838"/>
          <p14:tracePt t="243069" x="7172325" y="6319838"/>
          <p14:tracePt t="243079" x="7197725" y="6319838"/>
          <p14:tracePt t="243206" x="7197725" y="6307138"/>
          <p14:tracePt t="243223" x="7197725" y="6294438"/>
          <p14:tracePt t="243231" x="7197725" y="6281738"/>
          <p14:tracePt t="243237" x="7197725" y="6232525"/>
          <p14:tracePt t="243248" x="7172325" y="6194425"/>
          <p14:tracePt t="243253" x="7172325" y="6169025"/>
          <p14:tracePt t="243262" x="7123113" y="6107113"/>
          <p14:tracePt t="243269" x="7097713" y="6056313"/>
          <p14:tracePt t="243279" x="7046913" y="6019800"/>
          <p14:tracePt t="243285" x="6985000" y="5969000"/>
          <p14:tracePt t="243296" x="6972300" y="5956300"/>
          <p14:tracePt t="243301" x="6921500" y="5907088"/>
          <p14:tracePt t="243309" x="6846888" y="5856288"/>
          <p14:tracePt t="243317" x="6759575" y="5807075"/>
          <p14:tracePt t="243325" x="6721475" y="5768975"/>
          <p14:tracePt t="243333" x="6684963" y="5756275"/>
          <p14:tracePt t="243341" x="6659563" y="5732463"/>
          <p14:tracePt t="243349" x="6659563" y="5694363"/>
          <p14:tracePt t="243357" x="6621463" y="5681663"/>
          <p14:tracePt t="243365" x="6621463" y="5668963"/>
          <p14:tracePt t="243381" x="6608763" y="5668963"/>
          <p14:tracePt t="243389" x="6596063" y="5668963"/>
          <p14:tracePt t="243509" x="6584950" y="5668963"/>
          <p14:tracePt t="243645" x="6572250" y="5668963"/>
          <p14:tracePt t="243663" x="6546850" y="5668963"/>
          <p14:tracePt t="243669" x="6508750" y="5668963"/>
          <p14:tracePt t="243679" x="6459538" y="5668963"/>
          <p14:tracePt t="243685" x="6421438" y="5668963"/>
          <p14:tracePt t="243695" x="6270625" y="5681663"/>
          <p14:tracePt t="243701" x="6134100" y="5694363"/>
          <p14:tracePt t="243711" x="6008688" y="5694363"/>
          <p14:tracePt t="243717" x="5832475" y="5681663"/>
          <p14:tracePt t="243725" x="5683250" y="5656263"/>
          <p14:tracePt t="243733" x="5583238" y="5619750"/>
          <p14:tracePt t="243741" x="5445125" y="5607050"/>
          <p14:tracePt t="243749" x="5345113" y="5594350"/>
          <p14:tracePt t="243757" x="5194300" y="5543550"/>
          <p14:tracePt t="243765" x="5081588" y="5468938"/>
          <p14:tracePt t="243773" x="5068888" y="5394325"/>
          <p14:tracePt t="243781" x="4981575" y="5343525"/>
          <p14:tracePt t="243789" x="4894263" y="5281613"/>
          <p14:tracePt t="243797" x="4832350" y="5218113"/>
          <p14:tracePt t="243805" x="4732338" y="5105400"/>
          <p14:tracePt t="243813" x="4594225" y="5018088"/>
          <p14:tracePt t="243821" x="4468813" y="4930775"/>
          <p14:tracePt t="243829" x="4343400" y="4805363"/>
          <p14:tracePt t="243837" x="4168775" y="4679950"/>
          <p14:tracePt t="243846" x="3979863" y="4579938"/>
          <p14:tracePt t="243853" x="3792538" y="4492625"/>
          <p14:tracePt t="243862" x="3679825" y="4392613"/>
          <p14:tracePt t="243869" x="3617913" y="4341813"/>
          <p14:tracePt t="243878" x="3479800" y="4230688"/>
          <p14:tracePt t="243896" x="3292475" y="4079875"/>
          <p14:tracePt t="243901" x="3216275" y="3979863"/>
          <p14:tracePt t="243912" x="3216275" y="3905250"/>
          <p14:tracePt t="243917" x="3154363" y="3767138"/>
          <p14:tracePt t="243925" x="3092450" y="3629025"/>
          <p14:tracePt t="243933" x="3054350" y="3503613"/>
          <p14:tracePt t="243941" x="3028950" y="3416300"/>
          <p14:tracePt t="243949" x="3003550" y="3303588"/>
          <p14:tracePt t="243957" x="2979738" y="3178175"/>
          <p14:tracePt t="243965" x="2954338" y="3090863"/>
          <p14:tracePt t="243973" x="2941638" y="3041650"/>
          <p14:tracePt t="243981" x="2941638" y="2941638"/>
          <p14:tracePt t="243989" x="2941638" y="2803525"/>
          <p14:tracePt t="243997" x="2916238" y="2665413"/>
          <p14:tracePt t="244005" x="2916238" y="2503488"/>
          <p14:tracePt t="244013" x="2928938" y="2365375"/>
          <p14:tracePt t="244021" x="2979738" y="2252663"/>
          <p14:tracePt t="244029" x="3003550" y="2089150"/>
          <p14:tracePt t="244037" x="3079750" y="1914525"/>
          <p14:tracePt t="244045" x="3092450" y="1827213"/>
          <p14:tracePt t="244053" x="3092450" y="1776413"/>
          <p14:tracePt t="244062" x="3154363" y="1639888"/>
          <p14:tracePt t="244069" x="3192463" y="1552575"/>
          <p14:tracePt t="244079" x="3228975" y="1514475"/>
          <p14:tracePt t="244085" x="3267075" y="1450975"/>
          <p14:tracePt t="244095" x="3267075" y="1439863"/>
          <p14:tracePt t="244101" x="3267075" y="1401763"/>
          <p14:tracePt t="244110" x="3292475" y="1350963"/>
          <p14:tracePt t="244117" x="3317875" y="1339850"/>
          <p14:tracePt t="244128" x="3354388" y="1314450"/>
          <p14:tracePt t="244133" x="3392488" y="1301750"/>
          <p14:tracePt t="244142" x="3429000" y="1276350"/>
          <p14:tracePt t="244149" x="3479800" y="1238250"/>
          <p14:tracePt t="244157" x="3567113" y="1201738"/>
          <p14:tracePt t="244165" x="3654425" y="1176338"/>
          <p14:tracePt t="244173" x="3705225" y="1125538"/>
          <p14:tracePt t="244181" x="3817938" y="1076325"/>
          <p14:tracePt t="244189" x="3905250" y="1050925"/>
          <p14:tracePt t="244197" x="3992563" y="1050925"/>
          <p14:tracePt t="244205" x="4017963" y="1038225"/>
          <p14:tracePt t="244213" x="4117975" y="1025525"/>
          <p14:tracePt t="244221" x="4217988" y="1025525"/>
          <p14:tracePt t="244229" x="4330700" y="1025525"/>
          <p14:tracePt t="244237" x="4430713" y="1025525"/>
          <p14:tracePt t="244245" x="4556125" y="1014413"/>
          <p14:tracePt t="244253" x="4568825" y="1014413"/>
          <p14:tracePt t="244269" x="4656138" y="1014413"/>
          <p14:tracePt t="244279" x="4768850" y="1025525"/>
          <p14:tracePt t="244285" x="4794250" y="1050925"/>
          <p14:tracePt t="244295" x="4843463" y="1101725"/>
          <p14:tracePt t="244301" x="4932363" y="1176338"/>
          <p14:tracePt t="244311" x="5057775" y="1238250"/>
          <p14:tracePt t="244317" x="5194300" y="1301750"/>
          <p14:tracePt t="244328" x="5370513" y="1376363"/>
          <p14:tracePt t="244333" x="5519738" y="1489075"/>
          <p14:tracePt t="244342" x="5683250" y="1601788"/>
          <p14:tracePt t="244349" x="5783263" y="1676400"/>
          <p14:tracePt t="244357" x="5883275" y="1789113"/>
          <p14:tracePt t="244365" x="5957888" y="1901825"/>
          <p14:tracePt t="244373" x="5983288" y="1952625"/>
          <p14:tracePt t="244381" x="5995988" y="1978025"/>
          <p14:tracePt t="244389" x="6021388" y="2052638"/>
          <p14:tracePt t="244397" x="6034088" y="2089150"/>
          <p14:tracePt t="244405" x="6070600" y="2165350"/>
          <p14:tracePt t="244413" x="6121400" y="2252663"/>
          <p14:tracePt t="244421" x="6121400" y="2314575"/>
          <p14:tracePt t="244429" x="6157913" y="2427288"/>
          <p14:tracePt t="244437" x="6196013" y="2516188"/>
          <p14:tracePt t="244445" x="6259513" y="2640013"/>
          <p14:tracePt t="244453" x="6321425" y="2740025"/>
          <p14:tracePt t="244461" x="6359525" y="2865438"/>
          <p14:tracePt t="244469" x="6459538" y="3065463"/>
          <p14:tracePt t="244479" x="6534150" y="3403600"/>
          <p14:tracePt t="244485" x="6584950" y="3641725"/>
          <p14:tracePt t="244495" x="6659563" y="3905250"/>
          <p14:tracePt t="244501" x="6721475" y="4079875"/>
          <p14:tracePt t="244512" x="6734175" y="4267200"/>
          <p14:tracePt t="244517" x="6746875" y="4418013"/>
          <p14:tracePt t="244528" x="6784975" y="4567238"/>
          <p14:tracePt t="244533" x="6784975" y="4705350"/>
          <p14:tracePt t="244544" x="6797675" y="4818063"/>
          <p14:tracePt t="244549" x="6797675" y="4968875"/>
          <p14:tracePt t="244557" x="6797675" y="5018088"/>
          <p14:tracePt t="244565" x="6797675" y="5118100"/>
          <p14:tracePt t="244573" x="6784975" y="5230813"/>
          <p14:tracePt t="244581" x="6784975" y="5294313"/>
          <p14:tracePt t="244589" x="6772275" y="5368925"/>
          <p14:tracePt t="244597" x="6759575" y="5430838"/>
          <p14:tracePt t="244605" x="6759575" y="5507038"/>
          <p14:tracePt t="244613" x="6746875" y="5556250"/>
          <p14:tracePt t="244621" x="6721475" y="5581650"/>
          <p14:tracePt t="244629" x="6721475" y="5656263"/>
          <p14:tracePt t="244637" x="6672263" y="5743575"/>
          <p14:tracePt t="244646" x="6646863" y="5819775"/>
          <p14:tracePt t="244653" x="6634163" y="5868988"/>
          <p14:tracePt t="244662" x="6584950" y="5945188"/>
          <p14:tracePt t="244669" x="6521450" y="6007100"/>
          <p14:tracePt t="244678" x="6496050" y="6069013"/>
          <p14:tracePt t="244685" x="6459538" y="6107113"/>
          <p14:tracePt t="244695" x="6421438" y="6157913"/>
          <p14:tracePt t="244701" x="6408738" y="6181725"/>
          <p14:tracePt t="244711" x="6383338" y="6194425"/>
          <p14:tracePt t="244717" x="6383338" y="6219825"/>
          <p14:tracePt t="244733" x="6370638" y="6257925"/>
          <p14:tracePt t="244744" x="6359525" y="6257925"/>
          <p14:tracePt t="244749" x="6346825" y="6269038"/>
          <p14:tracePt t="244757" x="6321425" y="6294438"/>
          <p14:tracePt t="244765" x="6296025" y="6319838"/>
          <p14:tracePt t="244773" x="6283325" y="6345238"/>
          <p14:tracePt t="244781" x="6270625" y="6357938"/>
          <p14:tracePt t="244789" x="6246813" y="6394450"/>
          <p14:tracePt t="244797" x="6221413" y="6407150"/>
          <p14:tracePt t="244805" x="6208713" y="6432550"/>
          <p14:tracePt t="244814" x="6196013" y="6445250"/>
          <p14:tracePt t="244821" x="6196013" y="6457950"/>
          <p14:tracePt t="244829" x="6170613" y="6483350"/>
          <p14:tracePt t="244837" x="6157913" y="6494463"/>
          <p14:tracePt t="244845" x="6146800" y="6507163"/>
          <p14:tracePt t="244853" x="6121400" y="6519863"/>
          <p14:tracePt t="244862" x="6121400" y="6532563"/>
          <p14:tracePt t="244869" x="6083300" y="6545263"/>
          <p14:tracePt t="244878" x="6034088" y="6570663"/>
          <p14:tracePt t="244885" x="5995988" y="6570663"/>
          <p14:tracePt t="244894" x="5957888" y="6583363"/>
          <p14:tracePt t="244901" x="5932488" y="6583363"/>
          <p14:tracePt t="244917" x="5895975" y="6583363"/>
          <p14:tracePt t="244927" x="5832475" y="6583363"/>
          <p14:tracePt t="244933" x="5757863" y="6583363"/>
          <p14:tracePt t="244944" x="5719763" y="6583363"/>
          <p14:tracePt t="244949" x="5695950" y="6583363"/>
          <p14:tracePt t="244957" x="5619750" y="6583363"/>
          <p14:tracePt t="244965" x="5532438" y="6583363"/>
          <p14:tracePt t="244973" x="5470525" y="6583363"/>
          <p14:tracePt t="244981" x="5445125" y="6583363"/>
          <p14:tracePt t="244989" x="5357813" y="6583363"/>
          <p14:tracePt t="244997" x="5294313" y="6557963"/>
          <p14:tracePt t="245005" x="5281613" y="6557963"/>
          <p14:tracePt t="245013" x="5245100" y="6557963"/>
          <p14:tracePt t="245021" x="5232400" y="6557963"/>
          <p14:tracePt t="245029" x="5207000" y="6557963"/>
          <p14:tracePt t="245069" x="5194300" y="6557963"/>
          <p14:tracePt t="245165" x="5181600" y="6545263"/>
          <p14:tracePt t="245205" x="5181600" y="6532563"/>
          <p14:tracePt t="245269" x="5170488" y="6519863"/>
          <p14:tracePt t="245293" x="5157788" y="6519863"/>
          <p14:tracePt t="245301" x="5145088" y="6519863"/>
          <p14:tracePt t="245311" x="5132388" y="6507163"/>
          <p14:tracePt t="245317" x="5119688" y="6494463"/>
          <p14:tracePt t="245327" x="5119688" y="6483350"/>
          <p14:tracePt t="245333" x="5094288" y="6483350"/>
          <p14:tracePt t="245343" x="5081588" y="6483350"/>
          <p14:tracePt t="245349" x="5068888" y="6483350"/>
          <p14:tracePt t="245358" x="5045075" y="6483350"/>
          <p14:tracePt t="245365" x="5045075" y="6470650"/>
          <p14:tracePt t="245381" x="5032375" y="6470650"/>
          <p14:tracePt t="245389" x="5006975" y="6457950"/>
          <p14:tracePt t="245421" x="4994275" y="6445250"/>
          <p14:tracePt t="245437" x="4981575" y="6432550"/>
          <p14:tracePt t="245445" x="4968875" y="6419850"/>
          <p14:tracePt t="245461" x="4956175" y="6407150"/>
          <p14:tracePt t="245478" x="4945063" y="6394450"/>
          <p14:tracePt t="245485" x="4932363" y="6394450"/>
          <p14:tracePt t="245494" x="4932363" y="6381750"/>
          <p14:tracePt t="245501" x="4919663" y="6381750"/>
          <p14:tracePt t="245511" x="4906963" y="6370638"/>
          <p14:tracePt t="245528" x="4894263" y="6370638"/>
          <p14:tracePt t="245533" x="4894263" y="6357938"/>
          <p14:tracePt t="245549" x="4881563" y="6357938"/>
          <p14:tracePt t="245565" x="4868863" y="6332538"/>
          <p14:tracePt t="245597" x="4856163" y="6332538"/>
          <p14:tracePt t="245613" x="4856163" y="6319838"/>
          <p14:tracePt t="245621" x="4856163" y="6307138"/>
          <p14:tracePt t="245653" x="4856163" y="6294438"/>
          <p14:tracePt t="245661" x="4843463" y="6294438"/>
          <p14:tracePt t="245669" x="4843463" y="6281738"/>
          <p14:tracePt t="245685" x="4832350" y="6257925"/>
          <p14:tracePt t="245726" x="4819650" y="6257925"/>
          <p14:tracePt t="245743" x="4819650" y="6232525"/>
          <p14:tracePt t="245765" x="4819650" y="6219825"/>
          <p14:tracePt t="245781" x="4819650" y="6207125"/>
          <p14:tracePt t="245789" x="4819650" y="6194425"/>
          <p14:tracePt t="245797" x="4819650" y="6181725"/>
          <p14:tracePt t="245805" x="4819650" y="6157913"/>
          <p14:tracePt t="245813" x="4819650" y="6132513"/>
          <p14:tracePt t="245821" x="4819650" y="6119813"/>
          <p14:tracePt t="245829" x="4819650" y="6094413"/>
          <p14:tracePt t="245837" x="4819650" y="6069013"/>
          <p14:tracePt t="245845" x="4819650" y="6056313"/>
          <p14:tracePt t="245853" x="4819650" y="6032500"/>
          <p14:tracePt t="245862" x="4819650" y="6019800"/>
          <p14:tracePt t="245869" x="4819650" y="5994400"/>
          <p14:tracePt t="245878" x="4819650" y="5981700"/>
          <p14:tracePt t="245895" x="4819650" y="5969000"/>
          <p14:tracePt t="245901" x="4819650" y="5956300"/>
          <p14:tracePt t="245917" x="4819650" y="5945188"/>
          <p14:tracePt t="245981" x="4819650" y="5932488"/>
          <p14:tracePt t="246021" x="4819650" y="5919788"/>
          <p14:tracePt t="246053" x="4819650" y="5907088"/>
          <p14:tracePt t="246181" x="4819650" y="5894388"/>
          <p14:tracePt t="246245" x="4819650" y="5881688"/>
          <p14:tracePt t="246262" x="4832350" y="5881688"/>
          <p14:tracePt t="246341" x="4843463" y="5868988"/>
          <p14:tracePt t="246421" x="4843463" y="5856288"/>
          <p14:tracePt t="249974" x="4843463" y="5868988"/>
          <p14:tracePt t="249998" x="4843463" y="5881688"/>
          <p14:tracePt t="251781" x="4906963" y="5919788"/>
          <p14:tracePt t="251789" x="4968875" y="5945188"/>
          <p14:tracePt t="251797" x="5057775" y="5994400"/>
          <p14:tracePt t="251805" x="5270500" y="6007100"/>
          <p14:tracePt t="251813" x="5495925" y="6056313"/>
          <p14:tracePt t="251821" x="5645150" y="6081713"/>
          <p14:tracePt t="251829" x="6008688" y="6119813"/>
          <p14:tracePt t="251838" x="6170613" y="6119813"/>
          <p14:tracePt t="251845" x="6259513" y="6132513"/>
          <p14:tracePt t="251854" x="6408738" y="6145213"/>
          <p14:tracePt t="251861" x="6483350" y="6132513"/>
          <p14:tracePt t="251872" x="6534150" y="6132513"/>
          <p14:tracePt t="251877" x="6559550" y="6119813"/>
          <p14:tracePt t="251887" x="6572250" y="6119813"/>
          <p14:tracePt t="251903" x="6572250" y="6107113"/>
          <p14:tracePt t="251933" x="6584950" y="6107113"/>
          <p14:tracePt t="251941" x="6584950" y="6094413"/>
          <p14:tracePt t="251949" x="6584950" y="6081713"/>
          <p14:tracePt t="251965" x="6584950" y="6069013"/>
          <p14:tracePt t="251973" x="6584950" y="6056313"/>
          <p14:tracePt t="251981" x="6584950" y="6045200"/>
          <p14:tracePt t="251989" x="6584950" y="6019800"/>
          <p14:tracePt t="251997" x="6596063" y="5994400"/>
          <p14:tracePt t="252005" x="6596063" y="5981700"/>
          <p14:tracePt t="252013" x="6596063" y="5969000"/>
          <p14:tracePt t="252021" x="6596063" y="5956300"/>
          <p14:tracePt t="252029" x="6596063" y="5945188"/>
          <p14:tracePt t="252037" x="6596063" y="5932488"/>
          <p14:tracePt t="252054" x="6596063" y="5894388"/>
          <p14:tracePt t="252077" x="6608763" y="5881688"/>
          <p14:tracePt t="253013" x="6584950" y="5881688"/>
          <p14:tracePt t="253021" x="6559550" y="5881688"/>
          <p14:tracePt t="253037" x="6546850" y="5881688"/>
          <p14:tracePt t="253045" x="6521450" y="5881688"/>
          <p14:tracePt t="253069" x="6496050" y="5894388"/>
          <p14:tracePt t="253534" x="6483350" y="5894388"/>
          <p14:tracePt t="253541" x="6472238" y="5907088"/>
          <p14:tracePt t="253549" x="6459538" y="5907088"/>
          <p14:tracePt t="253557" x="6446838" y="5919788"/>
          <p14:tracePt t="253568" x="6434138" y="5932488"/>
          <p14:tracePt t="253573" x="6421438" y="5932488"/>
          <p14:tracePt t="253589" x="6396038" y="5932488"/>
          <p14:tracePt t="253597" x="6383338" y="5932488"/>
          <p14:tracePt t="253605" x="6370638" y="5945188"/>
          <p14:tracePt t="253613" x="6346825" y="5956300"/>
          <p14:tracePt t="253621" x="6308725" y="5969000"/>
          <p14:tracePt t="253629" x="6270625" y="5994400"/>
          <p14:tracePt t="253645" x="6246813" y="6007100"/>
          <p14:tracePt t="253653" x="6221413" y="6007100"/>
          <p14:tracePt t="253661" x="6183313" y="6007100"/>
          <p14:tracePt t="253669" x="6183313" y="6019800"/>
          <p14:tracePt t="253677" x="6170613" y="6019800"/>
          <p14:tracePt t="253693" x="6134100" y="6032500"/>
          <p14:tracePt t="253702" x="6121400" y="6045200"/>
          <p14:tracePt t="253709" x="6108700" y="6056313"/>
          <p14:tracePt t="253766" x="6083300" y="6069013"/>
          <p14:tracePt t="253813" x="6057900" y="6094413"/>
          <p14:tracePt t="253838" x="6057900" y="6107113"/>
          <p14:tracePt t="253853" x="6057900" y="6119813"/>
          <p14:tracePt t="253861" x="6057900" y="6132513"/>
          <p14:tracePt t="253885" x="6057900" y="6145213"/>
          <p14:tracePt t="253893" x="6057900" y="6157913"/>
          <p14:tracePt t="253901" x="6057900" y="6169025"/>
          <p14:tracePt t="253909" x="6057900" y="6181725"/>
          <p14:tracePt t="253918" x="6057900" y="6207125"/>
          <p14:tracePt t="253925" x="6070600" y="6219825"/>
          <p14:tracePt t="253935" x="6096000" y="6245225"/>
          <p14:tracePt t="253941" x="6108700" y="6281738"/>
          <p14:tracePt t="253951" x="6170613" y="6294438"/>
          <p14:tracePt t="253957" x="6221413" y="6319838"/>
          <p14:tracePt t="253967" x="6259513" y="6370638"/>
          <p14:tracePt t="253973" x="6296025" y="6394450"/>
          <p14:tracePt t="253982" x="6370638" y="6407150"/>
          <p14:tracePt t="253989" x="6508750" y="6407150"/>
          <p14:tracePt t="253997" x="6608763" y="6407150"/>
          <p14:tracePt t="254005" x="6659563" y="6407150"/>
          <p14:tracePt t="254013" x="6772275" y="6407150"/>
          <p14:tracePt t="254021" x="6897688" y="6381750"/>
          <p14:tracePt t="254029" x="6921500" y="6345238"/>
          <p14:tracePt t="254037" x="6946900" y="6345238"/>
          <p14:tracePt t="254045" x="7010400" y="6307138"/>
          <p14:tracePt t="254053" x="7046913" y="6269038"/>
          <p14:tracePt t="254061" x="7072313" y="6257925"/>
          <p14:tracePt t="254069" x="7097713" y="6232525"/>
          <p14:tracePt t="254077" x="7123113" y="6194425"/>
          <p14:tracePt t="254086" x="7123113" y="6169025"/>
          <p14:tracePt t="254102" x="7123113" y="6119813"/>
          <p14:tracePt t="254109" x="7123113" y="6107113"/>
          <p14:tracePt t="254118" x="7146925" y="6007100"/>
          <p14:tracePt t="254125" x="7146925" y="5956300"/>
          <p14:tracePt t="254134" x="7146925" y="5881688"/>
          <p14:tracePt t="254141" x="7146925" y="5819775"/>
          <p14:tracePt t="254150" x="7134225" y="5732463"/>
          <p14:tracePt t="254157" x="7085013" y="5681663"/>
          <p14:tracePt t="254166" x="7059613" y="5594350"/>
          <p14:tracePt t="254173" x="6997700" y="5494338"/>
          <p14:tracePt t="254182" x="6934200" y="5407025"/>
          <p14:tracePt t="254189" x="6872288" y="5330825"/>
          <p14:tracePt t="254197" x="6808788" y="5256213"/>
          <p14:tracePt t="254205" x="6734175" y="5168900"/>
          <p14:tracePt t="254213" x="6696075" y="5130800"/>
          <p14:tracePt t="254221" x="6621463" y="5056188"/>
          <p14:tracePt t="254229" x="6559550" y="4943475"/>
          <p14:tracePt t="254237" x="6521450" y="4905375"/>
          <p14:tracePt t="254245" x="6459538" y="4856163"/>
          <p14:tracePt t="254253" x="6383338" y="4805363"/>
          <p14:tracePt t="254261" x="6308725" y="4768850"/>
          <p14:tracePt t="254269" x="6208713" y="4730750"/>
          <p14:tracePt t="254277" x="6083300" y="4679950"/>
          <p14:tracePt t="254285" x="6021388" y="4667250"/>
          <p14:tracePt t="254293" x="5983288" y="4630738"/>
          <p14:tracePt t="254301" x="5883275" y="4592638"/>
          <p14:tracePt t="254309" x="5870575" y="4579938"/>
          <p14:tracePt t="254325" x="5745163" y="4567238"/>
          <p14:tracePt t="254334" x="5657850" y="4567238"/>
          <p14:tracePt t="254341" x="5557838" y="4567238"/>
          <p14:tracePt t="254351" x="5495925" y="4567238"/>
          <p14:tracePt t="254357" x="5483225" y="4567238"/>
          <p14:tracePt t="254366" x="5407025" y="4567238"/>
          <p14:tracePt t="254373" x="5319713" y="4567238"/>
          <p14:tracePt t="254381" x="5294313" y="4567238"/>
          <p14:tracePt t="254389" x="5232400" y="4567238"/>
          <p14:tracePt t="254398" x="5194300" y="4592638"/>
          <p14:tracePt t="254405" x="5132388" y="4605338"/>
          <p14:tracePt t="254413" x="5119688" y="4618038"/>
          <p14:tracePt t="254421" x="5081588" y="4643438"/>
          <p14:tracePt t="254429" x="5057775" y="4656138"/>
          <p14:tracePt t="254437" x="5045075" y="4679950"/>
          <p14:tracePt t="254445" x="5045075" y="4692650"/>
          <p14:tracePt t="254453" x="5019675" y="4730750"/>
          <p14:tracePt t="254461" x="5019675" y="4779963"/>
          <p14:tracePt t="254469" x="4994275" y="4843463"/>
          <p14:tracePt t="254477" x="4994275" y="4868863"/>
          <p14:tracePt t="254486" x="4981575" y="4918075"/>
          <p14:tracePt t="254493" x="4981575" y="4943475"/>
          <p14:tracePt t="254502" x="4981575" y="4992688"/>
          <p14:tracePt t="254509" x="4981575" y="5056188"/>
          <p14:tracePt t="254518" x="4981575" y="5105400"/>
          <p14:tracePt t="254525" x="4981575" y="5143500"/>
          <p14:tracePt t="254535" x="4994275" y="5181600"/>
          <p14:tracePt t="254551" x="5006975" y="5194300"/>
          <p14:tracePt t="254557" x="5006975" y="5230813"/>
          <p14:tracePt t="254567" x="5019675" y="5243513"/>
          <p14:tracePt t="254573" x="5032375" y="5256213"/>
          <p14:tracePt t="254589" x="5045075" y="5281613"/>
          <p14:tracePt t="256989" x="4881563" y="5181600"/>
          <p14:tracePt t="256998" x="4868863" y="5181600"/>
          <p14:tracePt t="257165" x="4832350" y="5181600"/>
          <p14:tracePt t="257173" x="4781550" y="5230813"/>
          <p14:tracePt t="257182" x="4781550" y="5243513"/>
          <p14:tracePt t="257214" x="4832350" y="5256213"/>
          <p14:tracePt t="257221" x="4945063" y="5256213"/>
          <p14:tracePt t="257231" x="4981575" y="5256213"/>
          <p14:tracePt t="257237" x="5119688" y="5281613"/>
          <p14:tracePt t="257248" x="5357813" y="5330825"/>
          <p14:tracePt t="257253" x="5545138" y="5407025"/>
          <p14:tracePt t="257264" x="5945188" y="5518150"/>
          <p14:tracePt t="257269" x="6396038" y="5556250"/>
          <p14:tracePt t="257277" x="6708775" y="5630863"/>
          <p14:tracePt t="257285" x="6946900" y="5707063"/>
          <p14:tracePt t="257293" x="7497763" y="5743575"/>
          <p14:tracePt t="257301" x="7910513" y="5907088"/>
          <p14:tracePt t="257309" x="8274050" y="5956300"/>
          <p14:tracePt t="257317" x="8612188" y="6056313"/>
          <p14:tracePt t="257325" x="8786813" y="6094413"/>
          <p14:tracePt t="257333" x="8824913" y="6145213"/>
          <p14:tracePt t="257341" x="8837613" y="6145213"/>
          <p14:tracePt t="257349" x="8837613" y="6157913"/>
          <p14:tracePt t="257413" x="8837613" y="6145213"/>
          <p14:tracePt t="257421" x="8837613" y="6132513"/>
          <p14:tracePt t="257471" x="8837613" y="6119813"/>
          <p14:tracePt t="257525" x="8837613" y="6107113"/>
          <p14:tracePt t="257573" x="8824913" y="6107113"/>
          <p14:tracePt t="257581" x="8812213" y="6107113"/>
          <p14:tracePt t="257589" x="8786813" y="6119813"/>
          <p14:tracePt t="257605" x="8786813" y="6145213"/>
          <p14:tracePt t="257614" x="8786813" y="6157913"/>
          <p14:tracePt t="257621" x="8763000" y="6181725"/>
          <p14:tracePt t="257631" x="8737600" y="6207125"/>
          <p14:tracePt t="257637" x="8699500" y="6232525"/>
          <p14:tracePt t="257645" x="8674100" y="6245225"/>
          <p14:tracePt t="257653" x="8674100" y="6257925"/>
          <p14:tracePt t="257664" x="8637588" y="6294438"/>
          <p14:tracePt t="257669" x="8612188" y="6307138"/>
          <p14:tracePt t="257678" x="8548688" y="6357938"/>
          <p14:tracePt t="257685" x="8524875" y="6394450"/>
          <p14:tracePt t="257693" x="8486775" y="6407150"/>
          <p14:tracePt t="257701" x="8424863" y="6432550"/>
          <p14:tracePt t="257709" x="8412163" y="6432550"/>
          <p14:tracePt t="257717" x="8374063" y="6457950"/>
          <p14:tracePt t="257733" x="8348663" y="6470650"/>
          <p14:tracePt t="257741" x="8335963" y="6483350"/>
          <p14:tracePt t="257749" x="8324850" y="6483350"/>
          <p14:tracePt t="257757" x="8299450" y="6494463"/>
          <p14:tracePt t="257773" x="8286750" y="6507163"/>
          <p14:tracePt t="257782" x="8261350" y="6507163"/>
          <p14:tracePt t="257798" x="8223250" y="6519863"/>
          <p14:tracePt t="257814" x="8186738" y="6545263"/>
          <p14:tracePt t="257821" x="8161338" y="6545263"/>
          <p14:tracePt t="257830" x="8110538" y="6545263"/>
          <p14:tracePt t="257837" x="7999413" y="6545263"/>
          <p14:tracePt t="257847" x="7961313" y="6545263"/>
          <p14:tracePt t="257853" x="7910513" y="6545263"/>
          <p14:tracePt t="257863" x="7810500" y="6545263"/>
          <p14:tracePt t="257869" x="7723188" y="6545263"/>
          <p14:tracePt t="257880" x="7648575" y="6545263"/>
          <p14:tracePt t="257898" x="7561263" y="6494463"/>
          <p14:tracePt t="257901" x="7510463" y="6470650"/>
          <p14:tracePt t="257909" x="7485063" y="6457950"/>
          <p14:tracePt t="257917" x="7459663" y="6432550"/>
          <p14:tracePt t="257925" x="7448550" y="6419850"/>
          <p14:tracePt t="257933" x="7435850" y="6381750"/>
          <p14:tracePt t="257941" x="7410450" y="6357938"/>
          <p14:tracePt t="257949" x="7372350" y="6307138"/>
          <p14:tracePt t="257957" x="7359650" y="6281738"/>
          <p14:tracePt t="257965" x="7335838" y="6245225"/>
          <p14:tracePt t="257973" x="7297738" y="6194425"/>
          <p14:tracePt t="257981" x="7272338" y="6169025"/>
          <p14:tracePt t="257989" x="7259638" y="6132513"/>
          <p14:tracePt t="257998" x="7259638" y="6081713"/>
          <p14:tracePt t="258005" x="7259638" y="5981700"/>
          <p14:tracePt t="258014" x="7259638" y="5894388"/>
          <p14:tracePt t="258021" x="7259638" y="5807075"/>
          <p14:tracePt t="258030" x="7259638" y="5743575"/>
          <p14:tracePt t="258037" x="7259638" y="5681663"/>
          <p14:tracePt t="258047" x="7259638" y="5607050"/>
          <p14:tracePt t="258053" x="7259638" y="5518150"/>
          <p14:tracePt t="258061" x="7272338" y="5468938"/>
          <p14:tracePt t="258069" x="7272338" y="5443538"/>
          <p14:tracePt t="258080" x="7323138" y="5343525"/>
          <p14:tracePt t="258085" x="7359650" y="5268913"/>
          <p14:tracePt t="258093" x="7385050" y="5256213"/>
          <p14:tracePt t="258101" x="7385050" y="5243513"/>
          <p14:tracePt t="258109" x="7410450" y="5218113"/>
          <p14:tracePt t="258117" x="7410450" y="5205413"/>
          <p14:tracePt t="258125" x="7423150" y="5181600"/>
          <p14:tracePt t="258141" x="7485063" y="5143500"/>
          <p14:tracePt t="258149" x="7497763" y="5118100"/>
          <p14:tracePt t="258157" x="7561263" y="5081588"/>
          <p14:tracePt t="258165" x="7597775" y="5068888"/>
          <p14:tracePt t="258173" x="7610475" y="5030788"/>
          <p14:tracePt t="258181" x="7661275" y="4981575"/>
          <p14:tracePt t="258198" x="7697788" y="4968875"/>
          <p14:tracePt t="258205" x="7710488" y="4956175"/>
          <p14:tracePt t="258214" x="7773988" y="4930775"/>
          <p14:tracePt t="258221" x="7810500" y="4905375"/>
          <p14:tracePt t="258231" x="7861300" y="4879975"/>
          <p14:tracePt t="258237" x="7874000" y="4856163"/>
          <p14:tracePt t="258247" x="7886700" y="4843463"/>
          <p14:tracePt t="258253" x="7910513" y="4830763"/>
          <p14:tracePt t="258325" x="7923213" y="4830763"/>
          <p14:tracePt t="258333" x="7948613" y="4830763"/>
          <p14:tracePt t="258350" x="7986713" y="4830763"/>
          <p14:tracePt t="258358" x="7999413" y="4830763"/>
          <p14:tracePt t="258405" x="8010525" y="4830763"/>
          <p14:tracePt t="258533" x="8035925" y="4830763"/>
          <p14:tracePt t="258549" x="8074025" y="4843463"/>
          <p14:tracePt t="258565" x="8086725" y="4856163"/>
          <p14:tracePt t="258573" x="8123238" y="4905375"/>
          <p14:tracePt t="258581" x="8148638" y="4918075"/>
          <p14:tracePt t="258589" x="8161338" y="4943475"/>
          <p14:tracePt t="258597" x="8186738" y="4956175"/>
          <p14:tracePt t="258605" x="8186738" y="4981575"/>
          <p14:tracePt t="258614" x="8212138" y="4981575"/>
          <p14:tracePt t="258630" x="8212138" y="4992688"/>
          <p14:tracePt t="258663" x="8223250" y="4992688"/>
          <p14:tracePt t="258693" x="8235950" y="4992688"/>
          <p14:tracePt t="258837" x="8248650" y="4992688"/>
          <p14:tracePt t="258885" x="8248650" y="5005388"/>
          <p14:tracePt t="258894" x="8248650" y="5018088"/>
          <p14:tracePt t="258901" x="8248650" y="5030788"/>
          <p14:tracePt t="258910" x="8261350" y="5056188"/>
          <p14:tracePt t="258925" x="8274050" y="5081588"/>
          <p14:tracePt t="258933" x="8286750" y="5105400"/>
          <p14:tracePt t="258941" x="8299450" y="5130800"/>
          <p14:tracePt t="258949" x="8312150" y="5156200"/>
          <p14:tracePt t="258957" x="8335963" y="5194300"/>
          <p14:tracePt t="258965" x="8361363" y="5243513"/>
          <p14:tracePt t="258973" x="8374063" y="5281613"/>
          <p14:tracePt t="258981" x="8386763" y="5318125"/>
          <p14:tracePt t="258989" x="8399463" y="5356225"/>
          <p14:tracePt t="258998" x="8412163" y="5381625"/>
          <p14:tracePt t="259005" x="8412163" y="5394325"/>
          <p14:tracePt t="259014" x="8448675" y="5430838"/>
          <p14:tracePt t="259021" x="8448675" y="5456238"/>
          <p14:tracePt t="259030" x="8448675" y="5494338"/>
          <p14:tracePt t="259037" x="8461375" y="5530850"/>
          <p14:tracePt t="259047" x="8499475" y="5568950"/>
          <p14:tracePt t="259053" x="8499475" y="5581650"/>
          <p14:tracePt t="259063" x="8499475" y="5619750"/>
          <p14:tracePt t="259069" x="8512175" y="5656263"/>
          <p14:tracePt t="259079" x="8537575" y="5707063"/>
          <p14:tracePt t="259085" x="8537575" y="5732463"/>
          <p14:tracePt t="259096" x="8537575" y="5756275"/>
          <p14:tracePt t="259101" x="8537575" y="5794375"/>
          <p14:tracePt t="259112" x="8548688" y="5807075"/>
          <p14:tracePt t="259117" x="8548688" y="5832475"/>
          <p14:tracePt t="259125" x="8548688" y="5868988"/>
          <p14:tracePt t="259133" x="8548688" y="5894388"/>
          <p14:tracePt t="259149" x="8548688" y="5919788"/>
          <p14:tracePt t="259157" x="8548688" y="5945188"/>
          <p14:tracePt t="259165" x="8548688" y="5981700"/>
          <p14:tracePt t="259173" x="8548688" y="6007100"/>
          <p14:tracePt t="259181" x="8548688" y="6019800"/>
          <p14:tracePt t="259189" x="8537575" y="6056313"/>
          <p14:tracePt t="259197" x="8537575" y="6069013"/>
          <p14:tracePt t="259205" x="8524875" y="6094413"/>
          <p14:tracePt t="259213" x="8512175" y="6119813"/>
          <p14:tracePt t="259221" x="8486775" y="6169025"/>
          <p14:tracePt t="259230" x="8474075" y="6194425"/>
          <p14:tracePt t="259237" x="8474075" y="6207125"/>
          <p14:tracePt t="259246" x="8435975" y="6257925"/>
          <p14:tracePt t="259264" x="8412163" y="6281738"/>
          <p14:tracePt t="259269" x="8399463" y="6294438"/>
          <p14:tracePt t="259278" x="8386763" y="6307138"/>
          <p14:tracePt t="259285" x="8386763" y="6319838"/>
          <p14:tracePt t="259301" x="8374063" y="6332538"/>
          <p14:tracePt t="259317" x="8361363" y="6332538"/>
          <p14:tracePt t="259357" x="8335963" y="6357938"/>
          <p14:tracePt t="259365" x="8299450" y="6381750"/>
          <p14:tracePt t="259373" x="8261350" y="6394450"/>
          <p14:tracePt t="259389" x="8248650" y="6419850"/>
          <p14:tracePt t="259397" x="8223250" y="6419850"/>
          <p14:tracePt t="259405" x="8223250" y="6432550"/>
          <p14:tracePt t="259414" x="8199438" y="6445250"/>
          <p14:tracePt t="259421" x="8186738" y="6457950"/>
          <p14:tracePt t="259437" x="8161338" y="6483350"/>
          <p14:tracePt t="259446" x="8148638" y="6494463"/>
          <p14:tracePt t="259453" x="8135938" y="6507163"/>
          <p14:tracePt t="260805" x="8123238" y="6507163"/>
          <p14:tracePt t="260813" x="8110538" y="6507163"/>
          <p14:tracePt t="260821" x="8086725" y="6507163"/>
          <p14:tracePt t="260829" x="8074025" y="6507163"/>
          <p14:tracePt t="260837" x="8035925" y="6507163"/>
          <p14:tracePt t="260845" x="7999413" y="6507163"/>
          <p14:tracePt t="260853" x="7974013" y="6507163"/>
          <p14:tracePt t="260861" x="7935913" y="6507163"/>
          <p14:tracePt t="260869" x="7897813" y="6507163"/>
          <p14:tracePt t="260878" x="7848600" y="6507163"/>
          <p14:tracePt t="260885" x="7785100" y="6507163"/>
          <p14:tracePt t="260895" x="7735888" y="6507163"/>
          <p14:tracePt t="260901" x="7697788" y="6507163"/>
          <p14:tracePt t="260911" x="7623175" y="6507163"/>
          <p14:tracePt t="260917" x="7535863" y="6507163"/>
          <p14:tracePt t="260927" x="7497763" y="6507163"/>
          <p14:tracePt t="260933" x="7459663" y="6507163"/>
          <p14:tracePt t="260943" x="7423150" y="6507163"/>
          <p14:tracePt t="260949" x="7385050" y="6507163"/>
          <p14:tracePt t="260957" x="7372350" y="6507163"/>
          <p14:tracePt t="260965" x="7359650" y="6507163"/>
          <p14:tracePt t="260973" x="7335838" y="6507163"/>
          <p14:tracePt t="260981" x="7297738" y="6507163"/>
          <p14:tracePt t="260997" x="7285038" y="6507163"/>
          <p14:tracePt t="261285" x="7272338" y="6494463"/>
          <p14:tracePt t="261469" x="7235825" y="6483350"/>
          <p14:tracePt t="261477" x="7223125" y="6470650"/>
          <p14:tracePt t="261485" x="7185025" y="6457950"/>
          <p14:tracePt t="261494" x="7146925" y="6457950"/>
          <p14:tracePt t="261501" x="7085013" y="6419850"/>
          <p14:tracePt t="261510" x="7046913" y="6419850"/>
          <p14:tracePt t="261517" x="6972300" y="6419850"/>
          <p14:tracePt t="261527" x="6872288" y="6394450"/>
          <p14:tracePt t="261533" x="6746875" y="6370638"/>
          <p14:tracePt t="261543" x="6684963" y="6345238"/>
          <p14:tracePt t="261549" x="6634163" y="6332538"/>
          <p14:tracePt t="261559" x="6572250" y="6294438"/>
          <p14:tracePt t="261565" x="6534150" y="6281738"/>
          <p14:tracePt t="261574" x="6421438" y="6269038"/>
          <p14:tracePt t="261581" x="6346825" y="6257925"/>
          <p14:tracePt t="261589" x="6321425" y="6245225"/>
          <p14:tracePt t="261597" x="6259513" y="6194425"/>
          <p14:tracePt t="261605" x="6196013" y="6157913"/>
          <p14:tracePt t="261613" x="6083300" y="6094413"/>
          <p14:tracePt t="261621" x="6021388" y="6081713"/>
          <p14:tracePt t="261629" x="5970588" y="5994400"/>
          <p14:tracePt t="261637" x="5908675" y="5969000"/>
          <p14:tracePt t="261645" x="5832475" y="5932488"/>
          <p14:tracePt t="261653" x="5795963" y="5907088"/>
          <p14:tracePt t="261661" x="5770563" y="5907088"/>
          <p14:tracePt t="261669" x="5708650" y="5881688"/>
          <p14:tracePt t="261677" x="5695950" y="5868988"/>
          <p14:tracePt t="261685" x="5657850" y="5819775"/>
          <p14:tracePt t="261694" x="5632450" y="5768975"/>
          <p14:tracePt t="261701" x="5619750" y="5756275"/>
          <p14:tracePt t="261711" x="5583238" y="5707063"/>
          <p14:tracePt t="261717" x="5507038" y="5656263"/>
          <p14:tracePt t="261727" x="5445125" y="5594350"/>
          <p14:tracePt t="261733" x="5394325" y="5530850"/>
          <p14:tracePt t="261742" x="5357813" y="5481638"/>
          <p14:tracePt t="261749" x="5345113" y="5443538"/>
          <p14:tracePt t="261759" x="5294313" y="5381625"/>
          <p14:tracePt t="261765" x="5232400" y="5305425"/>
          <p14:tracePt t="261775" x="5207000" y="5268913"/>
          <p14:tracePt t="261781" x="5145088" y="5218113"/>
          <p14:tracePt t="261789" x="5081588" y="5143500"/>
          <p14:tracePt t="261797" x="5045075" y="5081588"/>
          <p14:tracePt t="261805" x="5006975" y="4992688"/>
          <p14:tracePt t="261813" x="4981575" y="4918075"/>
          <p14:tracePt t="261821" x="4968875" y="4879975"/>
          <p14:tracePt t="261829" x="4894263" y="4768850"/>
          <p14:tracePt t="261837" x="4832350" y="4705350"/>
          <p14:tracePt t="261845" x="4732338" y="4618038"/>
          <p14:tracePt t="261853" x="4681538" y="4543425"/>
          <p14:tracePt t="261861" x="4594225" y="4443413"/>
          <p14:tracePt t="261869" x="4556125" y="4405313"/>
          <p14:tracePt t="261877" x="4518025" y="4354513"/>
          <p14:tracePt t="261894" x="4481513" y="4279900"/>
          <p14:tracePt t="261901" x="4456113" y="4217988"/>
          <p14:tracePt t="261910" x="4443413" y="4205288"/>
          <p14:tracePt t="261917" x="4418013" y="4167188"/>
          <p14:tracePt t="261926" x="4394200" y="4129088"/>
          <p14:tracePt t="261933" x="4381500" y="4117975"/>
          <p14:tracePt t="261943" x="4368800" y="4092575"/>
          <p14:tracePt t="261949" x="4356100" y="4067175"/>
          <p14:tracePt t="261959" x="4343400" y="4067175"/>
          <p14:tracePt t="261974" x="4343400" y="4041775"/>
          <p14:tracePt t="262141" x="4343400" y="3992563"/>
          <p14:tracePt t="262149" x="4343400" y="3954463"/>
          <p14:tracePt t="262158" x="4343400" y="3916363"/>
          <p14:tracePt t="262165" x="4343400" y="3879850"/>
          <p14:tracePt t="262176" x="4343400" y="3854450"/>
          <p14:tracePt t="262181" x="4343400" y="3803650"/>
          <p14:tracePt t="262189" x="4343400" y="3767138"/>
          <p14:tracePt t="262197" x="4356100" y="3741738"/>
          <p14:tracePt t="262205" x="4356100" y="3692525"/>
          <p14:tracePt t="262213" x="4368800" y="3654425"/>
          <p14:tracePt t="262221" x="4368800" y="3579813"/>
          <p14:tracePt t="262229" x="4368800" y="3503613"/>
          <p14:tracePt t="262237" x="4368800" y="3454400"/>
          <p14:tracePt t="262245" x="4368800" y="3378200"/>
          <p14:tracePt t="262253" x="4356100" y="3290888"/>
          <p14:tracePt t="262261" x="4343400" y="3254375"/>
          <p14:tracePt t="262269" x="4330700" y="3216275"/>
          <p14:tracePt t="262277" x="4294188" y="3178175"/>
          <p14:tracePt t="262285" x="4281488" y="3128963"/>
          <p14:tracePt t="262293" x="4268788" y="3103563"/>
          <p14:tracePt t="262301" x="4230688" y="3054350"/>
          <p14:tracePt t="262311" x="4181475" y="3003550"/>
          <p14:tracePt t="262317" x="4130675" y="2941638"/>
          <p14:tracePt t="262326" x="4092575" y="2890838"/>
          <p14:tracePt t="262333" x="4056063" y="2828925"/>
          <p14:tracePt t="262343" x="4043363" y="2803525"/>
          <p14:tracePt t="262349" x="4017963" y="2765425"/>
          <p14:tracePt t="262359" x="4005263" y="2752725"/>
          <p14:tracePt t="262525" x="3992563" y="2752725"/>
          <p14:tracePt t="263301" x="3992563" y="2740025"/>
          <p14:tracePt t="263309" x="3956050" y="2716213"/>
          <p14:tracePt t="263317" x="3930650" y="2703513"/>
          <p14:tracePt t="263325" x="3843338" y="2678113"/>
          <p14:tracePt t="263333" x="3805238" y="2678113"/>
          <p14:tracePt t="263342" x="3767138" y="2665413"/>
          <p14:tracePt t="263349" x="3705225" y="2665413"/>
          <p14:tracePt t="263358" x="3643313" y="2665413"/>
          <p14:tracePt t="263365" x="3567113" y="2652713"/>
          <p14:tracePt t="263375" x="3541713" y="2627313"/>
          <p14:tracePt t="263381" x="3505200" y="2627313"/>
          <p14:tracePt t="263391" x="3479800" y="2627313"/>
          <p14:tracePt t="263397" x="3479800" y="2640013"/>
          <p14:tracePt t="263408" x="3454400" y="2640013"/>
          <p14:tracePt t="263413" x="3454400" y="2652713"/>
          <p14:tracePt t="263422" x="3441700" y="2652713"/>
          <p14:tracePt t="263429" x="3441700" y="2665413"/>
          <p14:tracePt t="263437" x="3441700" y="2678113"/>
          <p14:tracePt t="263445" x="3441700" y="2690813"/>
          <p14:tracePt t="263453" x="3441700" y="2703513"/>
          <p14:tracePt t="263461" x="3417888" y="2728913"/>
          <p14:tracePt t="263469" x="3417888" y="2740025"/>
          <p14:tracePt t="263501" x="3417888" y="2752725"/>
          <p14:tracePt t="263653" x="3417888" y="2728913"/>
          <p14:tracePt t="263661" x="3417888" y="2703513"/>
          <p14:tracePt t="263669" x="3417888" y="2652713"/>
          <p14:tracePt t="263677" x="3417888" y="2616200"/>
          <p14:tracePt t="263685" x="3417888" y="2590800"/>
          <p14:tracePt t="263693" x="3417888" y="2540000"/>
          <p14:tracePt t="263701" x="3405188" y="2478088"/>
          <p14:tracePt t="263709" x="3405188" y="2439988"/>
          <p14:tracePt t="263717" x="3392488" y="2414588"/>
          <p14:tracePt t="263726" x="3392488" y="2352675"/>
          <p14:tracePt t="263733" x="3367088" y="2303463"/>
          <p14:tracePt t="263742" x="3367088" y="2239963"/>
          <p14:tracePt t="263749" x="3367088" y="2201863"/>
          <p14:tracePt t="263758" x="3367088" y="2178050"/>
          <p14:tracePt t="263765" x="3354388" y="2139950"/>
          <p14:tracePt t="263775" x="3354388" y="2114550"/>
          <p14:tracePt t="263781" x="3354388" y="2101850"/>
          <p14:tracePt t="263791" x="3354388" y="2065338"/>
          <p14:tracePt t="263797" x="3341688" y="2027238"/>
          <p14:tracePt t="263807" x="3341688" y="2001838"/>
          <p14:tracePt t="263813" x="3341688" y="1965325"/>
          <p14:tracePt t="263825" x="3328988" y="1927225"/>
          <p14:tracePt t="263829" x="3328988" y="1914525"/>
          <p14:tracePt t="263838" x="3317875" y="1876425"/>
          <p14:tracePt t="263845" x="3317875" y="1839913"/>
          <p14:tracePt t="263853" x="3305175" y="1827213"/>
          <p14:tracePt t="263861" x="3305175" y="1789113"/>
          <p14:tracePt t="263876" x="3305175" y="1776413"/>
          <p14:tracePt t="263877" x="3292475" y="1765300"/>
          <p14:tracePt t="263885" x="3279775" y="1739900"/>
          <p14:tracePt t="263901" x="3267075" y="1727200"/>
          <p14:tracePt t="263965" x="3254375" y="1727200"/>
          <p14:tracePt t="263975" x="3241675" y="1739900"/>
          <p14:tracePt t="263981" x="3228975" y="1776413"/>
          <p14:tracePt t="263991" x="3154363" y="1827213"/>
          <p14:tracePt t="263997" x="3154363" y="1876425"/>
          <p14:tracePt t="264007" x="3141663" y="1927225"/>
          <p14:tracePt t="264013" x="3141663" y="1952625"/>
          <p14:tracePt t="264022" x="3116263" y="2001838"/>
          <p14:tracePt t="264029" x="3092450" y="2027238"/>
          <p14:tracePt t="264037" x="3079750" y="2065338"/>
          <p14:tracePt t="264045" x="3079750" y="2089150"/>
          <p14:tracePt t="264053" x="3079750" y="2101850"/>
          <p14:tracePt t="264061" x="3079750" y="2127250"/>
          <p14:tracePt t="264069" x="3079750" y="2139950"/>
          <p14:tracePt t="264077" x="3079750" y="2165350"/>
          <p14:tracePt t="264085" x="3079750" y="2190750"/>
          <p14:tracePt t="264093" x="3079750" y="2201863"/>
          <p14:tracePt t="264101" x="3079750" y="2214563"/>
          <p14:tracePt t="264109" x="3079750" y="2239963"/>
          <p14:tracePt t="264117" x="3079750" y="2278063"/>
          <p14:tracePt t="264125" x="3079750" y="2314575"/>
          <p14:tracePt t="264133" x="3092450" y="2327275"/>
          <p14:tracePt t="264141" x="3103563" y="2352675"/>
          <p14:tracePt t="264149" x="3128963" y="2378075"/>
          <p14:tracePt t="264157" x="3128963" y="2390775"/>
          <p14:tracePt t="264165" x="3128963" y="2403475"/>
          <p14:tracePt t="264207" x="3141663" y="2403475"/>
          <p14:tracePt t="264237" x="3154363" y="2414588"/>
          <p14:tracePt t="264245" x="3192463" y="2414588"/>
          <p14:tracePt t="264253" x="3216275" y="2414588"/>
          <p14:tracePt t="264261" x="3305175" y="2414588"/>
          <p14:tracePt t="264269" x="3429000" y="2414588"/>
          <p14:tracePt t="264277" x="3517900" y="2414588"/>
          <p14:tracePt t="264285" x="3643313" y="2414588"/>
          <p14:tracePt t="264293" x="3667125" y="2414588"/>
          <p14:tracePt t="264301" x="3730625" y="2414588"/>
          <p14:tracePt t="264309" x="3830638" y="2414588"/>
          <p14:tracePt t="264317" x="4005263" y="2414588"/>
          <p14:tracePt t="264326" x="4117975" y="2414588"/>
          <p14:tracePt t="264333" x="4217988" y="2414588"/>
          <p14:tracePt t="264342" x="4281488" y="2414588"/>
          <p14:tracePt t="264349" x="4318000" y="2414588"/>
          <p14:tracePt t="264358" x="4343400" y="2414588"/>
          <p14:tracePt t="264365" x="4356100" y="2427288"/>
          <p14:tracePt t="264397" x="4381500" y="2452688"/>
          <p14:tracePt t="264406" x="4394200" y="2503488"/>
          <p14:tracePt t="264413" x="4418013" y="2590800"/>
          <p14:tracePt t="264422" x="4456113" y="2678113"/>
          <p14:tracePt t="264429" x="4481513" y="2752725"/>
          <p14:tracePt t="264438" x="4506913" y="2852738"/>
          <p14:tracePt t="264445" x="4518025" y="2941638"/>
          <p14:tracePt t="264453" x="4543425" y="3028950"/>
          <p14:tracePt t="264461" x="4581525" y="3103563"/>
          <p14:tracePt t="264469" x="4594225" y="3190875"/>
          <p14:tracePt t="264477" x="4606925" y="3278188"/>
          <p14:tracePt t="264485" x="4606925" y="3354388"/>
          <p14:tracePt t="264493" x="4656138" y="3429000"/>
          <p14:tracePt t="264501" x="4668838" y="3554413"/>
          <p14:tracePt t="264509" x="4694238" y="3603625"/>
          <p14:tracePt t="264517" x="4719638" y="3716338"/>
          <p14:tracePt t="264525" x="4756150" y="3767138"/>
          <p14:tracePt t="264533" x="4781550" y="3841750"/>
          <p14:tracePt t="264541" x="4794250" y="3867150"/>
          <p14:tracePt t="264549" x="4832350" y="3905250"/>
          <p14:tracePt t="264558" x="4843463" y="3916363"/>
          <p14:tracePt t="264565" x="4868863" y="3941763"/>
          <p14:tracePt t="264574" x="4906963" y="3954463"/>
          <p14:tracePt t="264581" x="4945063" y="3954463"/>
          <p14:tracePt t="264591" x="4968875" y="3967163"/>
          <p14:tracePt t="264597" x="5019675" y="3967163"/>
          <p14:tracePt t="264607" x="5068888" y="4005263"/>
          <p14:tracePt t="264613" x="5119688" y="4005263"/>
          <p14:tracePt t="264622" x="5181600" y="4005263"/>
          <p14:tracePt t="264629" x="5257800" y="4017963"/>
          <p14:tracePt t="264640" x="5345113" y="4029075"/>
          <p14:tracePt t="264645" x="5407025" y="4029075"/>
          <p14:tracePt t="264654" x="5470525" y="4067175"/>
          <p14:tracePt t="264661" x="5557838" y="4079875"/>
          <p14:tracePt t="264669" x="5657850" y="4079875"/>
          <p14:tracePt t="264677" x="5783263" y="4079875"/>
          <p14:tracePt t="264685" x="5832475" y="4079875"/>
          <p14:tracePt t="264693" x="5895975" y="4079875"/>
          <p14:tracePt t="264701" x="5921375" y="4079875"/>
          <p14:tracePt t="264709" x="5932488" y="4079875"/>
          <p14:tracePt t="264717" x="5983288" y="4079875"/>
          <p14:tracePt t="264725" x="6008688" y="4079875"/>
          <p14:tracePt t="264733" x="6021388" y="4079875"/>
          <p14:tracePt t="264893" x="6034088" y="4079875"/>
          <p14:tracePt t="264901" x="6057900" y="4079875"/>
          <p14:tracePt t="264909" x="6108700" y="4105275"/>
          <p14:tracePt t="264917" x="6183313" y="4117975"/>
          <p14:tracePt t="264925" x="6234113" y="4129088"/>
          <p14:tracePt t="264941" x="6283325" y="4154488"/>
          <p14:tracePt t="264949" x="6370638" y="4154488"/>
          <p14:tracePt t="264957" x="6421438" y="4154488"/>
          <p14:tracePt t="264965" x="6483350" y="4167188"/>
          <p14:tracePt t="264974" x="6559550" y="4167188"/>
          <p14:tracePt t="264981" x="6659563" y="4167188"/>
          <p14:tracePt t="264990" x="6721475" y="4167188"/>
          <p14:tracePt t="264997" x="6772275" y="4167188"/>
          <p14:tracePt t="265007" x="6808788" y="4167188"/>
          <p14:tracePt t="265013" x="6821488" y="4167188"/>
          <p14:tracePt t="265061" x="6834188" y="4167188"/>
          <p14:tracePt t="265382" x="6846888" y="4167188"/>
          <p14:tracePt t="265391" x="6821488" y="4205288"/>
          <p14:tracePt t="265400" x="6808788" y="4217988"/>
          <p14:tracePt t="265410" x="6784975" y="4241800"/>
          <p14:tracePt t="265413" x="6772275" y="4241800"/>
          <p14:tracePt t="265423" x="6734175" y="4254500"/>
          <p14:tracePt t="265429" x="6672263" y="4292600"/>
          <p14:tracePt t="265438" x="6646863" y="4318000"/>
          <p14:tracePt t="265445" x="6621463" y="4354513"/>
          <p14:tracePt t="265456" x="6546850" y="4405313"/>
          <p14:tracePt t="265461" x="6521450" y="4405313"/>
          <p14:tracePt t="265469" x="6483350" y="4418013"/>
          <p14:tracePt t="265477" x="6459538" y="4430713"/>
          <p14:tracePt t="265485" x="6396038" y="4467225"/>
          <p14:tracePt t="265493" x="6346825" y="4479925"/>
          <p14:tracePt t="265501" x="6270625" y="4518025"/>
          <p14:tracePt t="265509" x="6183313" y="4518025"/>
          <p14:tracePt t="265517" x="6057900" y="4530725"/>
          <p14:tracePt t="265525" x="6034088" y="4543425"/>
          <p14:tracePt t="265533" x="6021388" y="4567238"/>
          <p14:tracePt t="265541" x="5970588" y="4567238"/>
          <p14:tracePt t="265549" x="5883275" y="4579938"/>
          <p14:tracePt t="265557" x="5808663" y="4579938"/>
          <p14:tracePt t="265565" x="5708650" y="4579938"/>
          <p14:tracePt t="265573" x="5632450" y="4579938"/>
          <p14:tracePt t="265581" x="5483225" y="4579938"/>
          <p14:tracePt t="265590" x="5419725" y="4592638"/>
          <p14:tracePt t="265597" x="5319713" y="4618038"/>
          <p14:tracePt t="265606" x="5257800" y="4618038"/>
          <p14:tracePt t="265613" x="5207000" y="4618038"/>
          <p14:tracePt t="265622" x="5081588" y="4618038"/>
          <p14:tracePt t="265629" x="4981575" y="4618038"/>
          <p14:tracePt t="265640" x="4919663" y="4618038"/>
          <p14:tracePt t="265645" x="4843463" y="4618038"/>
          <p14:tracePt t="265655" x="4743450" y="4618038"/>
          <p14:tracePt t="265661" x="4681538" y="4618038"/>
          <p14:tracePt t="265672" x="4630738" y="4618038"/>
          <p14:tracePt t="265677" x="4568825" y="4618038"/>
          <p14:tracePt t="265685" x="4518025" y="4592638"/>
          <p14:tracePt t="265693" x="4456113" y="4567238"/>
          <p14:tracePt t="265701" x="4406900" y="4554538"/>
          <p14:tracePt t="265709" x="4394200" y="4543425"/>
          <p14:tracePt t="265717" x="4356100" y="4543425"/>
          <p14:tracePt t="265733" x="4343400" y="4543425"/>
          <p14:tracePt t="265741" x="4343400" y="4530725"/>
          <p14:tracePt t="265765" x="4343400" y="4505325"/>
          <p14:tracePt t="265773" x="4343400" y="4492625"/>
          <p14:tracePt t="265781" x="4343400" y="4479925"/>
          <p14:tracePt t="265789" x="4343400" y="4454525"/>
          <p14:tracePt t="265797" x="4343400" y="4443413"/>
          <p14:tracePt t="265806" x="4330700" y="4418013"/>
          <p14:tracePt t="265813" x="4318000" y="4405313"/>
          <p14:tracePt t="265823" x="4318000" y="4367213"/>
          <p14:tracePt t="265839" x="4305300" y="4341813"/>
          <p14:tracePt t="265845" x="4305300" y="4330700"/>
          <p14:tracePt t="265855" x="4305300" y="4292600"/>
          <p14:tracePt t="265861" x="4305300" y="4279900"/>
          <p14:tracePt t="265873" x="4305300" y="4254500"/>
          <p14:tracePt t="265877" x="4305300" y="4241800"/>
          <p14:tracePt t="265893" x="4305300" y="4230688"/>
          <p14:tracePt t="265909" x="4305300" y="4217988"/>
          <p14:tracePt t="266317" x="4305300" y="4230688"/>
          <p14:tracePt t="266325" x="4305300" y="4279900"/>
          <p14:tracePt t="266333" x="4305300" y="4330700"/>
          <p14:tracePt t="266341" x="4305300" y="4379913"/>
          <p14:tracePt t="266349" x="4305300" y="4418013"/>
          <p14:tracePt t="266357" x="4305300" y="4467225"/>
          <p14:tracePt t="266365" x="4305300" y="4505325"/>
          <p14:tracePt t="266373" x="4305300" y="4543425"/>
          <p14:tracePt t="266381" x="4318000" y="4567238"/>
          <p14:tracePt t="266397" x="4318000" y="4579938"/>
          <p14:tracePt t="266413" x="4318000" y="4592638"/>
          <p14:tracePt t="267157" x="4330700" y="4605338"/>
          <p14:tracePt t="267197" x="4343400" y="4605338"/>
          <p14:tracePt t="267213" x="4356100" y="4605338"/>
          <p14:tracePt t="267245" x="4368800" y="4605338"/>
          <p14:tracePt t="267254" x="4368800" y="4592638"/>
          <p14:tracePt t="267261" x="4381500" y="4579938"/>
          <p14:tracePt t="267278" x="4394200" y="4567238"/>
          <p14:tracePt t="267302" x="4394200" y="4554538"/>
          <p14:tracePt t="267318" x="4406900" y="4554538"/>
          <p14:tracePt t="267325" x="4406900" y="4530725"/>
          <p14:tracePt t="267341" x="4430713" y="4518025"/>
          <p14:tracePt t="267381" x="4456113" y="4479925"/>
          <p14:tracePt t="267389" x="4481513" y="4454525"/>
          <p14:tracePt t="267405" x="4506913" y="4443413"/>
          <p14:tracePt t="267413" x="4530725" y="4405313"/>
          <p14:tracePt t="267421" x="4543425" y="4405313"/>
          <p14:tracePt t="267429" x="4556125" y="4379913"/>
          <p14:tracePt t="267438" x="4568825" y="4354513"/>
          <p14:tracePt t="267445" x="4594225" y="4341813"/>
          <p14:tracePt t="267454" x="4606925" y="4318000"/>
          <p14:tracePt t="267461" x="4619625" y="4279900"/>
          <p14:tracePt t="267470" x="4643438" y="4230688"/>
          <p14:tracePt t="267477" x="4656138" y="4192588"/>
          <p14:tracePt t="267487" x="4681538" y="4167188"/>
          <p14:tracePt t="267493" x="4681538" y="4154488"/>
          <p14:tracePt t="267504" x="4706938" y="4129088"/>
          <p14:tracePt t="267565" x="4706938" y="4105275"/>
          <p14:tracePt t="269245" x="4706938" y="4117975"/>
          <p14:tracePt t="269253" x="4706938" y="4129088"/>
          <p14:tracePt t="269285" x="4706938" y="4141788"/>
          <p14:tracePt t="269293" x="4706938" y="4154488"/>
          <p14:tracePt t="269302" x="4694238" y="4179888"/>
          <p14:tracePt t="269349" x="4694238" y="4192588"/>
          <p14:tracePt t="269381" x="4681538" y="4205288"/>
          <p14:tracePt t="269389" x="4668838" y="4205288"/>
          <p14:tracePt t="269405" x="4668838" y="4217988"/>
          <p14:tracePt t="269413" x="4656138" y="4230688"/>
          <p14:tracePt t="269503" x="4630738" y="4241800"/>
          <p14:tracePt t="269557" x="4630738" y="4254500"/>
          <p14:tracePt t="269597" x="4630738" y="4279900"/>
          <p14:tracePt t="269613" x="4619625" y="4292600"/>
          <p14:tracePt t="269637" x="4606925" y="4305300"/>
          <p14:tracePt t="269653" x="4606925" y="4318000"/>
          <p14:tracePt t="269661" x="4594225" y="4330700"/>
          <p14:tracePt t="269678" x="4581525" y="4341813"/>
          <p14:tracePt t="269709" x="4568825" y="4354513"/>
          <p14:tracePt t="269741" x="4556125" y="4354513"/>
          <p14:tracePt t="269757" x="4543425" y="4354513"/>
          <p14:tracePt t="269766" x="4530725" y="4354513"/>
          <p14:tracePt t="269781" x="4518025" y="4354513"/>
          <p14:tracePt t="269789" x="4481513" y="4354513"/>
          <p14:tracePt t="269797" x="4468813" y="4354513"/>
          <p14:tracePt t="269805" x="4443413" y="4354513"/>
          <p14:tracePt t="269813" x="4406900" y="4354513"/>
          <p14:tracePt t="269821" x="4381500" y="4354513"/>
          <p14:tracePt t="269829" x="4356100" y="4354513"/>
          <p14:tracePt t="269837" x="4343400" y="4354513"/>
          <p14:tracePt t="269845" x="4318000" y="4354513"/>
          <p14:tracePt t="269861" x="4305300" y="4354513"/>
          <p14:tracePt t="269869" x="4294188" y="4354513"/>
          <p14:tracePt t="269886" x="4294188" y="4341813"/>
          <p14:tracePt t="269893" x="4281488" y="4318000"/>
          <p14:tracePt t="269902" x="4268788" y="4318000"/>
          <p14:tracePt t="269909" x="4256088" y="4318000"/>
          <p14:tracePt t="269918" x="4256088" y="4305300"/>
          <p14:tracePt t="269935" x="4256088" y="4292600"/>
          <p14:tracePt t="270485" x="4243388" y="4279900"/>
          <p14:tracePt t="270606" x="4230688" y="4279900"/>
          <p14:tracePt t="270670" x="4205288" y="4279900"/>
          <p14:tracePt t="270679" x="4192588" y="4279900"/>
          <p14:tracePt t="270688" x="4181475" y="4279900"/>
          <p14:tracePt t="270694" x="4168775" y="4279900"/>
          <p14:tracePt t="270718" x="4156075" y="4279900"/>
          <p14:tracePt t="270973" x="4130675" y="4279900"/>
          <p14:tracePt t="274805" x="4117975" y="4292600"/>
          <p14:tracePt t="274837" x="4117975" y="4318000"/>
          <p14:tracePt t="274861" x="4117975" y="4330700"/>
          <p14:tracePt t="274879" x="4117975" y="4341813"/>
          <p14:tracePt t="277357" x="4117975" y="4354513"/>
          <p14:tracePt t="277365" x="4130675" y="4379913"/>
          <p14:tracePt t="277374" x="4181475" y="4405313"/>
          <p14:tracePt t="277381" x="4256088" y="4418013"/>
          <p14:tracePt t="277389" x="4394200" y="4443413"/>
          <p14:tracePt t="277397" x="4556125" y="4467225"/>
          <p14:tracePt t="277405" x="4668838" y="4518025"/>
          <p14:tracePt t="277413" x="4768850" y="4543425"/>
          <p14:tracePt t="277421" x="4906963" y="4605338"/>
          <p14:tracePt t="277429" x="5032375" y="4605338"/>
          <p14:tracePt t="277437" x="5207000" y="4605338"/>
          <p14:tracePt t="277445" x="5245100" y="4618038"/>
          <p14:tracePt t="277453" x="5383213" y="4618038"/>
          <p14:tracePt t="277462" x="5483225" y="4618038"/>
          <p14:tracePt t="277469" x="5557838" y="4579938"/>
          <p14:tracePt t="277478" x="5570538" y="4554538"/>
          <p14:tracePt t="277485" x="5595938" y="4543425"/>
          <p14:tracePt t="277494" x="5645150" y="4530725"/>
          <p14:tracePt t="277501" x="5670550" y="4505325"/>
          <p14:tracePt t="277510" x="5708650" y="4505325"/>
          <p14:tracePt t="277517" x="5745163" y="4479925"/>
          <p14:tracePt t="277533" x="5821363" y="4430713"/>
          <p14:tracePt t="277549" x="5870575" y="4392613"/>
          <p14:tracePt t="277560" x="5908675" y="4392613"/>
          <p14:tracePt t="277565" x="5957888" y="4392613"/>
          <p14:tracePt t="277576" x="6008688" y="4379913"/>
          <p14:tracePt t="277581" x="6045200" y="4341813"/>
          <p14:tracePt t="277589" x="6057900" y="4341813"/>
          <p14:tracePt t="277597" x="6121400" y="4341813"/>
          <p14:tracePt t="277605" x="6157913" y="4318000"/>
          <p14:tracePt t="277613" x="6234113" y="4292600"/>
          <p14:tracePt t="277621" x="6308725" y="4267200"/>
          <p14:tracePt t="277629" x="6370638" y="4254500"/>
          <p14:tracePt t="277637" x="6434138" y="4205288"/>
          <p14:tracePt t="277645" x="6572250" y="4192588"/>
          <p14:tracePt t="277653" x="6708775" y="4154488"/>
          <p14:tracePt t="277661" x="6872288" y="4129088"/>
          <p14:tracePt t="277669" x="6985000" y="4067175"/>
          <p14:tracePt t="277677" x="7046913" y="4067175"/>
          <p14:tracePt t="277685" x="7085013" y="4017963"/>
          <p14:tracePt t="277693" x="7123113" y="4005263"/>
          <p14:tracePt t="277701" x="7197725" y="3967163"/>
          <p14:tracePt t="277710" x="7259638" y="3954463"/>
          <p14:tracePt t="277727" x="7323138" y="3941763"/>
          <p14:tracePt t="277733" x="7335838" y="3929063"/>
          <p14:tracePt t="277749" x="7348538" y="3929063"/>
          <p14:tracePt t="277781" x="7359650" y="3929063"/>
          <p14:tracePt t="277933" x="7372350" y="3929063"/>
          <p14:tracePt t="277943" x="7410450" y="3929063"/>
          <p14:tracePt t="277949" x="7472363" y="3941763"/>
          <p14:tracePt t="277958" x="7635875" y="3941763"/>
          <p14:tracePt t="277965" x="7723188" y="3992563"/>
          <p14:tracePt t="277976" x="7910513" y="3992563"/>
          <p14:tracePt t="277981" x="8261350" y="4005263"/>
          <p14:tracePt t="277989" x="8612188" y="4029075"/>
          <p14:tracePt t="277997" x="9088438" y="4029075"/>
          <p14:tracePt t="278005" x="9501188" y="4017963"/>
          <p14:tracePt t="278013" x="9963150" y="3929063"/>
          <p14:tracePt t="278021" x="10264775" y="3879850"/>
          <p14:tracePt t="278029" x="10426700" y="3854450"/>
          <p14:tracePt t="278037" x="10526713" y="3854450"/>
          <p14:tracePt t="278045" x="10639425" y="3854450"/>
          <p14:tracePt t="278053" x="10677525" y="3854450"/>
          <p14:tracePt t="278061" x="10690225" y="3854450"/>
          <p14:tracePt t="278173" x="10690225" y="3879850"/>
          <p14:tracePt t="278181" x="10626725" y="3954463"/>
          <p14:tracePt t="278190" x="10590213" y="3992563"/>
          <p14:tracePt t="278197" x="10526713" y="4041775"/>
          <p14:tracePt t="278205" x="10426700" y="4117975"/>
          <p14:tracePt t="278213" x="10390188" y="4141788"/>
          <p14:tracePt t="278221" x="10313988" y="4217988"/>
          <p14:tracePt t="278229" x="10264775" y="4254500"/>
          <p14:tracePt t="278237" x="10177463" y="4305300"/>
          <p14:tracePt t="278245" x="10088563" y="4341813"/>
          <p14:tracePt t="278253" x="10001250" y="4354513"/>
          <p14:tracePt t="278261" x="9952038" y="4367213"/>
          <p14:tracePt t="278269" x="9913938" y="4367213"/>
          <p14:tracePt t="278277" x="9775825" y="4379913"/>
          <p14:tracePt t="278285" x="9663113" y="4379913"/>
          <p14:tracePt t="278294" x="9537700" y="4405313"/>
          <p14:tracePt t="278301" x="9513888" y="4405313"/>
          <p14:tracePt t="278310" x="9413875" y="4405313"/>
          <p14:tracePt t="278317" x="9375775" y="4405313"/>
          <p14:tracePt t="278326" x="9337675" y="4405313"/>
          <p14:tracePt t="278333" x="9275763" y="4405313"/>
          <p14:tracePt t="278342" x="9212263" y="4392613"/>
          <p14:tracePt t="278349" x="9150350" y="4354513"/>
          <p14:tracePt t="278359" x="9150350" y="4341813"/>
          <p14:tracePt t="278365" x="9124950" y="4341813"/>
          <p14:tracePt t="278375" x="9099550" y="4330700"/>
          <p14:tracePt t="278381" x="9088438" y="4318000"/>
          <p14:tracePt t="278397" x="9075738" y="4292600"/>
          <p14:tracePt t="278405" x="9063038" y="4292600"/>
          <p14:tracePt t="278413" x="9063038" y="4279900"/>
          <p14:tracePt t="278421" x="9050338" y="4230688"/>
          <p14:tracePt t="278429" x="9050338" y="4217988"/>
          <p14:tracePt t="278437" x="9050338" y="4192588"/>
          <p14:tracePt t="278445" x="9050338" y="4179888"/>
          <p14:tracePt t="278453" x="9050338" y="4154488"/>
          <p14:tracePt t="278461" x="9050338" y="4117975"/>
          <p14:tracePt t="278469" x="9050338" y="4105275"/>
          <p14:tracePt t="278477" x="9050338" y="4092575"/>
          <p14:tracePt t="278485" x="9050338" y="4079875"/>
          <p14:tracePt t="278495" x="9050338" y="4067175"/>
          <p14:tracePt t="278502" x="9050338" y="4054475"/>
          <p14:tracePt t="278511" x="9050338" y="4041775"/>
          <p14:tracePt t="278518" x="9050338" y="4017963"/>
          <p14:tracePt t="278533" x="9050338" y="3992563"/>
          <p14:tracePt t="278544" x="9063038" y="3979863"/>
          <p14:tracePt t="278549" x="9075738" y="3967163"/>
          <p14:tracePt t="278559" x="9088438" y="3941763"/>
          <p14:tracePt t="278565" x="9099550" y="3929063"/>
          <p14:tracePt t="278575" x="9124950" y="3905250"/>
          <p14:tracePt t="278581" x="9124950" y="3892550"/>
          <p14:tracePt t="278592" x="9137650" y="3879850"/>
          <p14:tracePt t="278597" x="9150350" y="3854450"/>
          <p14:tracePt t="278613" x="9163050" y="3841750"/>
          <p14:tracePt t="278621" x="9175750" y="3829050"/>
          <p14:tracePt t="278629" x="9188450" y="3816350"/>
          <p14:tracePt t="278637" x="9199563" y="3803650"/>
          <p14:tracePt t="278653" x="9212263" y="3803650"/>
          <p14:tracePt t="278661" x="9224963" y="3779838"/>
          <p14:tracePt t="278701" x="9237663" y="3779838"/>
          <p14:tracePt t="278710" x="9263063" y="3767138"/>
          <p14:tracePt t="278726" x="9263063" y="3754438"/>
          <p14:tracePt t="278733" x="9288463" y="3754438"/>
          <p14:tracePt t="278749" x="9301163" y="3741738"/>
          <p14:tracePt t="278765" x="9312275" y="3741738"/>
          <p14:tracePt t="278798" x="9312275" y="3729038"/>
          <p14:tracePt t="278807" x="9337675" y="3729038"/>
          <p14:tracePt t="278814" x="9350375" y="3716338"/>
          <p14:tracePt t="278829" x="9350375" y="3703638"/>
          <p14:tracePt t="278838" x="9363075" y="3692525"/>
          <p14:tracePt t="278861" x="9375775" y="3679825"/>
          <p14:tracePt t="278893" x="9388475" y="3679825"/>
          <p14:tracePt t="278909" x="9401175" y="3667125"/>
          <p14:tracePt t="278917" x="9401175" y="3654425"/>
          <p14:tracePt t="278957" x="9424988" y="3641725"/>
          <p14:tracePt t="279013" x="9437688" y="3641725"/>
          <p14:tracePt t="279029" x="9437688" y="3629025"/>
          <p14:tracePt t="279110" x="9450388" y="3629025"/>
          <p14:tracePt t="279149" x="9463088" y="3616325"/>
          <p14:tracePt t="279846" x="9424988" y="3629025"/>
          <p14:tracePt t="279855" x="9363075" y="3654425"/>
          <p14:tracePt t="279863" x="9350375" y="3667125"/>
          <p14:tracePt t="279875" x="9312275" y="3692525"/>
          <p14:tracePt t="279878" x="9275763" y="3729038"/>
          <p14:tracePt t="279885" x="9275763" y="3741738"/>
          <p14:tracePt t="279894" x="9250363" y="3754438"/>
          <p14:tracePt t="279901" x="9199563" y="3779838"/>
          <p14:tracePt t="279909" x="9175750" y="3779838"/>
          <p14:tracePt t="279917" x="9163050" y="3792538"/>
          <p14:tracePt t="279925" x="9124950" y="3816350"/>
          <p14:tracePt t="279933" x="9050338" y="3854450"/>
          <p14:tracePt t="279941" x="9024938" y="3867150"/>
          <p14:tracePt t="279949" x="8963025" y="3892550"/>
          <p14:tracePt t="279958" x="8899525" y="3905250"/>
          <p14:tracePt t="279965" x="8812213" y="3941763"/>
          <p14:tracePt t="279974" x="8774113" y="3954463"/>
          <p14:tracePt t="279981" x="8724900" y="3992563"/>
          <p14:tracePt t="279990" x="8674100" y="4005263"/>
          <p14:tracePt t="279997" x="8561388" y="4054475"/>
          <p14:tracePt t="280008" x="8474075" y="4067175"/>
          <p14:tracePt t="280013" x="8435975" y="4079875"/>
          <p14:tracePt t="280023" x="8412163" y="4079875"/>
          <p14:tracePt t="280029" x="8374063" y="4117975"/>
          <p14:tracePt t="280037" x="8361363" y="4117975"/>
          <p14:tracePt t="280045" x="8324850" y="4154488"/>
          <p14:tracePt t="280061" x="8299450" y="4167188"/>
          <p14:tracePt t="280069" x="8274050" y="4167188"/>
          <p14:tracePt t="280077" x="8235950" y="4167188"/>
          <p14:tracePt t="280085" x="8135938" y="4192588"/>
          <p14:tracePt t="280093" x="8048625" y="4205288"/>
          <p14:tracePt t="280101" x="7948613" y="4230688"/>
          <p14:tracePt t="280109" x="7874000" y="4254500"/>
          <p14:tracePt t="280117" x="7773988" y="4267200"/>
          <p14:tracePt t="280125" x="7748588" y="4267200"/>
          <p14:tracePt t="280133" x="7648575" y="4279900"/>
          <p14:tracePt t="280141" x="7535863" y="4330700"/>
          <p14:tracePt t="280149" x="7485063" y="4341813"/>
          <p14:tracePt t="280158" x="7348538" y="4392613"/>
          <p14:tracePt t="280165" x="7285038" y="4392613"/>
          <p14:tracePt t="280174" x="7246938" y="4405313"/>
          <p14:tracePt t="280181" x="7159625" y="4430713"/>
          <p14:tracePt t="280190" x="7097713" y="4443413"/>
          <p14:tracePt t="280197" x="7059613" y="4443413"/>
          <p14:tracePt t="280207" x="6997700" y="4454525"/>
          <p14:tracePt t="280213" x="6959600" y="4479925"/>
          <p14:tracePt t="280222" x="6921500" y="4492625"/>
          <p14:tracePt t="280229" x="6897688" y="4518025"/>
          <p14:tracePt t="280240" x="6834188" y="4518025"/>
          <p14:tracePt t="280245" x="6797675" y="4554538"/>
          <p14:tracePt t="280253" x="6759575" y="4554538"/>
          <p14:tracePt t="280261" x="6721475" y="4554538"/>
          <p14:tracePt t="280269" x="6696075" y="4554538"/>
          <p14:tracePt t="280277" x="6646863" y="4592638"/>
          <p14:tracePt t="280285" x="6608763" y="4605338"/>
          <p14:tracePt t="280293" x="6546850" y="4618038"/>
          <p14:tracePt t="280301" x="6508750" y="4618038"/>
          <p14:tracePt t="280309" x="6446838" y="4643438"/>
          <p14:tracePt t="280317" x="6421438" y="4643438"/>
          <p14:tracePt t="280325" x="6396038" y="4643438"/>
          <p14:tracePt t="280333" x="6383338" y="4643438"/>
          <p14:tracePt t="280341" x="6359525" y="4643438"/>
          <p14:tracePt t="280358" x="6334125" y="4656138"/>
          <p14:tracePt t="280390" x="6321425" y="4656138"/>
          <p14:tracePt t="280398" x="6308725" y="4667250"/>
          <p14:tracePt t="280413" x="6296025" y="4667250"/>
          <p14:tracePt t="280424" x="6283325" y="4667250"/>
          <p14:tracePt t="280429" x="6259513" y="4667250"/>
          <p14:tracePt t="280440" x="6246813" y="4667250"/>
          <p14:tracePt t="280461" x="6221413" y="4667250"/>
          <p14:tracePt t="280501" x="6208713" y="4667250"/>
          <p14:tracePt t="280525" x="6196013" y="4679950"/>
          <p14:tracePt t="280565" x="6183313" y="4679950"/>
          <p14:tracePt t="280837" x="6157913" y="4679950"/>
          <p14:tracePt t="280845" x="6146800" y="4679950"/>
          <p14:tracePt t="280861" x="6134100" y="4667250"/>
          <p14:tracePt t="280873" x="6134100" y="4656138"/>
          <p14:tracePt t="280877" x="6121400" y="4656138"/>
          <p14:tracePt t="280893" x="6108700" y="4643438"/>
          <p14:tracePt t="280909" x="6096000" y="4630738"/>
          <p14:tracePt t="280917" x="6083300" y="4618038"/>
          <p14:tracePt t="280925" x="6070600" y="4618038"/>
          <p14:tracePt t="280933" x="6045200" y="4605338"/>
          <p14:tracePt t="280941" x="6021388" y="4592638"/>
          <p14:tracePt t="280949" x="6008688" y="4579938"/>
          <p14:tracePt t="280957" x="5995988" y="4567238"/>
          <p14:tracePt t="280965" x="5983288" y="4543425"/>
          <p14:tracePt t="280973" x="5970588" y="4543425"/>
          <p14:tracePt t="280981" x="5957888" y="4518025"/>
          <p14:tracePt t="280990" x="5932488" y="4505325"/>
          <p14:tracePt t="280997" x="5908675" y="4479925"/>
          <p14:tracePt t="281013" x="5895975" y="4454525"/>
          <p14:tracePt t="281023" x="5883275" y="4454525"/>
          <p14:tracePt t="281029" x="5870575" y="4430713"/>
          <p14:tracePt t="281045" x="5832475" y="4392613"/>
          <p14:tracePt t="281061" x="5821363" y="4379913"/>
          <p14:tracePt t="281077" x="5808663" y="4367213"/>
          <p14:tracePt t="281085" x="5783263" y="4341813"/>
          <p14:tracePt t="281101" x="5770563" y="4330700"/>
          <p14:tracePt t="281133" x="5770563" y="4318000"/>
          <p14:tracePt t="281141" x="5770563" y="4305300"/>
          <p14:tracePt t="281157" x="5757863" y="4279900"/>
          <p14:tracePt t="281302" x="5745163" y="4279900"/>
          <p14:tracePt t="281310" x="5732463" y="4279900"/>
          <p14:tracePt t="281318" x="5708650" y="4279900"/>
          <p14:tracePt t="281327" x="5670550" y="4279900"/>
          <p14:tracePt t="281334" x="5632450" y="4279900"/>
          <p14:tracePt t="281342" x="5607050" y="4279900"/>
          <p14:tracePt t="281349" x="5532438" y="4279900"/>
          <p14:tracePt t="281357" x="5507038" y="4279900"/>
          <p14:tracePt t="281365" x="5407025" y="4279900"/>
          <p14:tracePt t="281373" x="5245100" y="4241800"/>
          <p14:tracePt t="281381" x="5094288" y="4217988"/>
          <p14:tracePt t="281389" x="4994275" y="4141788"/>
          <p14:tracePt t="281397" x="4919663" y="4105275"/>
          <p14:tracePt t="281406" x="4794250" y="4054475"/>
          <p14:tracePt t="281413" x="4656138" y="4029075"/>
          <p14:tracePt t="281423" x="4594225" y="3992563"/>
          <p14:tracePt t="281429" x="4581525" y="3979863"/>
          <p14:tracePt t="281439" x="4506913" y="3941763"/>
          <p14:tracePt t="281445" x="4381500" y="3929063"/>
          <p14:tracePt t="281455" x="4294188" y="3867150"/>
          <p14:tracePt t="281461" x="4243388" y="3841750"/>
          <p14:tracePt t="281471" x="4243388" y="3803650"/>
          <p14:tracePt t="281477" x="4217988" y="3754438"/>
          <p14:tracePt t="281485" x="4217988" y="3729038"/>
          <p14:tracePt t="281493" x="4217988" y="3692525"/>
          <p14:tracePt t="281501" x="4205288" y="3667125"/>
          <p14:tracePt t="281509" x="4205288" y="3629025"/>
          <p14:tracePt t="281517" x="4205288" y="3616325"/>
          <p14:tracePt t="281525" x="4205288" y="3579813"/>
          <p14:tracePt t="281533" x="4205288" y="3541713"/>
          <p14:tracePt t="281541" x="4205288" y="3516313"/>
          <p14:tracePt t="281549" x="4217988" y="3490913"/>
          <p14:tracePt t="281558" x="4243388" y="3441700"/>
          <p14:tracePt t="281565" x="4256088" y="3416300"/>
          <p14:tracePt t="281574" x="4281488" y="3390900"/>
          <p14:tracePt t="281581" x="4294188" y="3367088"/>
          <p14:tracePt t="281590" x="4305300" y="3341688"/>
          <p14:tracePt t="281597" x="4318000" y="3316288"/>
          <p14:tracePt t="281606" x="4343400" y="3303588"/>
          <p14:tracePt t="281613" x="4356100" y="3278188"/>
          <p14:tracePt t="281622" x="4394200" y="3228975"/>
          <p14:tracePt t="281629" x="4406900" y="3190875"/>
          <p14:tracePt t="281639" x="4430713" y="3154363"/>
          <p14:tracePt t="281645" x="4430713" y="3141663"/>
          <p14:tracePt t="281655" x="4456113" y="3116263"/>
          <p14:tracePt t="281661" x="4494213" y="3065463"/>
          <p14:tracePt t="281672" x="4518025" y="3054350"/>
          <p14:tracePt t="281677" x="4543425" y="3041650"/>
          <p14:tracePt t="281685" x="4556125" y="3028950"/>
          <p14:tracePt t="281693" x="4556125" y="3016250"/>
          <p14:tracePt t="281701" x="4556125" y="3003550"/>
          <p14:tracePt t="281717" x="4568825" y="3003550"/>
          <p14:tracePt t="282341" x="4530725" y="3003550"/>
          <p14:tracePt t="282350" x="4506913" y="3003550"/>
          <p14:tracePt t="282358" x="4481513" y="3016250"/>
          <p14:tracePt t="282366" x="4443413" y="3028950"/>
          <p14:tracePt t="282373" x="4330700" y="3090863"/>
          <p14:tracePt t="282381" x="4256088" y="3128963"/>
          <p14:tracePt t="282389" x="4205288" y="3141663"/>
          <p14:tracePt t="282397" x="4181475" y="3154363"/>
          <p14:tracePt t="282406" x="4117975" y="3178175"/>
          <p14:tracePt t="282477" x="4092575" y="3178175"/>
          <p14:tracePt t="282486" x="4043363" y="3178175"/>
          <p14:tracePt t="282493" x="4005263" y="3178175"/>
          <p14:tracePt t="282501" x="3943350" y="3165475"/>
          <p14:tracePt t="282509" x="3905250" y="3154363"/>
          <p14:tracePt t="282517" x="3879850" y="3128963"/>
          <p14:tracePt t="282525" x="3805238" y="3116263"/>
          <p14:tracePt t="282533" x="3767138" y="3078163"/>
          <p14:tracePt t="282541" x="3730625" y="3054350"/>
          <p14:tracePt t="282549" x="3717925" y="3041650"/>
          <p14:tracePt t="282557" x="3692525" y="3028950"/>
          <p14:tracePt t="282565" x="3667125" y="2990850"/>
          <p14:tracePt t="282581" x="3667125" y="2965450"/>
          <p14:tracePt t="282589" x="3667125" y="2952750"/>
          <p14:tracePt t="282597" x="3667125" y="2941638"/>
          <p14:tracePt t="282605" x="3667125" y="2916238"/>
          <p14:tracePt t="282613" x="3667125" y="2903538"/>
          <p14:tracePt t="282622" x="3667125" y="2865438"/>
          <p14:tracePt t="282629" x="3667125" y="2852738"/>
          <p14:tracePt t="282638" x="3667125" y="2828925"/>
          <p14:tracePt t="282645" x="3667125" y="2803525"/>
          <p14:tracePt t="282655" x="3667125" y="2765425"/>
          <p14:tracePt t="282661" x="3667125" y="2752725"/>
          <p14:tracePt t="284941" x="3667125" y="2778125"/>
          <p14:tracePt t="284949" x="3692525" y="2816225"/>
          <p14:tracePt t="284957" x="3717925" y="2828925"/>
          <p14:tracePt t="284965" x="3730625" y="2840038"/>
          <p14:tracePt t="284973" x="3767138" y="2878138"/>
          <p14:tracePt t="284981" x="3792538" y="2903538"/>
          <p14:tracePt t="284989" x="3817938" y="2928938"/>
          <p14:tracePt t="284997" x="3856038" y="2965450"/>
          <p14:tracePt t="285005" x="3892550" y="3003550"/>
          <p14:tracePt t="285013" x="3917950" y="3041650"/>
          <p14:tracePt t="285021" x="3968750" y="3078163"/>
          <p14:tracePt t="285029" x="4017963" y="3128963"/>
          <p14:tracePt t="285037" x="4068763" y="3165475"/>
          <p14:tracePt t="285045" x="4156075" y="3228975"/>
          <p14:tracePt t="285053" x="4230688" y="3290888"/>
          <p14:tracePt t="285061" x="4305300" y="3341688"/>
          <p14:tracePt t="285069" x="4406900" y="3403600"/>
          <p14:tracePt t="285077" x="4543425" y="3467100"/>
          <p14:tracePt t="285086" x="4706938" y="3529013"/>
          <p14:tracePt t="285093" x="4856163" y="3603625"/>
          <p14:tracePt t="285102" x="4994275" y="3654425"/>
          <p14:tracePt t="285109" x="5132388" y="3729038"/>
          <p14:tracePt t="285119" x="5245100" y="3767138"/>
          <p14:tracePt t="285125" x="5332413" y="3816350"/>
          <p14:tracePt t="285135" x="5419725" y="3867150"/>
          <p14:tracePt t="285141" x="5532438" y="3929063"/>
          <p14:tracePt t="285152" x="5632450" y="3967163"/>
          <p14:tracePt t="285157" x="5757863" y="4017963"/>
          <p14:tracePt t="285169" x="5895975" y="4067175"/>
          <p14:tracePt t="285173" x="6045200" y="4141788"/>
          <p14:tracePt t="285181" x="6196013" y="4217988"/>
          <p14:tracePt t="285189" x="6334125" y="4267200"/>
          <p14:tracePt t="285197" x="6459538" y="4305300"/>
          <p14:tracePt t="285205" x="6546850" y="4354513"/>
          <p14:tracePt t="285213" x="6646863" y="4405313"/>
          <p14:tracePt t="285221" x="6734175" y="4443413"/>
          <p14:tracePt t="285229" x="6772275" y="4467225"/>
          <p14:tracePt t="285237" x="6784975" y="4479925"/>
          <p14:tracePt t="285245" x="6808788" y="4505325"/>
          <p14:tracePt t="285253" x="6821488" y="4505325"/>
          <p14:tracePt t="285261" x="6834188" y="4530725"/>
          <p14:tracePt t="285270" x="6872288" y="4567238"/>
          <p14:tracePt t="285277" x="6934200" y="4630738"/>
          <p14:tracePt t="285286" x="6997700" y="4692650"/>
          <p14:tracePt t="285293" x="7123113" y="4792663"/>
          <p14:tracePt t="285302" x="7235825" y="4879975"/>
          <p14:tracePt t="285309" x="7385050" y="4968875"/>
          <p14:tracePt t="285319" x="7523163" y="5056188"/>
          <p14:tracePt t="285325" x="7735888" y="5168900"/>
          <p14:tracePt t="285335" x="7861300" y="5230813"/>
          <p14:tracePt t="285341" x="7948613" y="5294313"/>
          <p14:tracePt t="285351" x="7974013" y="5305425"/>
          <p14:tracePt t="285381" x="7948613" y="5305425"/>
          <p14:tracePt t="285389" x="7910513" y="5305425"/>
          <p14:tracePt t="285397" x="7874000" y="5294313"/>
          <p14:tracePt t="285405" x="7823200" y="5294313"/>
          <p14:tracePt t="285413" x="7761288" y="5256213"/>
          <p14:tracePt t="285421" x="7697788" y="5194300"/>
          <p14:tracePt t="285429" x="7623175" y="5118100"/>
          <p14:tracePt t="285437" x="7623175" y="5105400"/>
          <p14:tracePt t="285445" x="7610475" y="5081588"/>
          <p14:tracePt t="285453" x="7597775" y="5068888"/>
          <p14:tracePt t="285470" x="7597775" y="5043488"/>
          <p14:tracePt t="285485" x="7597775" y="5030788"/>
          <p14:tracePt t="285589" x="7597775" y="5018088"/>
          <p14:tracePt t="285597" x="7610475" y="5018088"/>
          <p14:tracePt t="285605" x="7610475" y="5043488"/>
          <p14:tracePt t="285613" x="7635875" y="5068888"/>
          <p14:tracePt t="285621" x="7661275" y="5092700"/>
          <p14:tracePt t="285629" x="7697788" y="5156200"/>
          <p14:tracePt t="285637" x="7710488" y="5181600"/>
          <p14:tracePt t="285645" x="7735888" y="5205413"/>
          <p14:tracePt t="285653" x="7785100" y="5243513"/>
          <p14:tracePt t="285661" x="7797800" y="5268913"/>
          <p14:tracePt t="285669" x="7823200" y="5294313"/>
          <p14:tracePt t="285677" x="7874000" y="5330825"/>
          <p14:tracePt t="285685" x="7886700" y="5343525"/>
          <p14:tracePt t="285702" x="7897813" y="5356225"/>
          <p14:tracePt t="285709" x="7910513" y="5356225"/>
          <p14:tracePt t="285719" x="7910513" y="5368925"/>
          <p14:tracePt t="285965" x="7923213" y="5368925"/>
          <p14:tracePt t="286022" x="7923213" y="5305425"/>
          <p14:tracePt t="286031" x="7923213" y="5268913"/>
          <p14:tracePt t="286038" x="7923213" y="5218113"/>
          <p14:tracePt t="286045" x="7910513" y="5168900"/>
          <p14:tracePt t="286054" x="7910513" y="5130800"/>
          <p14:tracePt t="286061" x="7897813" y="5092700"/>
          <p14:tracePt t="286070" x="7886700" y="5068888"/>
          <p14:tracePt t="286093" x="7874000" y="5043488"/>
          <p14:tracePt t="286141" x="7861300" y="5056188"/>
          <p14:tracePt t="286151" x="7861300" y="5143500"/>
          <p14:tracePt t="286157" x="7835900" y="5294313"/>
          <p14:tracePt t="286165" x="7835900" y="5430838"/>
          <p14:tracePt t="286173" x="7835900" y="5518150"/>
          <p14:tracePt t="286184" x="7835900" y="5568950"/>
          <p14:tracePt t="286189" x="7823200" y="5581650"/>
          <p14:tracePt t="286198" x="7823200" y="5594350"/>
          <p14:tracePt t="286253" x="7810500" y="5594350"/>
          <p14:tracePt t="286261" x="7810500" y="5607050"/>
          <p14:tracePt t="286269" x="7810500" y="5643563"/>
          <p14:tracePt t="286277" x="7810500" y="5668963"/>
          <p14:tracePt t="286285" x="7810500" y="5694363"/>
          <p14:tracePt t="286293" x="7773988" y="5832475"/>
          <p14:tracePt t="286301" x="7648575" y="6081713"/>
          <p14:tracePt t="286309" x="7385050" y="6457950"/>
          <p14:tracePt t="286318" x="7159625" y="6632575"/>
          <p14:tracePt t="286325" x="7021513" y="6757988"/>
          <p14:tracePt t="286335" x="6884988" y="6796088"/>
          <p14:tracePt t="286341" x="6834188" y="6796088"/>
          <p14:tracePt t="286351" x="6772275" y="6796088"/>
          <p14:tracePt t="286389" x="6734175" y="6796088"/>
          <p14:tracePt t="286398" x="6721475" y="6796088"/>
          <p14:tracePt t="286405" x="6696075" y="6770688"/>
          <p14:tracePt t="286421" x="6684963" y="6770688"/>
          <p14:tracePt t="286437" x="6672263" y="6770688"/>
          <p14:tracePt t="286469" x="6659563" y="6770688"/>
          <p14:tracePt t="286501" x="6646863" y="6770688"/>
          <p14:tracePt t="286518" x="6634163" y="6770688"/>
          <p14:tracePt t="286525" x="6621463" y="6757988"/>
          <p14:tracePt t="286541" x="6559550" y="6732588"/>
          <p14:tracePt t="286581" x="6546850" y="6719888"/>
          <p14:tracePt t="286631" x="6534150" y="6719888"/>
          <p14:tracePt t="286653" x="6508750" y="6719888"/>
          <p14:tracePt t="286669" x="6483350" y="6696075"/>
          <p14:tracePt t="286685" x="6472238" y="6683375"/>
          <p14:tracePt t="286701" x="6459538" y="6670675"/>
          <p14:tracePt t="286709" x="6434138" y="6645275"/>
          <p14:tracePt t="286718" x="6434138" y="6632575"/>
          <p14:tracePt t="286725" x="6421438" y="6632575"/>
          <p14:tracePt t="286741" x="6408738" y="6632575"/>
          <p14:tracePt t="286751" x="6396038" y="6619875"/>
          <p14:tracePt t="286757" x="6370638" y="6607175"/>
          <p14:tracePt t="286766" x="6370638" y="6594475"/>
          <p14:tracePt t="286773" x="6359525" y="6583363"/>
          <p14:tracePt t="286783" x="6334125" y="6557963"/>
          <p14:tracePt t="286789" x="6321425" y="6519863"/>
          <p14:tracePt t="286800" x="6283325" y="6483350"/>
          <p14:tracePt t="286805" x="6283325" y="6470650"/>
          <p14:tracePt t="286813" x="6259513" y="6419850"/>
          <p14:tracePt t="286821" x="6246813" y="6407150"/>
          <p14:tracePt t="286829" x="6221413" y="6381750"/>
          <p14:tracePt t="286837" x="6208713" y="6357938"/>
          <p14:tracePt t="286845" x="6183313" y="6319838"/>
          <p14:tracePt t="286861" x="6170613" y="6319838"/>
          <p14:tracePt t="286869" x="6157913" y="6307138"/>
          <p14:tracePt t="286884" x="6157913" y="6294438"/>
          <p14:tracePt t="286885" x="6146800" y="6281738"/>
          <p14:tracePt t="286901" x="6134100" y="6269038"/>
          <p14:tracePt t="286909" x="6134100" y="6257925"/>
          <p14:tracePt t="286925" x="6134100" y="6245225"/>
          <p14:tracePt t="286935" x="6108700" y="6219825"/>
          <p14:tracePt t="286941" x="6096000" y="6207125"/>
          <p14:tracePt t="286973" x="6096000" y="6194425"/>
          <p14:tracePt t="286983" x="6096000" y="6181725"/>
          <p14:tracePt t="286989" x="6096000" y="6169025"/>
          <p14:tracePt t="286999" x="6096000" y="6157913"/>
          <p14:tracePt t="287005" x="6096000" y="6132513"/>
          <p14:tracePt t="287013" x="6083300" y="6119813"/>
          <p14:tracePt t="287021" x="6083300" y="6094413"/>
          <p14:tracePt t="287029" x="6083300" y="6081713"/>
          <p14:tracePt t="287037" x="6083300" y="6056313"/>
          <p14:tracePt t="287045" x="6083300" y="6045200"/>
          <p14:tracePt t="287053" x="6083300" y="6019800"/>
          <p14:tracePt t="287061" x="6083300" y="6007100"/>
          <p14:tracePt t="287077" x="6083300" y="5994400"/>
          <p14:tracePt t="287085" x="6083300" y="5981700"/>
          <p14:tracePt t="287093" x="6083300" y="5969000"/>
          <p14:tracePt t="287109" x="6096000" y="5945188"/>
          <p14:tracePt t="287117" x="6096000" y="5932488"/>
          <p14:tracePt t="287125" x="6121400" y="5907088"/>
          <p14:tracePt t="287133" x="6146800" y="5894388"/>
          <p14:tracePt t="287141" x="6170613" y="5856288"/>
          <p14:tracePt t="287151" x="6208713" y="5843588"/>
          <p14:tracePt t="287157" x="6246813" y="5819775"/>
          <p14:tracePt t="287166" x="6246813" y="5807075"/>
          <p14:tracePt t="287173" x="6259513" y="5794375"/>
          <p14:tracePt t="287183" x="6270625" y="5768975"/>
          <p14:tracePt t="287189" x="6296025" y="5768975"/>
          <p14:tracePt t="287221" x="6308725" y="5743575"/>
          <p14:tracePt t="287229" x="6334125" y="5743575"/>
          <p14:tracePt t="287237" x="6346825" y="5732463"/>
          <p14:tracePt t="287253" x="6359525" y="5732463"/>
          <p14:tracePt t="287261" x="6359525" y="5719763"/>
          <p14:tracePt t="287293" x="6370638" y="5719763"/>
          <p14:tracePt t="287693" x="6370638" y="5668963"/>
          <p14:tracePt t="287701" x="6370638" y="5607050"/>
          <p14:tracePt t="287709" x="6370638" y="5556250"/>
          <p14:tracePt t="287717" x="6370638" y="5507038"/>
          <p14:tracePt t="287725" x="6370638" y="5430838"/>
          <p14:tracePt t="287733" x="6370638" y="5343525"/>
          <p14:tracePt t="287741" x="6370638" y="5243513"/>
          <p14:tracePt t="287749" x="6370638" y="5143500"/>
          <p14:tracePt t="287757" x="6370638" y="5030788"/>
          <p14:tracePt t="287766" x="6383338" y="4879975"/>
          <p14:tracePt t="287773" x="6434138" y="4756150"/>
          <p14:tracePt t="287782" x="6459538" y="4667250"/>
          <p14:tracePt t="287789" x="6496050" y="4567238"/>
          <p14:tracePt t="287799" x="6584950" y="4467225"/>
          <p14:tracePt t="287805" x="6596063" y="4443413"/>
          <p14:tracePt t="287814" x="6608763" y="4405313"/>
          <p14:tracePt t="287821" x="6621463" y="4392613"/>
          <p14:tracePt t="287832" x="6621463" y="4379913"/>
          <p14:tracePt t="287837" x="6621463" y="4367213"/>
          <p14:tracePt t="287966" x="6621463" y="4354513"/>
          <p14:tracePt t="288205" x="6621463" y="4379913"/>
          <p14:tracePt t="288215" x="6634163" y="4443413"/>
          <p14:tracePt t="288221" x="6659563" y="4454525"/>
          <p14:tracePt t="288230" x="6659563" y="4479925"/>
          <p14:tracePt t="288237" x="6672263" y="4518025"/>
          <p14:tracePt t="288245" x="6684963" y="4567238"/>
          <p14:tracePt t="288253" x="6721475" y="4630738"/>
          <p14:tracePt t="288261" x="6734175" y="4705350"/>
          <p14:tracePt t="288269" x="6759575" y="4743450"/>
          <p14:tracePt t="288277" x="6759575" y="4768850"/>
          <p14:tracePt t="288285" x="6784975" y="4805363"/>
          <p14:tracePt t="288293" x="6797675" y="4868863"/>
          <p14:tracePt t="288301" x="6808788" y="4905375"/>
          <p14:tracePt t="288309" x="6808788" y="4918075"/>
          <p14:tracePt t="288317" x="6808788" y="4956175"/>
          <p14:tracePt t="288325" x="6808788" y="4981575"/>
          <p14:tracePt t="288333" x="6821488" y="5005388"/>
          <p14:tracePt t="288341" x="6821488" y="5043488"/>
          <p14:tracePt t="288349" x="6834188" y="5056188"/>
          <p14:tracePt t="288357" x="6834188" y="5081588"/>
          <p14:tracePt t="288366" x="6834188" y="5092700"/>
          <p14:tracePt t="288373" x="6859588" y="5143500"/>
          <p14:tracePt t="288383" x="6872288" y="5156200"/>
          <p14:tracePt t="288389" x="6872288" y="5168900"/>
          <p14:tracePt t="288398" x="6884988" y="5194300"/>
          <p14:tracePt t="288405" x="6910388" y="5230813"/>
          <p14:tracePt t="288415" x="6910388" y="5243513"/>
          <p14:tracePt t="288421" x="6910388" y="5268913"/>
          <p14:tracePt t="288432" x="6910388" y="5281613"/>
          <p14:tracePt t="288437" x="6910388" y="5305425"/>
          <p14:tracePt t="288448" x="6921500" y="5343525"/>
          <p14:tracePt t="288453" x="6921500" y="5356225"/>
          <p14:tracePt t="288461" x="6934200" y="5381625"/>
          <p14:tracePt t="288469" x="6946900" y="5418138"/>
          <p14:tracePt t="288477" x="6959600" y="5430838"/>
          <p14:tracePt t="288485" x="6959600" y="5443538"/>
          <p14:tracePt t="288493" x="6959600" y="5494338"/>
          <p14:tracePt t="288501" x="6959600" y="5530850"/>
          <p14:tracePt t="288517" x="6959600" y="5568950"/>
          <p14:tracePt t="288525" x="6959600" y="5594350"/>
          <p14:tracePt t="288533" x="6959600" y="5619750"/>
          <p14:tracePt t="288541" x="6959600" y="5656263"/>
          <p14:tracePt t="288549" x="6959600" y="5681663"/>
          <p14:tracePt t="288557" x="6959600" y="5694363"/>
          <p14:tracePt t="288566" x="6946900" y="5756275"/>
          <p14:tracePt t="288598" x="6884988" y="5832475"/>
          <p14:tracePt t="288605" x="6797675" y="5881688"/>
          <p14:tracePt t="288615" x="6708775" y="5932488"/>
          <p14:tracePt t="288621" x="6659563" y="5956300"/>
          <p14:tracePt t="288630" x="6621463" y="5969000"/>
          <p14:tracePt t="288637" x="6596063" y="6007100"/>
          <p14:tracePt t="288648" x="6572250" y="6019800"/>
          <p14:tracePt t="288653" x="6508750" y="6056313"/>
          <p14:tracePt t="288669" x="6483350" y="6069013"/>
          <p14:tracePt t="288678" x="6472238" y="6069013"/>
          <p14:tracePt t="288685" x="6472238" y="6081713"/>
          <p14:tracePt t="288693" x="6434138" y="6094413"/>
          <p14:tracePt t="288701" x="6421438" y="6094413"/>
          <p14:tracePt t="288709" x="6383338" y="6094413"/>
          <p14:tracePt t="288717" x="6370638" y="6094413"/>
          <p14:tracePt t="288725" x="6346825" y="6094413"/>
          <p14:tracePt t="288733" x="6296025" y="6094413"/>
          <p14:tracePt t="288741" x="6283325" y="6094413"/>
          <p14:tracePt t="288749" x="6246813" y="6081713"/>
          <p14:tracePt t="288757" x="6208713" y="6081713"/>
          <p14:tracePt t="288766" x="6183313" y="6056313"/>
          <p14:tracePt t="288773" x="6170613" y="6045200"/>
          <p14:tracePt t="288783" x="6146800" y="6007100"/>
          <p14:tracePt t="288789" x="6121400" y="5945188"/>
          <p14:tracePt t="288799" x="6121400" y="5919788"/>
          <p14:tracePt t="288805" x="6121400" y="5881688"/>
          <p14:tracePt t="288815" x="6121400" y="5843588"/>
          <p14:tracePt t="288821" x="6121400" y="5819775"/>
          <p14:tracePt t="288832" x="6096000" y="5781675"/>
          <p14:tracePt t="288837" x="6096000" y="5768975"/>
          <p14:tracePt t="288846" x="6096000" y="5756275"/>
          <p14:tracePt t="288853" x="6096000" y="5743575"/>
          <p14:tracePt t="288863" x="6096000" y="5732463"/>
          <p14:tracePt t="288869" x="6096000" y="5719763"/>
          <p14:tracePt t="288893" x="6096000" y="5707063"/>
          <p14:tracePt t="288909" x="6096000" y="5694363"/>
          <p14:tracePt t="288925" x="6096000" y="5681663"/>
          <p14:tracePt t="288941" x="6121400" y="5643563"/>
          <p14:tracePt t="288949" x="6134100" y="5643563"/>
          <p14:tracePt t="288957" x="6146800" y="5630863"/>
          <p14:tracePt t="288966" x="6157913" y="5619750"/>
          <p14:tracePt t="288973" x="6170613" y="5607050"/>
          <p14:tracePt t="288982" x="6183313" y="5594350"/>
          <p14:tracePt t="288989" x="6196013" y="5594350"/>
          <p14:tracePt t="288998" x="6208713" y="5594350"/>
          <p14:tracePt t="289005" x="6208713" y="5581650"/>
          <p14:tracePt t="289015" x="6221413" y="5581650"/>
          <p14:tracePt t="289021" x="6221413" y="5568950"/>
          <p14:tracePt t="289030" x="6234113" y="5568950"/>
          <p14:tracePt t="289174" x="6246813" y="5568950"/>
          <p14:tracePt t="289238" x="6259513" y="5568950"/>
          <p14:tracePt t="289245" x="6270625" y="5568950"/>
          <p14:tracePt t="289285" x="6296025" y="5568950"/>
          <p14:tracePt t="289301" x="6321425" y="5581650"/>
          <p14:tracePt t="289317" x="6346825" y="5581650"/>
          <p14:tracePt t="289325" x="6346825" y="5594350"/>
          <p14:tracePt t="289333" x="6359525" y="5607050"/>
          <p14:tracePt t="289349" x="6383338" y="5619750"/>
          <p14:tracePt t="289365" x="6408738" y="5619750"/>
          <p14:tracePt t="289373" x="6421438" y="5630863"/>
          <p14:tracePt t="289389" x="6446838" y="5630863"/>
          <p14:tracePt t="289398" x="6459538" y="5630863"/>
          <p14:tracePt t="289405" x="6483350" y="5630863"/>
          <p14:tracePt t="289453" x="6496050" y="5630863"/>
          <p14:tracePt t="289685" x="6521450" y="5630863"/>
          <p14:tracePt t="289734" x="6534150" y="5630863"/>
          <p14:tracePt t="289742" x="6546850" y="5630863"/>
          <p14:tracePt t="289750" x="6559550" y="5630863"/>
          <p14:tracePt t="289758" x="6572250" y="5630863"/>
          <p14:tracePt t="289766" x="6584950" y="5643563"/>
          <p14:tracePt t="289774" x="6596063" y="5643563"/>
          <p14:tracePt t="289782" x="6608763" y="5643563"/>
          <p14:tracePt t="289789" x="6621463" y="5643563"/>
          <p14:tracePt t="289799" x="6634163" y="5643563"/>
          <p14:tracePt t="289805" x="6646863" y="5643563"/>
          <p14:tracePt t="289814" x="6659563" y="5656263"/>
          <p14:tracePt t="289821" x="6672263" y="5656263"/>
          <p14:tracePt t="289831" x="6672263" y="5668963"/>
          <p14:tracePt t="289837" x="6684963" y="5668963"/>
          <p14:tracePt t="289853" x="6696075" y="5668963"/>
          <p14:tracePt t="289862" x="6708775" y="5668963"/>
          <p14:tracePt t="289879" x="6721475" y="5681663"/>
          <p14:tracePt t="289941" x="6734175" y="5694363"/>
          <p14:tracePt t="290015" x="6746875" y="5694363"/>
          <p14:tracePt t="290221" x="6759575" y="5694363"/>
          <p14:tracePt t="290309" x="6772275" y="5707063"/>
          <p14:tracePt t="291494" x="6772275" y="5719763"/>
          <p14:tracePt t="291502" x="6759575" y="5756275"/>
          <p14:tracePt t="291512" x="6734175" y="5768975"/>
          <p14:tracePt t="291518" x="6734175" y="5781675"/>
          <p14:tracePt t="291529" x="6708775" y="5807075"/>
          <p14:tracePt t="291533" x="6659563" y="5832475"/>
          <p14:tracePt t="291542" x="6646863" y="5843588"/>
          <p14:tracePt t="291549" x="6584950" y="5881688"/>
          <p14:tracePt t="291557" x="6572250" y="5881688"/>
          <p14:tracePt t="291565" x="6546850" y="5919788"/>
          <p14:tracePt t="291573" x="6521450" y="5932488"/>
          <p14:tracePt t="291581" x="6496050" y="5945188"/>
          <p14:tracePt t="291589" x="6483350" y="5969000"/>
          <p14:tracePt t="291597" x="6446838" y="5994400"/>
          <p14:tracePt t="291605" x="6421438" y="6007100"/>
          <p14:tracePt t="291613" x="6408738" y="6019800"/>
          <p14:tracePt t="291621" x="6383338" y="6032500"/>
          <p14:tracePt t="291629" x="6359525" y="6056313"/>
          <p14:tracePt t="291637" x="6334125" y="6069013"/>
          <p14:tracePt t="291646" x="6296025" y="6107113"/>
          <p14:tracePt t="291653" x="6270625" y="6107113"/>
          <p14:tracePt t="291662" x="6270625" y="6119813"/>
          <p14:tracePt t="291669" x="6246813" y="6119813"/>
          <p14:tracePt t="291678" x="6234113" y="6119813"/>
          <p14:tracePt t="291695" x="6234113" y="6145213"/>
          <p14:tracePt t="291701" x="6221413" y="6145213"/>
          <p14:tracePt t="291733" x="6208713" y="6169025"/>
          <p14:tracePt t="291742" x="6196013" y="6169025"/>
          <p14:tracePt t="291749" x="6196013" y="6181725"/>
          <p14:tracePt t="291757" x="6170613" y="6181725"/>
          <p14:tracePt t="291765" x="6157913" y="6207125"/>
          <p14:tracePt t="291773" x="6146800" y="6207125"/>
          <p14:tracePt t="291781" x="6134100" y="6232525"/>
          <p14:tracePt t="291789" x="6121400" y="6245225"/>
          <p14:tracePt t="291797" x="6108700" y="6257925"/>
          <p14:tracePt t="291805" x="6083300" y="6281738"/>
          <p14:tracePt t="291813" x="6070600" y="6294438"/>
          <p14:tracePt t="291821" x="6057900" y="6307138"/>
          <p14:tracePt t="291829" x="6045200" y="6307138"/>
          <p14:tracePt t="291837" x="6034088" y="6332538"/>
          <p14:tracePt t="291845" x="5995988" y="6345238"/>
          <p14:tracePt t="291853" x="5983288" y="6357938"/>
          <p14:tracePt t="291862" x="5970588" y="6357938"/>
          <p14:tracePt t="291869" x="5957888" y="6370638"/>
          <p14:tracePt t="291895" x="5921375" y="6394450"/>
          <p14:tracePt t="291901" x="5908675" y="6407150"/>
          <p14:tracePt t="291909" x="5895975" y="6407150"/>
          <p14:tracePt t="291917" x="5870575" y="6432550"/>
          <p14:tracePt t="291933" x="5857875" y="6432550"/>
          <p14:tracePt t="291941" x="5857875" y="6445250"/>
          <p14:tracePt t="291949" x="5832475" y="6445250"/>
          <p14:tracePt t="291957" x="5808663" y="6470650"/>
          <p14:tracePt t="291973" x="5795963" y="6483350"/>
          <p14:tracePt t="291981" x="5757863" y="6494463"/>
          <p14:tracePt t="291989" x="5708650" y="6494463"/>
          <p14:tracePt t="291997" x="5683250" y="6507163"/>
          <p14:tracePt t="292005" x="5645150" y="6507163"/>
          <p14:tracePt t="292013" x="5619750" y="6507163"/>
          <p14:tracePt t="292021" x="5607050" y="6507163"/>
          <p14:tracePt t="292029" x="5557838" y="6507163"/>
          <p14:tracePt t="292037" x="5545138" y="6507163"/>
          <p14:tracePt t="292046" x="5495925" y="6519863"/>
          <p14:tracePt t="292053" x="5457825" y="6519863"/>
          <p14:tracePt t="292062" x="5432425" y="6519863"/>
          <p14:tracePt t="292078" x="5419725" y="6519863"/>
          <p14:tracePt t="292095" x="5394325" y="6519863"/>
          <p14:tracePt t="292149" x="5383213" y="6519863"/>
          <p14:tracePt t="292181" x="5357813" y="6519863"/>
          <p14:tracePt t="292238" x="5345113" y="6519863"/>
          <p14:tracePt t="292781" x="5345113" y="6507163"/>
          <p14:tracePt t="292797" x="5345113" y="6494463"/>
          <p14:tracePt t="292805" x="5345113" y="6483350"/>
          <p14:tracePt t="292821" x="5345113" y="6470650"/>
          <p14:tracePt t="292829" x="5345113" y="6457950"/>
          <p14:tracePt t="292838" x="5345113" y="6445250"/>
          <p14:tracePt t="292869" x="5345113" y="6432550"/>
          <p14:tracePt t="292917" x="5345113" y="6419850"/>
          <p14:tracePt t="292941" x="5345113" y="6407150"/>
          <p14:tracePt t="292957" x="5332413" y="6394450"/>
          <p14:tracePt t="292965" x="5332413" y="6381750"/>
          <p14:tracePt t="292973" x="5307013" y="6357938"/>
          <p14:tracePt t="292981" x="5294313" y="6357938"/>
          <p14:tracePt t="292998" x="5281613" y="6332538"/>
          <p14:tracePt t="293014" x="5270500" y="6319838"/>
          <p14:tracePt t="294013" x="5257800" y="6319838"/>
          <p14:tracePt t="294029" x="5245100" y="6319838"/>
          <p14:tracePt t="294039" x="5232400" y="6319838"/>
          <p14:tracePt t="294047" x="5194300" y="6319838"/>
          <p14:tracePt t="294062" x="5181600" y="6319838"/>
          <p14:tracePt t="294069" x="5170488" y="6319838"/>
          <p14:tracePt t="294078" x="5157788" y="6319838"/>
          <p14:tracePt t="294101" x="5145088" y="6319838"/>
          <p14:tracePt t="294133" x="5132388" y="6319838"/>
          <p14:tracePt t="294142" x="5106988" y="6332538"/>
          <p14:tracePt t="294159" x="5068888" y="6332538"/>
          <p14:tracePt t="294206" x="5057775" y="6345238"/>
          <p14:tracePt t="294269" x="5045075" y="6345238"/>
          <p14:tracePt t="294285" x="5032375" y="6357938"/>
          <p14:tracePt t="294317" x="5019675" y="6370638"/>
          <p14:tracePt t="294326" x="4994275" y="6370638"/>
          <p14:tracePt t="294333" x="4994275" y="6381750"/>
          <p14:tracePt t="295677" x="4994275" y="6370638"/>
          <p14:tracePt t="295685" x="4994275" y="6319838"/>
          <p14:tracePt t="295693" x="5006975" y="6269038"/>
          <p14:tracePt t="295701" x="5019675" y="6257925"/>
          <p14:tracePt t="295709" x="5057775" y="6219825"/>
          <p14:tracePt t="295717" x="5081588" y="6207125"/>
          <p14:tracePt t="295725" x="5106988" y="6194425"/>
          <p14:tracePt t="295733" x="5132388" y="6181725"/>
          <p14:tracePt t="295742" x="5157788" y="6157913"/>
          <p14:tracePt t="295749" x="5170488" y="6157913"/>
          <p14:tracePt t="295758" x="5194300" y="6132513"/>
          <p14:tracePt t="295765" x="5219700" y="6119813"/>
          <p14:tracePt t="295781" x="5257800" y="6119813"/>
          <p14:tracePt t="295797" x="5270500" y="6119813"/>
          <p14:tracePt t="295813" x="5294313" y="6119813"/>
          <p14:tracePt t="295824" x="5294313" y="6107113"/>
          <p14:tracePt t="295829" x="5307013" y="6107113"/>
          <p14:tracePt t="295845" x="5319713" y="6107113"/>
          <p14:tracePt t="295885" x="5319713" y="6094413"/>
          <p14:tracePt t="295902" x="5332413" y="6081713"/>
          <p14:tracePt t="295919" x="5357813" y="6081713"/>
          <p14:tracePt t="295927" x="5383213" y="6069013"/>
          <p14:tracePt t="295941" x="5407025" y="6069013"/>
          <p14:tracePt t="295949" x="5432425" y="6069013"/>
          <p14:tracePt t="295965" x="5445125" y="6069013"/>
          <p14:tracePt t="295974" x="5470525" y="6069013"/>
          <p14:tracePt t="295981" x="5495925" y="6069013"/>
          <p14:tracePt t="295990" x="5507038" y="6069013"/>
          <p14:tracePt t="295997" x="5532438" y="6069013"/>
          <p14:tracePt t="296008" x="5545138" y="6069013"/>
          <p14:tracePt t="296013" x="5557838" y="6069013"/>
          <p14:tracePt t="296023" x="5583238" y="6069013"/>
          <p14:tracePt t="296029" x="5607050" y="6081713"/>
          <p14:tracePt t="296040" x="5632450" y="6094413"/>
          <p14:tracePt t="296045" x="5645150" y="6107113"/>
          <p14:tracePt t="296053" x="5657850" y="6107113"/>
          <p14:tracePt t="296061" x="5683250" y="6119813"/>
          <p14:tracePt t="296069" x="5683250" y="6132513"/>
          <p14:tracePt t="296077" x="5695950" y="6132513"/>
          <p14:tracePt t="296085" x="5719763" y="6145213"/>
          <p14:tracePt t="296101" x="5719763" y="6157913"/>
          <p14:tracePt t="302389" x="5719763" y="6169025"/>
          <p14:tracePt t="302573" x="5719763" y="6181725"/>
          <p14:tracePt t="302605" x="5719763" y="6194425"/>
          <p14:tracePt t="302615" x="5719763" y="6207125"/>
          <p14:tracePt t="302623" x="5719763" y="6232525"/>
          <p14:tracePt t="302631" x="5708650" y="6232525"/>
          <p14:tracePt t="302639" x="5708650" y="6245225"/>
          <p14:tracePt t="302645" x="5708650" y="6281738"/>
          <p14:tracePt t="302661" x="5695950" y="6307138"/>
          <p14:tracePt t="302669" x="5695950" y="6332538"/>
          <p14:tracePt t="302677" x="5683250" y="6370638"/>
          <p14:tracePt t="302693" x="5683250" y="6381750"/>
          <p14:tracePt t="302717" x="5683250" y="6394450"/>
          <p14:tracePt t="302757" x="5683250" y="6407150"/>
          <p14:tracePt t="302775" x="5683250" y="6419850"/>
          <p14:tracePt t="302783" x="5683250" y="6432550"/>
          <p14:tracePt t="302791" x="5683250" y="6445250"/>
          <p14:tracePt t="302798" x="5683250" y="6457950"/>
          <p14:tracePt t="302805" x="5683250" y="6483350"/>
          <p14:tracePt t="302814" x="5683250" y="6507163"/>
          <p14:tracePt t="302821" x="5683250" y="6545263"/>
          <p14:tracePt t="302829" x="5683250" y="6570663"/>
          <p14:tracePt t="302837" x="5683250" y="6594475"/>
          <p14:tracePt t="302845" x="5683250" y="6607175"/>
          <p14:tracePt t="302853" x="5708650" y="6645275"/>
          <p14:tracePt t="302867" x="5708650" y="6657975"/>
          <p14:tracePt t="302869" x="5719763" y="6670675"/>
          <p14:tracePt t="302885" x="5719763" y="6683375"/>
          <p14:tracePt t="302893" x="5732463" y="6683375"/>
          <p14:tracePt t="302925" x="5732463" y="6696075"/>
          <p14:tracePt t="302934" x="5745163" y="6707188"/>
          <p14:tracePt t="302966" x="5757863" y="6707188"/>
          <p14:tracePt t="302983" x="5783263" y="6707188"/>
          <p14:tracePt t="302998" x="5795963" y="6707188"/>
          <p14:tracePt t="303014" x="5821363" y="6707188"/>
          <p14:tracePt t="303021" x="5870575" y="6707188"/>
          <p14:tracePt t="303029" x="5895975" y="6707188"/>
          <p14:tracePt t="303037" x="5932488" y="6707188"/>
          <p14:tracePt t="303045" x="5957888" y="6707188"/>
          <p14:tracePt t="303061" x="5970588" y="6707188"/>
          <p14:tracePt t="303069" x="6070600" y="6707188"/>
          <p14:tracePt t="303077" x="6083300" y="6707188"/>
          <p14:tracePt t="303085" x="6121400" y="6683375"/>
          <p14:tracePt t="303093" x="6157913" y="6632575"/>
          <p14:tracePt t="303101" x="6183313" y="6607175"/>
          <p14:tracePt t="303109" x="6259513" y="6557963"/>
          <p14:tracePt t="303118" x="6308725" y="6519863"/>
          <p14:tracePt t="303125" x="6334125" y="6483350"/>
          <p14:tracePt t="303134" x="6346825" y="6483350"/>
          <p14:tracePt t="303150" x="6396038" y="6457950"/>
          <p14:tracePt t="303157" x="6421438" y="6432550"/>
          <p14:tracePt t="303166" x="6446838" y="6407150"/>
          <p14:tracePt t="303173" x="6472238" y="6394450"/>
          <p14:tracePt t="303183" x="6521450" y="6345238"/>
          <p14:tracePt t="303189" x="6559550" y="6319838"/>
          <p14:tracePt t="303199" x="6634163" y="6257925"/>
          <p14:tracePt t="303205" x="6708775" y="6207125"/>
          <p14:tracePt t="303216" x="6772275" y="6145213"/>
          <p14:tracePt t="303221" x="6808788" y="6081713"/>
          <p14:tracePt t="303229" x="6872288" y="5994400"/>
          <p14:tracePt t="303237" x="6910388" y="5956300"/>
          <p14:tracePt t="303245" x="6946900" y="5919788"/>
          <p14:tracePt t="303253" x="6972300" y="5894388"/>
          <p14:tracePt t="303261" x="7010400" y="5868988"/>
          <p14:tracePt t="303269" x="7010400" y="5856288"/>
          <p14:tracePt t="303277" x="7021513" y="5856288"/>
          <p14:tracePt t="303285" x="7034213" y="5832475"/>
          <p14:tracePt t="303293" x="7046913" y="5832475"/>
          <p14:tracePt t="303301" x="7046913" y="5819775"/>
          <p14:tracePt t="303309" x="7059613" y="5807075"/>
          <p14:tracePt t="303317" x="7072313" y="5794375"/>
          <p14:tracePt t="303325" x="7085013" y="5781675"/>
          <p14:tracePt t="303334" x="7097713" y="5781675"/>
          <p14:tracePt t="303341" x="7123113" y="5756275"/>
          <p14:tracePt t="303350" x="7134225" y="5743575"/>
          <p14:tracePt t="303366" x="7159625" y="5732463"/>
          <p14:tracePt t="303373" x="7172325" y="5719763"/>
          <p14:tracePt t="303383" x="7185025" y="5719763"/>
          <p14:tracePt t="303389" x="7197725" y="5719763"/>
          <p14:tracePt t="303399" x="7197725" y="5707063"/>
          <p14:tracePt t="303405" x="7210425" y="5707063"/>
          <p14:tracePt t="303429" x="7235825" y="5681663"/>
          <p14:tracePt t="303461" x="7259638" y="5656263"/>
          <p14:tracePt t="303469" x="7272338" y="5656263"/>
          <p14:tracePt t="303477" x="7297738" y="5630863"/>
          <p14:tracePt t="303637" x="7323138" y="5630863"/>
          <p14:tracePt t="303645" x="7335838" y="5630863"/>
          <p14:tracePt t="303653" x="7335838" y="5668963"/>
          <p14:tracePt t="303661" x="7372350" y="5694363"/>
          <p14:tracePt t="303669" x="7372350" y="5719763"/>
          <p14:tracePt t="303677" x="7385050" y="5768975"/>
          <p14:tracePt t="303685" x="7385050" y="5781675"/>
          <p14:tracePt t="303693" x="7397750" y="5819775"/>
          <p14:tracePt t="303701" x="7397750" y="5843588"/>
          <p14:tracePt t="303709" x="7423150" y="5881688"/>
          <p14:tracePt t="303717" x="7423150" y="5907088"/>
          <p14:tracePt t="303725" x="7423150" y="5919788"/>
          <p14:tracePt t="303733" x="7423150" y="5932488"/>
          <p14:tracePt t="303741" x="7423150" y="5945188"/>
          <p14:tracePt t="303750" x="7423150" y="5956300"/>
          <p14:tracePt t="303757" x="7423150" y="5981700"/>
          <p14:tracePt t="303766" x="7423150" y="5994400"/>
          <p14:tracePt t="303783" x="7423150" y="6019800"/>
          <p14:tracePt t="303789" x="7410450" y="6045200"/>
          <p14:tracePt t="303805" x="7397750" y="6056313"/>
          <p14:tracePt t="303815" x="7372350" y="6081713"/>
          <p14:tracePt t="303821" x="7348538" y="6081713"/>
          <p14:tracePt t="303829" x="7323138" y="6081713"/>
          <p14:tracePt t="303837" x="7297738" y="6081713"/>
          <p14:tracePt t="303845" x="7272338" y="6094413"/>
          <p14:tracePt t="303861" x="7246938" y="6094413"/>
          <p14:tracePt t="303877" x="7235825" y="6094413"/>
          <p14:tracePt t="303885" x="7223125" y="6094413"/>
          <p14:tracePt t="303901" x="7210425" y="6094413"/>
          <p14:tracePt t="303909" x="7210425" y="6081713"/>
          <p14:tracePt t="303925" x="7210425" y="6056313"/>
          <p14:tracePt t="303933" x="7210425" y="6045200"/>
          <p14:tracePt t="303941" x="7210425" y="6007100"/>
          <p14:tracePt t="303950" x="7210425" y="5969000"/>
          <p14:tracePt t="303957" x="7223125" y="5945188"/>
          <p14:tracePt t="303967" x="7246938" y="5919788"/>
          <p14:tracePt t="303973" x="7272338" y="5894388"/>
          <p14:tracePt t="303983" x="7297738" y="5843588"/>
          <p14:tracePt t="303989" x="7348538" y="5781675"/>
          <p14:tracePt t="303999" x="7372350" y="5768975"/>
          <p14:tracePt t="304005" x="7385050" y="5743575"/>
          <p14:tracePt t="304015" x="7423150" y="5719763"/>
          <p14:tracePt t="304021" x="7472363" y="5694363"/>
          <p14:tracePt t="304032" x="7472363" y="5681663"/>
          <p14:tracePt t="304037" x="7497763" y="5656263"/>
          <p14:tracePt t="304046" x="7510463" y="5656263"/>
          <p14:tracePt t="304557" x="7523163" y="5656263"/>
          <p14:tracePt t="304565" x="7523163" y="5694363"/>
          <p14:tracePt t="304573" x="7523163" y="5794375"/>
          <p14:tracePt t="304582" x="7485063" y="5868988"/>
          <p14:tracePt t="304589" x="7385050" y="5994400"/>
          <p14:tracePt t="304599" x="7235825" y="6169025"/>
          <p14:tracePt t="304605" x="7046913" y="6245225"/>
          <p14:tracePt t="304615" x="6934200" y="6332538"/>
          <p14:tracePt t="304621" x="6746875" y="6470650"/>
          <p14:tracePt t="304631" x="6434138" y="6594475"/>
          <p14:tracePt t="304637" x="6283325" y="6619875"/>
          <p14:tracePt t="304648" x="6121400" y="6657975"/>
          <p14:tracePt t="304653" x="6008688" y="6670675"/>
          <p14:tracePt t="304661" x="5808663" y="6719888"/>
          <p14:tracePt t="304669" x="5670550" y="6719888"/>
          <p14:tracePt t="304677" x="5519738" y="6719888"/>
          <p14:tracePt t="304685" x="5345113" y="6719888"/>
          <p14:tracePt t="304693" x="5245100" y="6719888"/>
          <p14:tracePt t="304701" x="5194300" y="6719888"/>
          <p14:tracePt t="304709" x="5045075" y="6719888"/>
          <p14:tracePt t="304717" x="4881563" y="6719888"/>
          <p14:tracePt t="304725" x="4719638" y="6683375"/>
          <p14:tracePt t="304733" x="4619625" y="6645275"/>
          <p14:tracePt t="304741" x="4530725" y="6619875"/>
          <p14:tracePt t="304749" x="4418013" y="6570663"/>
          <p14:tracePt t="304757" x="4356100" y="6545263"/>
          <p14:tracePt t="304765" x="4318000" y="6483350"/>
          <p14:tracePt t="304773" x="4268788" y="6457950"/>
          <p14:tracePt t="304782" x="4243388" y="6432550"/>
          <p14:tracePt t="304789" x="4243388" y="6419850"/>
          <p14:tracePt t="304799" x="4230688" y="6407150"/>
          <p14:tracePt t="304805" x="4230688" y="6381750"/>
          <p14:tracePt t="304821" x="4217988" y="6357938"/>
          <p14:tracePt t="304831" x="4205288" y="6332538"/>
          <p14:tracePt t="304837" x="4192588" y="6332538"/>
          <p14:tracePt t="304847" x="4192588" y="6319838"/>
          <p14:tracePt t="304853" x="4181475" y="6319838"/>
          <p14:tracePt t="304864" x="4168775" y="6307138"/>
          <p14:tracePt t="304883" x="4168775" y="6294438"/>
          <p14:tracePt t="305213" x="4156075" y="6281738"/>
          <p14:tracePt t="305223" x="4130675" y="6281738"/>
          <p14:tracePt t="305238" x="4092575" y="6281738"/>
          <p14:tracePt t="305248" x="4081463" y="6281738"/>
          <p14:tracePt t="305253" x="4068763" y="6281738"/>
          <p14:tracePt t="305265" x="4056063" y="6281738"/>
          <p14:tracePt t="305269" x="4043363" y="6281738"/>
          <p14:tracePt t="305278" x="4030663" y="6294438"/>
          <p14:tracePt t="305325" x="3992563" y="6307138"/>
          <p14:tracePt t="305333" x="3992563" y="6319838"/>
          <p14:tracePt t="305349" x="3968750" y="6345238"/>
          <p14:tracePt t="305357" x="3956050" y="6357938"/>
          <p14:tracePt t="305365" x="3943350" y="6370638"/>
          <p14:tracePt t="305373" x="3917950" y="6370638"/>
          <p14:tracePt t="305381" x="3879850" y="6394450"/>
          <p14:tracePt t="305389" x="3867150" y="6394450"/>
          <p14:tracePt t="305397" x="3830638" y="6407150"/>
          <p14:tracePt t="305405" x="3817938" y="6407150"/>
          <p14:tracePt t="305415" x="3779838" y="6407150"/>
          <p14:tracePt t="305421" x="3756025" y="6407150"/>
          <p14:tracePt t="305431" x="3717925" y="6407150"/>
          <p14:tracePt t="305437" x="3679825" y="6407150"/>
          <p14:tracePt t="305447" x="3654425" y="6407150"/>
          <p14:tracePt t="305453" x="3592513" y="6407150"/>
          <p14:tracePt t="305463" x="3554413" y="6407150"/>
          <p14:tracePt t="305469" x="3492500" y="6407150"/>
          <p14:tracePt t="305480" x="3441700" y="6407150"/>
          <p14:tracePt t="305485" x="3417888" y="6407150"/>
          <p14:tracePt t="305493" x="3367088" y="6407150"/>
          <p14:tracePt t="305501" x="3317875" y="6407150"/>
          <p14:tracePt t="305509" x="3267075" y="6407150"/>
          <p14:tracePt t="305517" x="3179763" y="6407150"/>
          <p14:tracePt t="305525" x="3128963" y="6407150"/>
          <p14:tracePt t="305533" x="3079750" y="6407150"/>
          <p14:tracePt t="305541" x="3041650" y="6394450"/>
          <p14:tracePt t="305549" x="3028950" y="6394450"/>
          <p14:tracePt t="305557" x="3016250" y="6381750"/>
          <p14:tracePt t="305573" x="3003550" y="6370638"/>
          <p14:tracePt t="305630" x="2979738" y="6345238"/>
          <p14:tracePt t="305653" x="2979738" y="6332538"/>
          <p14:tracePt t="305662" x="2979738" y="6319838"/>
          <p14:tracePt t="305669" x="2979738" y="6307138"/>
          <p14:tracePt t="305678" x="2979738" y="6294438"/>
          <p14:tracePt t="305685" x="2979738" y="6281738"/>
          <p14:tracePt t="305693" x="2967038" y="6269038"/>
          <p14:tracePt t="305709" x="2967038" y="6257925"/>
          <p14:tracePt t="305725" x="2967038" y="6245225"/>
          <p14:tracePt t="305741" x="2967038" y="6232525"/>
          <p14:tracePt t="305773" x="2954338" y="6207125"/>
          <p14:tracePt t="305855" x="2954338" y="6194425"/>
          <p14:tracePt t="305885" x="2954338" y="6181725"/>
          <p14:tracePt t="305901" x="2954338" y="6169025"/>
          <p14:tracePt t="305909" x="2954338" y="6157913"/>
          <p14:tracePt t="305917" x="2954338" y="6145213"/>
          <p14:tracePt t="305925" x="2967038" y="6119813"/>
          <p14:tracePt t="305941" x="2992438" y="6107113"/>
          <p14:tracePt t="305949" x="3016250" y="6081713"/>
          <p14:tracePt t="305957" x="3016250" y="6069013"/>
          <p14:tracePt t="305965" x="3028950" y="6069013"/>
          <p14:tracePt t="305997" x="3028950" y="6056313"/>
          <p14:tracePt t="306013" x="3041650" y="6045200"/>
          <p14:tracePt t="306151" x="3054350" y="6045200"/>
          <p14:tracePt t="306261" x="3067050" y="6045200"/>
          <p14:tracePt t="306279" x="3067050" y="6032500"/>
          <p14:tracePt t="306296" x="3079750" y="6032500"/>
          <p14:tracePt t="306310" x="3092450" y="6032500"/>
          <p14:tracePt t="306333" x="3103563" y="6032500"/>
          <p14:tracePt t="306341" x="3116263" y="6032500"/>
          <p14:tracePt t="306365" x="3128963" y="6032500"/>
          <p14:tracePt t="306381" x="3141663" y="6032500"/>
          <p14:tracePt t="306389" x="3154363" y="6032500"/>
          <p14:tracePt t="306455" x="3167063" y="6032500"/>
          <p14:tracePt t="306470" x="3179763" y="6032500"/>
          <p14:tracePt t="306501" x="3192463" y="6032500"/>
          <p14:tracePt t="306701" x="3192463" y="6019800"/>
          <p14:tracePt t="306773" x="3141663" y="6032500"/>
          <p14:tracePt t="306789" x="3092450" y="6081713"/>
          <p14:tracePt t="306797" x="3054350" y="6094413"/>
          <p14:tracePt t="306805" x="3041650" y="6094413"/>
          <p14:tracePt t="306821" x="3028950" y="6107113"/>
          <p14:tracePt t="306829" x="3016250" y="6107113"/>
          <p14:tracePt t="306837" x="2979738" y="6119813"/>
          <p14:tracePt t="306853" x="2967038" y="6119813"/>
          <p14:tracePt t="306862" x="2954338" y="6119813"/>
          <p14:tracePt t="306880" x="2941638" y="6119813"/>
          <p14:tracePt t="306885" x="2928938" y="6119813"/>
          <p14:tracePt t="306894" x="2916238" y="6119813"/>
          <p14:tracePt t="306901" x="2903538" y="6119813"/>
          <p14:tracePt t="306911" x="2890838" y="6119813"/>
          <p14:tracePt t="306917" x="2879725" y="6119813"/>
          <p14:tracePt t="306926" x="2854325" y="6119813"/>
          <p14:tracePt t="306941" x="2841625" y="6107113"/>
          <p14:tracePt t="306949" x="2828925" y="6107113"/>
          <p14:tracePt t="306965" x="2816225" y="6107113"/>
          <p14:tracePt t="307110" x="2841625" y="6107113"/>
          <p14:tracePt t="307118" x="2890838" y="6107113"/>
          <p14:tracePt t="307135" x="2941638" y="6107113"/>
          <p14:tracePt t="307143" x="2992438" y="6107113"/>
          <p14:tracePt t="307151" x="3003550" y="6107113"/>
          <p14:tracePt t="307159" x="3041650" y="6107113"/>
          <p14:tracePt t="307167" x="3067050" y="6107113"/>
          <p14:tracePt t="307173" x="3103563" y="6094413"/>
          <p14:tracePt t="307181" x="3116263" y="6094413"/>
          <p14:tracePt t="307189" x="3128963" y="6094413"/>
          <p14:tracePt t="307197" x="3154363" y="6094413"/>
          <p14:tracePt t="307205" x="3179763" y="6081713"/>
          <p14:tracePt t="307213" x="3179763" y="6069013"/>
          <p14:tracePt t="307221" x="3205163" y="6069013"/>
          <p14:tracePt t="307230" x="3216275" y="6069013"/>
          <p14:tracePt t="307237" x="3216275" y="6056313"/>
          <p14:tracePt t="307253" x="3241675" y="6056313"/>
          <p14:tracePt t="307295" x="3254375" y="6056313"/>
          <p14:tracePt t="307301" x="3279775" y="6056313"/>
          <p14:tracePt t="307325" x="3292475" y="6056313"/>
          <p14:tracePt t="307341" x="3328988" y="6032500"/>
          <p14:tracePt t="307357" x="3341688" y="6032500"/>
          <p14:tracePt t="307373" x="3367088" y="6032500"/>
          <p14:tracePt t="307397" x="3392488" y="6032500"/>
          <p14:tracePt t="307437" x="3405188" y="6032500"/>
          <p14:tracePt t="307541" x="3417888" y="6032500"/>
          <p14:tracePt t="307581" x="3429000" y="6032500"/>
          <p14:tracePt t="311757" x="3441700" y="6032500"/>
          <p14:tracePt t="311774" x="3454400" y="6032500"/>
          <p14:tracePt t="311791" x="3479800" y="6069013"/>
          <p14:tracePt t="311797" x="3492500" y="6081713"/>
          <p14:tracePt t="311807" x="3517900" y="6119813"/>
          <p14:tracePt t="311813" x="3541713" y="6145213"/>
          <p14:tracePt t="311823" x="3554413" y="6157913"/>
          <p14:tracePt t="311829" x="3579813" y="6181725"/>
          <p14:tracePt t="311841" x="3592513" y="6194425"/>
          <p14:tracePt t="311845" x="3617913" y="6232525"/>
          <p14:tracePt t="311853" x="3643313" y="6232525"/>
          <p14:tracePt t="311861" x="3679825" y="6257925"/>
          <p14:tracePt t="311869" x="3679825" y="6269038"/>
          <p14:tracePt t="311877" x="3730625" y="6294438"/>
          <p14:tracePt t="311893" x="3756025" y="6319838"/>
          <p14:tracePt t="311901" x="3767138" y="6319838"/>
          <p14:tracePt t="311909" x="3792538" y="6345238"/>
          <p14:tracePt t="311917" x="3817938" y="6357938"/>
          <p14:tracePt t="311925" x="3843338" y="6370638"/>
          <p14:tracePt t="311933" x="3867150" y="6381750"/>
          <p14:tracePt t="311941" x="3879850" y="6407150"/>
          <p14:tracePt t="311949" x="3905250" y="6407150"/>
          <p14:tracePt t="311958" x="3943350" y="6445250"/>
          <p14:tracePt t="311965" x="3956050" y="6445250"/>
          <p14:tracePt t="311974" x="3968750" y="6470650"/>
          <p14:tracePt t="311981" x="3992563" y="6483350"/>
          <p14:tracePt t="311991" x="4005263" y="6494463"/>
          <p14:tracePt t="311997" x="4030663" y="6519863"/>
          <p14:tracePt t="312007" x="4043363" y="6532563"/>
          <p14:tracePt t="312013" x="4081463" y="6532563"/>
          <p14:tracePt t="312023" x="4105275" y="6545263"/>
          <p14:tracePt t="312029" x="4117975" y="6570663"/>
          <p14:tracePt t="312040" x="4130675" y="6583363"/>
          <p14:tracePt t="312077" x="4143375" y="6583363"/>
          <p14:tracePt t="312317" x="4130675" y="6583363"/>
          <p14:tracePt t="312341" x="4130675" y="6570663"/>
          <p14:tracePt t="312349" x="4117975" y="6532563"/>
          <p14:tracePt t="312357" x="4117975" y="6519863"/>
          <p14:tracePt t="312365" x="4105275" y="6483350"/>
          <p14:tracePt t="312374" x="4105275" y="6445250"/>
          <p14:tracePt t="312381" x="4092575" y="6419850"/>
          <p14:tracePt t="312391" x="4081463" y="6394450"/>
          <p14:tracePt t="312397" x="4056063" y="6345238"/>
          <p14:tracePt t="312407" x="4056063" y="6332538"/>
          <p14:tracePt t="312413" x="4056063" y="6294438"/>
          <p14:tracePt t="312423" x="4056063" y="6257925"/>
          <p14:tracePt t="312429" x="4056063" y="6245225"/>
          <p14:tracePt t="312439" x="4056063" y="6219825"/>
          <p14:tracePt t="312445" x="4056063" y="6207125"/>
          <p14:tracePt t="312457" x="4056063" y="6169025"/>
          <p14:tracePt t="312469" x="4056063" y="6145213"/>
          <p14:tracePt t="312477" x="4056063" y="6132513"/>
          <p14:tracePt t="312485" x="4056063" y="6119813"/>
          <p14:tracePt t="312493" x="4056063" y="6094413"/>
          <p14:tracePt t="312501" x="4068763" y="6069013"/>
          <p14:tracePt t="312509" x="4068763" y="6056313"/>
          <p14:tracePt t="312517" x="4081463" y="6032500"/>
          <p14:tracePt t="312533" x="4092575" y="6007100"/>
          <p14:tracePt t="312541" x="4105275" y="5994400"/>
          <p14:tracePt t="312549" x="4117975" y="5994400"/>
          <p14:tracePt t="312557" x="4130675" y="5981700"/>
          <p14:tracePt t="312574" x="4130675" y="5969000"/>
          <p14:tracePt t="312623" x="4143375" y="5956300"/>
          <p14:tracePt t="312981" x="4156075" y="5956300"/>
          <p14:tracePt t="312997" x="4181475" y="5956300"/>
          <p14:tracePt t="313006" x="4192588" y="5969000"/>
          <p14:tracePt t="313013" x="4217988" y="5969000"/>
          <p14:tracePt t="313023" x="4230688" y="6007100"/>
          <p14:tracePt t="313029" x="4256088" y="6007100"/>
          <p14:tracePt t="313039" x="4294188" y="6019800"/>
          <p14:tracePt t="313045" x="4330700" y="6045200"/>
          <p14:tracePt t="313054" x="4381500" y="6045200"/>
          <p14:tracePt t="313061" x="4394200" y="6056313"/>
          <p14:tracePt t="313072" x="4468813" y="6081713"/>
          <p14:tracePt t="313077" x="4518025" y="6094413"/>
          <p14:tracePt t="313085" x="4619625" y="6107113"/>
          <p14:tracePt t="313093" x="4743450" y="6107113"/>
          <p14:tracePt t="313101" x="4881563" y="6107113"/>
          <p14:tracePt t="313109" x="5019675" y="6107113"/>
          <p14:tracePt t="313117" x="5057775" y="6107113"/>
          <p14:tracePt t="313125" x="5068888" y="6107113"/>
          <p14:tracePt t="313133" x="5157788" y="6107113"/>
          <p14:tracePt t="313141" x="5245100" y="6107113"/>
          <p14:tracePt t="313149" x="5319713" y="6094413"/>
          <p14:tracePt t="313157" x="5394325" y="6069013"/>
          <p14:tracePt t="313165" x="5483225" y="6045200"/>
          <p14:tracePt t="313173" x="5532438" y="6019800"/>
          <p14:tracePt t="313181" x="5557838" y="5994400"/>
          <p14:tracePt t="313190" x="5595938" y="5981700"/>
          <p14:tracePt t="313197" x="5607050" y="5981700"/>
          <p14:tracePt t="313206" x="5619750" y="5969000"/>
          <p14:tracePt t="313223" x="5632450" y="5956300"/>
          <p14:tracePt t="313254" x="5632450" y="5945188"/>
          <p14:tracePt t="313261" x="5645150" y="5932488"/>
          <p14:tracePt t="313277" x="5657850" y="5932488"/>
          <p14:tracePt t="313293" x="5670550" y="5907088"/>
          <p14:tracePt t="313333" x="5683250" y="5907088"/>
          <p14:tracePt t="313341" x="5708650" y="5907088"/>
          <p14:tracePt t="313349" x="5732463" y="5907088"/>
          <p14:tracePt t="313357" x="5745163" y="5907088"/>
          <p14:tracePt t="313365" x="5783263" y="5907088"/>
          <p14:tracePt t="313373" x="5821363" y="5907088"/>
          <p14:tracePt t="313381" x="5845175" y="5907088"/>
          <p14:tracePt t="313390" x="5870575" y="5907088"/>
          <p14:tracePt t="313397" x="5932488" y="5907088"/>
          <p14:tracePt t="313406" x="5957888" y="5907088"/>
          <p14:tracePt t="313413" x="6008688" y="5907088"/>
          <p14:tracePt t="313429" x="6034088" y="5907088"/>
          <p14:tracePt t="313439" x="6070600" y="5907088"/>
          <p14:tracePt t="313445" x="6083300" y="5907088"/>
          <p14:tracePt t="313456" x="6083300" y="5919788"/>
          <p14:tracePt t="313461" x="6108700" y="5932488"/>
          <p14:tracePt t="313471" x="6121400" y="5945188"/>
          <p14:tracePt t="313477" x="6121400" y="5969000"/>
          <p14:tracePt t="313485" x="6134100" y="5994400"/>
          <p14:tracePt t="313493" x="6146800" y="6007100"/>
          <p14:tracePt t="313509" x="6146800" y="6019800"/>
          <p14:tracePt t="313517" x="6146800" y="6032500"/>
          <p14:tracePt t="313525" x="6157913" y="6045200"/>
          <p14:tracePt t="313533" x="6157913" y="6069013"/>
          <p14:tracePt t="313557" x="6157913" y="6081713"/>
          <p14:tracePt t="313581" x="6157913" y="6107113"/>
          <p14:tracePt t="313677" x="6157913" y="6119813"/>
          <p14:tracePt t="313695" x="6157913" y="6145213"/>
          <p14:tracePt t="313710" x="6157913" y="6181725"/>
          <p14:tracePt t="313719" x="6157913" y="6194425"/>
          <p14:tracePt t="313725" x="6157913" y="6207125"/>
          <p14:tracePt t="313733" x="6157913" y="6232525"/>
          <p14:tracePt t="313741" x="6157913" y="6269038"/>
          <p14:tracePt t="313757" x="6170613" y="6281738"/>
          <p14:tracePt t="313797" x="6183313" y="6307138"/>
          <p14:tracePt t="313845" x="6183313" y="6319838"/>
          <p14:tracePt t="314214" x="6183313" y="6345238"/>
          <p14:tracePt t="314253" x="6183313" y="6357938"/>
          <p14:tracePt t="314302" x="6170613" y="6357938"/>
          <p14:tracePt t="314310" x="6157913" y="6370638"/>
          <p14:tracePt t="314357" x="6157913" y="6381750"/>
          <p14:tracePt t="314373" x="6146800" y="6381750"/>
          <p14:tracePt t="314405" x="6121400" y="6394450"/>
          <p14:tracePt t="314422" x="6083300" y="6394450"/>
          <p14:tracePt t="314429" x="6070600" y="6407150"/>
          <p14:tracePt t="314445" x="6045200" y="6407150"/>
          <p14:tracePt t="314455" x="6034088" y="6419850"/>
          <p14:tracePt t="314477" x="6021388" y="6419850"/>
          <p14:tracePt t="314485" x="6008688" y="6419850"/>
          <p14:tracePt t="314517" x="5995988" y="6419850"/>
          <p14:tracePt t="314693" x="5983288" y="6419850"/>
          <p14:tracePt t="314717" x="5983288" y="6407150"/>
          <p14:tracePt t="314725" x="5983288" y="6394450"/>
          <p14:tracePt t="314757" x="5983288" y="6381750"/>
          <p14:tracePt t="314798" x="5983288" y="6370638"/>
          <p14:tracePt t="314989" x="5983288" y="6357938"/>
          <p14:tracePt t="318317" x="5957888" y="6357938"/>
          <p14:tracePt t="318325" x="5895975" y="6357938"/>
          <p14:tracePt t="318334" x="5845175" y="6370638"/>
          <p14:tracePt t="318341" x="5795963" y="6370638"/>
          <p14:tracePt t="318351" x="5683250" y="6419850"/>
          <p14:tracePt t="318357" x="5632450" y="6419850"/>
          <p14:tracePt t="318367" x="5607050" y="6419850"/>
          <p14:tracePt t="318373" x="5583238" y="6419850"/>
          <p14:tracePt t="318405" x="5507038" y="6432550"/>
          <p14:tracePt t="318414" x="5407025" y="6470650"/>
          <p14:tracePt t="318421" x="5383213" y="6470650"/>
          <p14:tracePt t="318429" x="5345113" y="6483350"/>
          <p14:tracePt t="318437" x="5319713" y="6483350"/>
          <p14:tracePt t="318445" x="5294313" y="6494463"/>
          <p14:tracePt t="318453" x="5270500" y="6494463"/>
          <p14:tracePt t="318469" x="5245100" y="6494463"/>
          <p14:tracePt t="318477" x="5219700" y="6494463"/>
          <p14:tracePt t="318485" x="5157788" y="6494463"/>
          <p14:tracePt t="318493" x="5106988" y="6494463"/>
          <p14:tracePt t="318501" x="5068888" y="6494463"/>
          <p14:tracePt t="318509" x="5006975" y="6494463"/>
          <p14:tracePt t="318518" x="4994275" y="6494463"/>
          <p14:tracePt t="318525" x="4932363" y="6494463"/>
          <p14:tracePt t="318534" x="4856163" y="6494463"/>
          <p14:tracePt t="318541" x="4794250" y="6507163"/>
          <p14:tracePt t="318550" x="4768850" y="6519863"/>
          <p14:tracePt t="318557" x="4768850" y="6532563"/>
          <p14:tracePt t="318567" x="4756150" y="6532563"/>
          <p14:tracePt t="318573" x="4706938" y="6545263"/>
          <p14:tracePt t="318583" x="4656138" y="6545263"/>
          <p14:tracePt t="318589" x="4594225" y="6545263"/>
          <p14:tracePt t="318599" x="4556125" y="6545263"/>
          <p14:tracePt t="318605" x="4518025" y="6545263"/>
          <p14:tracePt t="318614" x="4456113" y="6570663"/>
          <p14:tracePt t="318621" x="4430713" y="6583363"/>
          <p14:tracePt t="318629" x="4394200" y="6594475"/>
          <p14:tracePt t="318637" x="4368800" y="6594475"/>
          <p14:tracePt t="318645" x="4343400" y="6619875"/>
          <p14:tracePt t="318661" x="4330700" y="6619875"/>
          <p14:tracePt t="318669" x="4305300" y="6632575"/>
          <p14:tracePt t="318677" x="4268788" y="6632575"/>
          <p14:tracePt t="318685" x="4256088" y="6632575"/>
          <p14:tracePt t="318693" x="4243388" y="6632575"/>
          <p14:tracePt t="318701" x="4230688" y="6632575"/>
          <p14:tracePt t="318717" x="4217988" y="6632575"/>
          <p14:tracePt t="318725" x="4205288" y="6632575"/>
          <p14:tracePt t="318767" x="4192588" y="6632575"/>
          <p14:tracePt t="318901" x="4181475" y="6632575"/>
          <p14:tracePt t="319021" x="4168775" y="6632575"/>
          <p14:tracePt t="319029" x="4156075" y="6619875"/>
          <p14:tracePt t="319461" x="4156075" y="6607175"/>
          <p14:tracePt t="323021" x="4156075" y="6583363"/>
          <p14:tracePt t="328733" x="4192588" y="6532563"/>
          <p14:tracePt t="328741" x="4294188" y="6470650"/>
          <p14:tracePt t="328749" x="4330700" y="6445250"/>
          <p14:tracePt t="328757" x="4356100" y="6419850"/>
          <p14:tracePt t="328765" x="4443413" y="6357938"/>
          <p14:tracePt t="328773" x="4468813" y="6345238"/>
          <p14:tracePt t="328781" x="4506913" y="6307138"/>
          <p14:tracePt t="328790" x="4506913" y="6294438"/>
          <p14:tracePt t="328797" x="4530725" y="6281738"/>
          <p14:tracePt t="328806" x="4530725" y="6269038"/>
          <p14:tracePt t="328823" x="4543425" y="6257925"/>
          <p14:tracePt t="329157" x="4556125" y="6245225"/>
          <p14:tracePt t="329197" x="4556125" y="6232525"/>
          <p14:tracePt t="329221" x="4556125" y="6207125"/>
          <p14:tracePt t="329229" x="4568825" y="6181725"/>
          <p14:tracePt t="329239" x="4581525" y="6181725"/>
          <p14:tracePt t="329246" x="4619625" y="6181725"/>
          <p14:tracePt t="329258" x="4656138" y="6145213"/>
          <p14:tracePt t="329262" x="4681538" y="6132513"/>
          <p14:tracePt t="329273" x="4719638" y="6107113"/>
          <p14:tracePt t="329277" x="4743450" y="6081713"/>
          <p14:tracePt t="329285" x="4768850" y="6081713"/>
          <p14:tracePt t="329293" x="4819650" y="6045200"/>
          <p14:tracePt t="329301" x="4843463" y="6032500"/>
          <p14:tracePt t="329309" x="4868863" y="6007100"/>
          <p14:tracePt t="329325" x="4894263" y="5994400"/>
          <p14:tracePt t="329333" x="4932363" y="5969000"/>
          <p14:tracePt t="329349" x="4945063" y="5956300"/>
          <p14:tracePt t="329357" x="4945063" y="5945188"/>
          <p14:tracePt t="329397" x="4956175" y="5945188"/>
          <p14:tracePt t="329501" x="4981575" y="5932488"/>
          <p14:tracePt t="329509" x="4994275" y="5932488"/>
          <p14:tracePt t="329525" x="5006975" y="5919788"/>
          <p14:tracePt t="329533" x="5019675" y="5919788"/>
          <p14:tracePt t="329549" x="5032375" y="5919788"/>
          <p14:tracePt t="329557" x="5057775" y="5907088"/>
          <p14:tracePt t="335589" x="4994275" y="5945188"/>
          <p14:tracePt t="335599" x="4906963" y="6007100"/>
          <p14:tracePt t="335605" x="4881563" y="6019800"/>
          <p14:tracePt t="335613" x="4832350" y="6032500"/>
          <p14:tracePt t="335621" x="4781550" y="6032500"/>
          <p14:tracePt t="335631" x="4743450" y="6007100"/>
          <p14:tracePt t="335637" x="4719638" y="5981700"/>
          <p14:tracePt t="335669" x="4706938" y="5981700"/>
          <p14:tracePt t="335685" x="4694238" y="5981700"/>
          <p14:tracePt t="335701" x="4681538" y="5994400"/>
          <p14:tracePt t="335709" x="4668838" y="6019800"/>
          <p14:tracePt t="335717" x="4668838" y="6069013"/>
          <p14:tracePt t="335725" x="4656138" y="6132513"/>
          <p14:tracePt t="335734" x="4656138" y="6194425"/>
          <p14:tracePt t="335741" x="4656138" y="6281738"/>
          <p14:tracePt t="335750" x="4656138" y="6370638"/>
          <p14:tracePt t="335757" x="4656138" y="6419850"/>
          <p14:tracePt t="335766" x="4656138" y="6494463"/>
          <p14:tracePt t="335773" x="4656138" y="6570663"/>
          <p14:tracePt t="335783" x="4656138" y="6619875"/>
          <p14:tracePt t="335789" x="4656138" y="6657975"/>
          <p14:tracePt t="335799" x="4656138" y="6707188"/>
          <p14:tracePt t="335805" x="4656138" y="6719888"/>
          <p14:tracePt t="335814" x="4656138" y="6757988"/>
          <p14:tracePt t="335821" x="4656138" y="6783388"/>
          <p14:tracePt t="335831" x="4681538" y="6796088"/>
          <p14:tracePt t="335837" x="4681538" y="6807200"/>
          <p14:tracePt t="335848" x="4681538" y="6819900"/>
          <p14:tracePt t="336821" x="4681538" y="6832600"/>
          <p14:tracePt t="336941" x="4643438" y="6670675"/>
          <p14:tracePt t="336949" x="4643438" y="6545263"/>
          <p14:tracePt t="336957" x="4694238" y="6394450"/>
          <p14:tracePt t="336966" x="4768850" y="6257925"/>
          <p14:tracePt t="336973" x="4843463" y="6119813"/>
          <p14:tracePt t="336982" x="4919663" y="6019800"/>
          <p14:tracePt t="336989" x="5145088" y="5743575"/>
          <p14:tracePt t="336998" x="5232400" y="5619750"/>
          <p14:tracePt t="337005" x="5419725" y="5418138"/>
          <p14:tracePt t="337015" x="5619750" y="5194300"/>
          <p14:tracePt t="337021" x="5732463" y="5105400"/>
          <p14:tracePt t="337031" x="5808663" y="4930775"/>
          <p14:tracePt t="337037" x="6034088" y="4692650"/>
          <p14:tracePt t="337047" x="6234113" y="4479925"/>
          <p14:tracePt t="337053" x="6334125" y="4367213"/>
          <p14:tracePt t="337062" x="6459538" y="4241800"/>
          <p14:tracePt t="337069" x="6521450" y="4167188"/>
          <p14:tracePt t="337077" x="6621463" y="4041775"/>
          <p14:tracePt t="337085" x="6672263" y="3992563"/>
          <p14:tracePt t="337093" x="6696075" y="3929063"/>
          <p14:tracePt t="337101" x="6708775" y="3905250"/>
          <p14:tracePt t="337117" x="6721475" y="3892550"/>
          <p14:tracePt t="337238" x="6684963" y="3941763"/>
          <p14:tracePt t="337246" x="6634163" y="3979863"/>
          <p14:tracePt t="337254" x="6621463" y="4005263"/>
          <p14:tracePt t="337263" x="6559550" y="4054475"/>
          <p14:tracePt t="337269" x="6483350" y="4117975"/>
          <p14:tracePt t="337280" x="6472238" y="4141788"/>
          <p14:tracePt t="337285" x="6459538" y="4141788"/>
          <p14:tracePt t="337325" x="6446838" y="4154488"/>
          <p14:tracePt t="337359" x="6421438" y="4179888"/>
          <p14:tracePt t="337367" x="6383338" y="4205288"/>
          <p14:tracePt t="337374" x="6370638" y="4230688"/>
          <p14:tracePt t="337383" x="6308725" y="4267200"/>
          <p14:tracePt t="337389" x="6308725" y="4279900"/>
          <p14:tracePt t="337398" x="6296025" y="4292600"/>
          <p14:tracePt t="337406" x="6259513" y="4330700"/>
          <p14:tracePt t="337415" x="6221413" y="4392613"/>
          <p14:tracePt t="337421" x="6208713" y="4405313"/>
          <p14:tracePt t="337430" x="6196013" y="4467225"/>
          <p14:tracePt t="337437" x="6170613" y="4492625"/>
          <p14:tracePt t="337447" x="6170613" y="4518025"/>
          <p14:tracePt t="337453" x="6157913" y="4543425"/>
          <p14:tracePt t="337461" x="6157913" y="4567238"/>
          <p14:tracePt t="337469" x="6121400" y="4630738"/>
          <p14:tracePt t="337480" x="6108700" y="4667250"/>
          <p14:tracePt t="337485" x="6057900" y="4730750"/>
          <p14:tracePt t="337493" x="6045200" y="4756150"/>
          <p14:tracePt t="337501" x="5983288" y="4830763"/>
          <p14:tracePt t="337509" x="5945188" y="4856163"/>
          <p14:tracePt t="337517" x="5908675" y="4892675"/>
          <p14:tracePt t="337525" x="5857875" y="4956175"/>
          <p14:tracePt t="337533" x="5795963" y="4992688"/>
          <p14:tracePt t="337541" x="5708650" y="5030788"/>
          <p14:tracePt t="337549" x="5619750" y="5056188"/>
          <p14:tracePt t="337557" x="5545138" y="5092700"/>
          <p14:tracePt t="337565" x="5394325" y="5118100"/>
          <p14:tracePt t="337573" x="5181600" y="5156200"/>
          <p14:tracePt t="337581" x="4906963" y="5168900"/>
          <p14:tracePt t="337589" x="4443413" y="5230813"/>
          <p14:tracePt t="337597" x="3867150" y="5230813"/>
          <p14:tracePt t="337605" x="3605213" y="5194300"/>
          <p14:tracePt t="337614" x="3141663" y="5130800"/>
          <p14:tracePt t="337621" x="2767013" y="5030788"/>
          <p14:tracePt t="337631" x="2678113" y="4930775"/>
          <p14:tracePt t="337637" x="2516188" y="4856163"/>
          <p14:tracePt t="337647" x="2378075" y="4805363"/>
          <p14:tracePt t="337653" x="2228850" y="4756150"/>
          <p14:tracePt t="337664" x="2152650" y="4730750"/>
          <p14:tracePt t="337669" x="2103438" y="4718050"/>
          <p14:tracePt t="337679" x="2039938" y="4692650"/>
          <p14:tracePt t="337685" x="2003425" y="4667250"/>
          <p14:tracePt t="337696" x="1978025" y="4656138"/>
          <p14:tracePt t="337701" x="1939925" y="4618038"/>
          <p14:tracePt t="337709" x="1939925" y="4579938"/>
          <p14:tracePt t="337717" x="1927225" y="4543425"/>
          <p14:tracePt t="337725" x="1903413" y="4479925"/>
          <p14:tracePt t="337733" x="1890713" y="4418013"/>
          <p14:tracePt t="337741" x="1878013" y="4354513"/>
          <p14:tracePt t="337749" x="1865313" y="4241800"/>
          <p14:tracePt t="337757" x="1865313" y="4179888"/>
          <p14:tracePt t="337765" x="1865313" y="4117975"/>
          <p14:tracePt t="337773" x="1865313" y="4054475"/>
          <p14:tracePt t="337781" x="1865313" y="4005263"/>
          <p14:tracePt t="337789" x="1865313" y="3929063"/>
          <p14:tracePt t="337797" x="1865313" y="3854450"/>
          <p14:tracePt t="337805" x="1865313" y="3803650"/>
          <p14:tracePt t="337814" x="1865313" y="3741738"/>
          <p14:tracePt t="337821" x="1865313" y="3679825"/>
          <p14:tracePt t="337830" x="1865313" y="3616325"/>
          <p14:tracePt t="337837" x="1890713" y="3541713"/>
          <p14:tracePt t="337847" x="1914525" y="3441700"/>
          <p14:tracePt t="337853" x="1927225" y="3367088"/>
          <p14:tracePt t="337862" x="1952625" y="3303588"/>
          <p14:tracePt t="337881" x="1990725" y="3203575"/>
          <p14:tracePt t="337885" x="2003425" y="3128963"/>
          <p14:tracePt t="337896" x="2039938" y="3090863"/>
          <p14:tracePt t="337901" x="2090738" y="3041650"/>
          <p14:tracePt t="337909" x="2127250" y="3028950"/>
          <p14:tracePt t="337917" x="2165350" y="2990850"/>
          <p14:tracePt t="337925" x="2228850" y="2978150"/>
          <p14:tracePt t="337933" x="2228850" y="2941638"/>
          <p14:tracePt t="337941" x="2239963" y="2903538"/>
          <p14:tracePt t="337949" x="2328863" y="2865438"/>
          <p14:tracePt t="337957" x="2465388" y="2803525"/>
          <p14:tracePt t="337966" x="2541588" y="2790825"/>
          <p14:tracePt t="337973" x="2565400" y="2790825"/>
          <p14:tracePt t="337981" x="2578100" y="2778125"/>
          <p14:tracePt t="337989" x="2667000" y="2752725"/>
          <p14:tracePt t="337997" x="2778125" y="2752725"/>
          <p14:tracePt t="338005" x="2903538" y="2690813"/>
          <p14:tracePt t="338014" x="2967038" y="2690813"/>
          <p14:tracePt t="338021" x="3103563" y="2627313"/>
          <p14:tracePt t="338030" x="3228975" y="2627313"/>
          <p14:tracePt t="338037" x="3292475" y="2616200"/>
          <p14:tracePt t="338046" x="3405188" y="2616200"/>
          <p14:tracePt t="338053" x="3467100" y="2616200"/>
          <p14:tracePt t="338063" x="3567113" y="2616200"/>
          <p14:tracePt t="338069" x="3667125" y="2616200"/>
          <p14:tracePt t="338079" x="3756025" y="2616200"/>
          <p14:tracePt t="338085" x="3830638" y="2616200"/>
          <p14:tracePt t="338096" x="3867150" y="2616200"/>
          <p14:tracePt t="338101" x="3956050" y="2616200"/>
          <p14:tracePt t="338109" x="4005263" y="2616200"/>
          <p14:tracePt t="338117" x="4130675" y="2652713"/>
          <p14:tracePt t="338125" x="4181475" y="2665413"/>
          <p14:tracePt t="338133" x="4281488" y="2703513"/>
          <p14:tracePt t="338141" x="4318000" y="2716213"/>
          <p14:tracePt t="338149" x="4394200" y="2728913"/>
          <p14:tracePt t="338157" x="4394200" y="2740025"/>
          <p14:tracePt t="338165" x="4456113" y="2752725"/>
          <p14:tracePt t="338173" x="4556125" y="2765425"/>
          <p14:tracePt t="338181" x="4581525" y="2778125"/>
          <p14:tracePt t="338189" x="4643438" y="2790825"/>
          <p14:tracePt t="338198" x="4694238" y="2828925"/>
          <p14:tracePt t="338205" x="4756150" y="2840038"/>
          <p14:tracePt t="338214" x="4794250" y="2865438"/>
          <p14:tracePt t="338221" x="4881563" y="2903538"/>
          <p14:tracePt t="338230" x="4968875" y="2941638"/>
          <p14:tracePt t="338237" x="5045075" y="2965450"/>
          <p14:tracePt t="338247" x="5094288" y="3003550"/>
          <p14:tracePt t="338253" x="5194300" y="3078163"/>
          <p14:tracePt t="338263" x="5245100" y="3116263"/>
          <p14:tracePt t="338269" x="5307013" y="3178175"/>
          <p14:tracePt t="338280" x="5394325" y="3216275"/>
          <p14:tracePt t="338285" x="5445125" y="3254375"/>
          <p14:tracePt t="338296" x="5519738" y="3278188"/>
          <p14:tracePt t="338301" x="5557838" y="3328988"/>
          <p14:tracePt t="338309" x="5595938" y="3367088"/>
          <p14:tracePt t="338317" x="5645150" y="3403600"/>
          <p14:tracePt t="338325" x="5670550" y="3454400"/>
          <p14:tracePt t="338333" x="5708650" y="3490913"/>
          <p14:tracePt t="338341" x="5745163" y="3541713"/>
          <p14:tracePt t="338349" x="5757863" y="3567113"/>
          <p14:tracePt t="338357" x="5770563" y="3579813"/>
          <p14:tracePt t="338365" x="5808663" y="3629025"/>
          <p14:tracePt t="338373" x="5808663" y="3667125"/>
          <p14:tracePt t="338381" x="5857875" y="3741738"/>
          <p14:tracePt t="338389" x="5908675" y="3792538"/>
          <p14:tracePt t="338397" x="5921375" y="3841750"/>
          <p14:tracePt t="338405" x="5945188" y="3892550"/>
          <p14:tracePt t="338413" x="5983288" y="3967163"/>
          <p14:tracePt t="338421" x="5995988" y="4017963"/>
          <p14:tracePt t="338430" x="6034088" y="4079875"/>
          <p14:tracePt t="338437" x="6034088" y="4129088"/>
          <p14:tracePt t="338446" x="6045200" y="4167188"/>
          <p14:tracePt t="338453" x="6057900" y="4230688"/>
          <p14:tracePt t="338462" x="6083300" y="4267200"/>
          <p14:tracePt t="338469" x="6083300" y="4292600"/>
          <p14:tracePt t="338479" x="6083300" y="4318000"/>
          <p14:tracePt t="338485" x="6108700" y="4341813"/>
          <p14:tracePt t="338496" x="6108700" y="4379913"/>
          <p14:tracePt t="338501" x="6121400" y="4405313"/>
          <p14:tracePt t="338512" x="6121400" y="4430713"/>
          <p14:tracePt t="338517" x="6121400" y="4467225"/>
          <p14:tracePt t="338525" x="6121400" y="4492625"/>
          <p14:tracePt t="338533" x="6121400" y="4518025"/>
          <p14:tracePt t="338541" x="6121400" y="4554538"/>
          <p14:tracePt t="338549" x="6121400" y="4579938"/>
          <p14:tracePt t="338557" x="6134100" y="4605338"/>
          <p14:tracePt t="338565" x="6134100" y="4643438"/>
          <p14:tracePt t="338573" x="6146800" y="4679950"/>
          <p14:tracePt t="338581" x="6157913" y="4705350"/>
          <p14:tracePt t="338589" x="6157913" y="4756150"/>
          <p14:tracePt t="338597" x="6157913" y="4792663"/>
          <p14:tracePt t="338605" x="6146800" y="4856163"/>
          <p14:tracePt t="338613" x="6108700" y="4892675"/>
          <p14:tracePt t="338621" x="6108700" y="4930775"/>
          <p14:tracePt t="338630" x="6083300" y="4981575"/>
          <p14:tracePt t="338637" x="6057900" y="5018088"/>
          <p14:tracePt t="338647" x="6034088" y="5068888"/>
          <p14:tracePt t="338653" x="5983288" y="5092700"/>
          <p14:tracePt t="338662" x="5970588" y="5143500"/>
          <p14:tracePt t="338669" x="5945188" y="5168900"/>
          <p14:tracePt t="338679" x="5932488" y="5218113"/>
          <p14:tracePt t="338685" x="5895975" y="5268913"/>
          <p14:tracePt t="338695" x="5870575" y="5281613"/>
          <p14:tracePt t="338701" x="5821363" y="5330825"/>
          <p14:tracePt t="338710" x="5795963" y="5356225"/>
          <p14:tracePt t="338717" x="5757863" y="5368925"/>
          <p14:tracePt t="338725" x="5708650" y="5381625"/>
          <p14:tracePt t="338733" x="5632450" y="5418138"/>
          <p14:tracePt t="338741" x="5570538" y="5443538"/>
          <p14:tracePt t="338749" x="5545138" y="5456238"/>
          <p14:tracePt t="338757" x="5532438" y="5481638"/>
          <p14:tracePt t="338765" x="5519738" y="5507038"/>
          <p14:tracePt t="338773" x="5483225" y="5530850"/>
          <p14:tracePt t="338781" x="5419725" y="5568950"/>
          <p14:tracePt t="338789" x="5383213" y="5581650"/>
          <p14:tracePt t="338797" x="5332413" y="5607050"/>
          <p14:tracePt t="338805" x="5294313" y="5643563"/>
          <p14:tracePt t="338813" x="5281613" y="5643563"/>
          <p14:tracePt t="338821" x="5257800" y="5643563"/>
          <p14:tracePt t="338830" x="5219700" y="5668963"/>
          <p14:tracePt t="338837" x="5207000" y="5681663"/>
          <p14:tracePt t="338846" x="5181600" y="5681663"/>
          <p14:tracePt t="338853" x="5157788" y="5694363"/>
          <p14:tracePt t="338863" x="5106988" y="5719763"/>
          <p14:tracePt t="338869" x="5094288" y="5719763"/>
          <p14:tracePt t="338879" x="5032375" y="5743575"/>
          <p14:tracePt t="338885" x="4994275" y="5768975"/>
          <p14:tracePt t="338895" x="4945063" y="5781675"/>
          <p14:tracePt t="338901" x="4919663" y="5781675"/>
          <p14:tracePt t="338911" x="4894263" y="5794375"/>
          <p14:tracePt t="338917" x="4868863" y="5794375"/>
          <p14:tracePt t="338925" x="4843463" y="5794375"/>
          <p14:tracePt t="338933" x="4794250" y="5819775"/>
          <p14:tracePt t="338941" x="4756150" y="5832475"/>
          <p14:tracePt t="338949" x="4743450" y="5832475"/>
          <p14:tracePt t="338957" x="4706938" y="5843588"/>
          <p14:tracePt t="338965" x="4694238" y="5843588"/>
          <p14:tracePt t="338981" x="4668838" y="5843588"/>
          <p14:tracePt t="338997" x="4656138" y="5856288"/>
          <p14:tracePt t="339005" x="4630738" y="5868988"/>
          <p14:tracePt t="339013" x="4594225" y="5881688"/>
          <p14:tracePt t="339021" x="4568825" y="5907088"/>
          <p14:tracePt t="339030" x="4530725" y="5907088"/>
          <p14:tracePt t="339037" x="4506913" y="5919788"/>
          <p14:tracePt t="339046" x="4468813" y="5932488"/>
          <p14:tracePt t="339053" x="4456113" y="5932488"/>
          <p14:tracePt t="339069" x="4430713" y="5932488"/>
          <p14:tracePt t="339079" x="4394200" y="5932488"/>
          <p14:tracePt t="339085" x="4368800" y="5932488"/>
          <p14:tracePt t="339095" x="4356100" y="5932488"/>
          <p14:tracePt t="339101" x="4318000" y="5932488"/>
          <p14:tracePt t="339111" x="4281488" y="5932488"/>
          <p14:tracePt t="339117" x="4256088" y="5932488"/>
          <p14:tracePt t="339128" x="4230688" y="5932488"/>
          <p14:tracePt t="339133" x="4205288" y="5932488"/>
          <p14:tracePt t="339141" x="4168775" y="5932488"/>
          <p14:tracePt t="339149" x="4130675" y="5932488"/>
          <p14:tracePt t="339157" x="4117975" y="5932488"/>
          <p14:tracePt t="339165" x="4105275" y="5932488"/>
          <p14:tracePt t="339173" x="4092575" y="5932488"/>
          <p14:tracePt t="339181" x="4081463" y="5932488"/>
          <p14:tracePt t="339197" x="4043363" y="5932488"/>
          <p14:tracePt t="339213" x="4030663" y="5932488"/>
          <p14:tracePt t="339221" x="4017963" y="5919788"/>
          <p14:tracePt t="339229" x="3992563" y="5907088"/>
          <p14:tracePt t="339237" x="3968750" y="5894388"/>
          <p14:tracePt t="339246" x="3956050" y="5868988"/>
          <p14:tracePt t="339253" x="3892550" y="5819775"/>
          <p14:tracePt t="339262" x="3867150" y="5807075"/>
          <p14:tracePt t="339269" x="3843338" y="5781675"/>
          <p14:tracePt t="339278" x="3805238" y="5743575"/>
          <p14:tracePt t="339285" x="3756025" y="5681663"/>
          <p14:tracePt t="339295" x="3730625" y="5656263"/>
          <p14:tracePt t="339301" x="3717925" y="5619750"/>
          <p14:tracePt t="339311" x="3692525" y="5594350"/>
          <p14:tracePt t="339317" x="3667125" y="5543550"/>
          <p14:tracePt t="339328" x="3654425" y="5518150"/>
          <p14:tracePt t="339333" x="3643313" y="5507038"/>
          <p14:tracePt t="339341" x="3643313" y="5468938"/>
          <p14:tracePt t="339349" x="3643313" y="5443538"/>
          <p14:tracePt t="339357" x="3617913" y="5418138"/>
          <p14:tracePt t="339373" x="3605213" y="5394325"/>
          <p14:tracePt t="339381" x="3605213" y="5381625"/>
          <p14:tracePt t="339389" x="3592513" y="5368925"/>
          <p14:tracePt t="339397" x="3592513" y="5343525"/>
          <p14:tracePt t="339405" x="3579813" y="5343525"/>
          <p14:tracePt t="339413" x="3579813" y="5330825"/>
          <p14:tracePt t="339421" x="3579813" y="5318125"/>
          <p14:tracePt t="339429" x="3579813" y="5305425"/>
          <p14:tracePt t="339445" x="3567113" y="5294313"/>
          <p14:tracePt t="339453" x="3567113" y="5268913"/>
          <p14:tracePt t="339462" x="3567113" y="5256213"/>
          <p14:tracePt t="339469" x="3567113" y="5230813"/>
          <p14:tracePt t="339479" x="3567113" y="5181600"/>
          <p14:tracePt t="339485" x="3567113" y="5168900"/>
          <p14:tracePt t="339495" x="3567113" y="5130800"/>
          <p14:tracePt t="339501" x="3567113" y="5105400"/>
          <p14:tracePt t="339511" x="3567113" y="5092700"/>
          <p14:tracePt t="339517" x="3567113" y="5081588"/>
          <p14:tracePt t="339527" x="3567113" y="5068888"/>
          <p14:tracePt t="339533" x="3567113" y="5043488"/>
          <p14:tracePt t="339549" x="3567113" y="5018088"/>
          <p14:tracePt t="339565" x="3567113" y="5005388"/>
          <p14:tracePt t="339573" x="3567113" y="4981575"/>
          <p14:tracePt t="339581" x="3567113" y="4968875"/>
          <p14:tracePt t="339589" x="3567113" y="4943475"/>
          <p14:tracePt t="339597" x="3567113" y="4918075"/>
          <p14:tracePt t="339605" x="3567113" y="4879975"/>
          <p14:tracePt t="339613" x="3579813" y="4843463"/>
          <p14:tracePt t="339621" x="3592513" y="4818063"/>
          <p14:tracePt t="339629" x="3617913" y="4779963"/>
          <p14:tracePt t="339637" x="3630613" y="4768850"/>
          <p14:tracePt t="339646" x="3679825" y="4705350"/>
          <p14:tracePt t="339653" x="3692525" y="4679950"/>
          <p14:tracePt t="339662" x="3705225" y="4679950"/>
          <p14:tracePt t="339669" x="3730625" y="4656138"/>
          <p14:tracePt t="339679" x="3743325" y="4643438"/>
          <p14:tracePt t="339685" x="3756025" y="4630738"/>
          <p14:tracePt t="339695" x="3767138" y="4605338"/>
          <p14:tracePt t="339701" x="3779838" y="4605338"/>
          <p14:tracePt t="339711" x="3779838" y="4592638"/>
          <p14:tracePt t="339717" x="3792538" y="4579938"/>
          <p14:tracePt t="339728" x="3817938" y="4554538"/>
          <p14:tracePt t="339744" x="3843338" y="4543425"/>
          <p14:tracePt t="339757" x="3856038" y="4530725"/>
          <p14:tracePt t="339789" x="3879850" y="4518025"/>
          <p14:tracePt t="339797" x="3905250" y="4505325"/>
          <p14:tracePt t="339805" x="3917950" y="4505325"/>
          <p14:tracePt t="339821" x="3930650" y="4505325"/>
          <p14:tracePt t="339853" x="3943350" y="4505325"/>
          <p14:tracePt t="339862" x="3943350" y="4492625"/>
          <p14:tracePt t="339901" x="3968750" y="4479925"/>
          <p14:tracePt t="339942" x="3979863" y="4479925"/>
          <p14:tracePt t="339973" x="3992563" y="4479925"/>
          <p14:tracePt t="340037" x="4005263" y="4467225"/>
          <p14:tracePt t="340437" x="4017963" y="4467225"/>
          <p14:tracePt t="340453" x="4030663" y="4467225"/>
          <p14:tracePt t="340461" x="4030663" y="4479925"/>
          <p14:tracePt t="340478" x="4043363" y="4492625"/>
          <p14:tracePt t="340485" x="4056063" y="4492625"/>
          <p14:tracePt t="340494" x="4081463" y="4505325"/>
          <p14:tracePt t="340510" x="4081463" y="4518025"/>
          <p14:tracePt t="340517" x="4092575" y="4530725"/>
          <p14:tracePt t="340528" x="4117975" y="4530725"/>
          <p14:tracePt t="340543" x="4130675" y="4543425"/>
          <p14:tracePt t="340549" x="4143375" y="4543425"/>
          <p14:tracePt t="340565" x="4156075" y="4554538"/>
          <p14:tracePt t="340581" x="4156075" y="4567238"/>
          <p14:tracePt t="340685" x="4168775" y="4567238"/>
          <p14:tracePt t="340719" x="4168775" y="4579938"/>
          <p14:tracePt t="342189" x="4168775" y="4592638"/>
          <p14:tracePt t="342206" x="4168775" y="4630738"/>
          <p14:tracePt t="342213" x="4192588" y="4643438"/>
          <p14:tracePt t="342221" x="4205288" y="4667250"/>
          <p14:tracePt t="342229" x="4217988" y="4679950"/>
          <p14:tracePt t="342237" x="4243388" y="4730750"/>
          <p14:tracePt t="342245" x="4256088" y="4730750"/>
          <p14:tracePt t="342253" x="4256088" y="4743450"/>
          <p14:tracePt t="342261" x="4256088" y="4768850"/>
          <p14:tracePt t="342269" x="4268788" y="4805363"/>
          <p14:tracePt t="342285" x="4268788" y="4818063"/>
          <p14:tracePt t="342293" x="4281488" y="4830763"/>
          <p14:tracePt t="342301" x="4294188" y="4843463"/>
          <p14:tracePt t="342317" x="4294188" y="4856163"/>
          <p14:tracePt t="342326" x="4305300" y="4856163"/>
          <p14:tracePt t="342333" x="4305300" y="4879975"/>
          <p14:tracePt t="342342" x="4318000" y="4892675"/>
          <p14:tracePt t="342349" x="4318000" y="4905375"/>
          <p14:tracePt t="342359" x="4318000" y="4930775"/>
          <p14:tracePt t="342365" x="4330700" y="4956175"/>
          <p14:tracePt t="342375" x="4343400" y="4981575"/>
          <p14:tracePt t="342381" x="4343400" y="5005388"/>
          <p14:tracePt t="342391" x="4381500" y="5056188"/>
          <p14:tracePt t="342397" x="4394200" y="5105400"/>
          <p14:tracePt t="342408" x="4394200" y="5118100"/>
          <p14:tracePt t="342413" x="4394200" y="5181600"/>
          <p14:tracePt t="342421" x="4430713" y="5218113"/>
          <p14:tracePt t="342429" x="4430713" y="5230813"/>
          <p14:tracePt t="342437" x="4443413" y="5268913"/>
          <p14:tracePt t="342445" x="4468813" y="5294313"/>
          <p14:tracePt t="342453" x="4468813" y="5318125"/>
          <p14:tracePt t="342461" x="4494213" y="5356225"/>
          <p14:tracePt t="342477" x="4494213" y="5381625"/>
          <p14:tracePt t="342485" x="4518025" y="5407025"/>
          <p14:tracePt t="342501" x="4530725" y="5443538"/>
          <p14:tracePt t="342517" x="4530725" y="5456238"/>
          <p14:tracePt t="342526" x="4556125" y="5468938"/>
          <p14:tracePt t="342533" x="4556125" y="5481638"/>
          <p14:tracePt t="342542" x="4568825" y="5494338"/>
          <p14:tracePt t="342549" x="4581525" y="5507038"/>
          <p14:tracePt t="342559" x="4594225" y="5530850"/>
          <p14:tracePt t="342575" x="4606925" y="5543550"/>
          <p14:tracePt t="342589" x="4619625" y="5556250"/>
          <p14:tracePt t="342597" x="4630738" y="5568950"/>
          <p14:tracePt t="342613" x="4643438" y="5568950"/>
          <p14:tracePt t="342637" x="4656138" y="5568950"/>
          <p14:tracePt t="342645" x="4668838" y="5568950"/>
          <p14:tracePt t="342653" x="4681538" y="5568950"/>
          <p14:tracePt t="342669" x="4706938" y="5581650"/>
          <p14:tracePt t="342677" x="4719638" y="5581650"/>
          <p14:tracePt t="342693" x="4743450" y="5581650"/>
          <p14:tracePt t="342701" x="4756150" y="5581650"/>
          <p14:tracePt t="342709" x="4781550" y="5581650"/>
          <p14:tracePt t="342717" x="4794250" y="5581650"/>
          <p14:tracePt t="342728" x="4819650" y="5581650"/>
          <p14:tracePt t="342734" x="4832350" y="5581650"/>
          <p14:tracePt t="342743" x="4868863" y="5581650"/>
          <p14:tracePt t="342759" x="4881563" y="5581650"/>
          <p14:tracePt t="342775" x="4906963" y="5581650"/>
          <p14:tracePt t="342791" x="4919663" y="5581650"/>
          <p14:tracePt t="342797" x="4945063" y="5581650"/>
          <p14:tracePt t="342807" x="4968875" y="5581650"/>
          <p14:tracePt t="342845" x="4994275" y="5581650"/>
          <p14:tracePt t="342853" x="5006975" y="5581650"/>
          <p14:tracePt t="342877" x="5019675" y="5581650"/>
          <p14:tracePt t="342917" x="5032375" y="5581650"/>
          <p14:tracePt t="342957" x="5045075" y="5581650"/>
          <p14:tracePt t="343317" x="5068888" y="5581650"/>
          <p14:tracePt t="343333" x="5081588" y="5581650"/>
          <p14:tracePt t="343341" x="5094288" y="5581650"/>
          <p14:tracePt t="343357" x="5119688" y="5556250"/>
          <p14:tracePt t="343389" x="5132388" y="5543550"/>
          <p14:tracePt t="343397" x="5145088" y="5543550"/>
          <p14:tracePt t="343406" x="5157788" y="5543550"/>
          <p14:tracePt t="343413" x="5170488" y="5518150"/>
          <p14:tracePt t="343429" x="5207000" y="5494338"/>
          <p14:tracePt t="343438" x="5232400" y="5481638"/>
          <p14:tracePt t="343445" x="5245100" y="5468938"/>
          <p14:tracePt t="343453" x="5281613" y="5468938"/>
          <p14:tracePt t="343461" x="5294313" y="5443538"/>
          <p14:tracePt t="343469" x="5319713" y="5430838"/>
          <p14:tracePt t="343477" x="5332413" y="5418138"/>
          <p14:tracePt t="343493" x="5357813" y="5394325"/>
          <p14:tracePt t="343501" x="5383213" y="5381625"/>
          <p14:tracePt t="343509" x="5383213" y="5368925"/>
          <p14:tracePt t="343517" x="5407025" y="5368925"/>
          <p14:tracePt t="343525" x="5419725" y="5368925"/>
          <p14:tracePt t="343542" x="5445125" y="5368925"/>
          <p14:tracePt t="343574" x="5470525" y="5368925"/>
          <p14:tracePt t="343581" x="5470525" y="5356225"/>
          <p14:tracePt t="343591" x="5483225" y="5356225"/>
          <p14:tracePt t="343630" x="5495925" y="5356225"/>
          <p14:tracePt t="343669" x="5495925" y="5343525"/>
          <p14:tracePt t="343717" x="5519738" y="5343525"/>
          <p14:tracePt t="343725" x="5557838" y="5318125"/>
          <p14:tracePt t="343733" x="5570538" y="5305425"/>
          <p14:tracePt t="343741" x="5583238" y="5305425"/>
          <p14:tracePt t="343749" x="5607050" y="5281613"/>
          <p14:tracePt t="343757" x="5632450" y="5256213"/>
          <p14:tracePt t="343765" x="5683250" y="5218113"/>
          <p14:tracePt t="343775" x="5757863" y="5156200"/>
          <p14:tracePt t="343782" x="5783263" y="5143500"/>
          <p14:tracePt t="343791" x="5870575" y="5068888"/>
          <p14:tracePt t="343798" x="5895975" y="5043488"/>
          <p14:tracePt t="343807" x="5945188" y="5005388"/>
          <p14:tracePt t="343813" x="6008688" y="4968875"/>
          <p14:tracePt t="343822" x="6045200" y="4930775"/>
          <p14:tracePt t="343829" x="6070600" y="4918075"/>
          <p14:tracePt t="343838" x="6108700" y="4892675"/>
          <p14:tracePt t="343845" x="6108700" y="4879975"/>
          <p14:tracePt t="343853" x="6121400" y="4879975"/>
          <p14:tracePt t="343861" x="6134100" y="4879975"/>
          <p14:tracePt t="343869" x="6134100" y="4868863"/>
          <p14:tracePt t="343890" x="6134100" y="4843463"/>
          <p14:tracePt t="343909" x="6134100" y="4830763"/>
          <p14:tracePt t="343917" x="6157913" y="4792663"/>
          <p14:tracePt t="343925" x="6170613" y="4792663"/>
          <p14:tracePt t="343933" x="6170613" y="4779963"/>
          <p14:tracePt t="343941" x="6183313" y="4756150"/>
          <p14:tracePt t="343949" x="6234113" y="4743450"/>
          <p14:tracePt t="343958" x="6259513" y="4743450"/>
          <p14:tracePt t="343965" x="6308725" y="4743450"/>
          <p14:tracePt t="343974" x="6346825" y="4743450"/>
          <p14:tracePt t="343981" x="6383338" y="4743450"/>
          <p14:tracePt t="343990" x="6396038" y="4743450"/>
          <p14:tracePt t="343997" x="6434138" y="4743450"/>
          <p14:tracePt t="344007" x="6459538" y="4743450"/>
          <p14:tracePt t="344013" x="6483350" y="4743450"/>
          <p14:tracePt t="344023" x="6546850" y="4718050"/>
          <p14:tracePt t="344029" x="6559550" y="4718050"/>
          <p14:tracePt t="344040" x="6572250" y="4718050"/>
          <p14:tracePt t="344045" x="6596063" y="4718050"/>
          <p14:tracePt t="344053" x="6608763" y="4718050"/>
          <p14:tracePt t="344093" x="6621463" y="4718050"/>
          <p14:tracePt t="344101" x="6634163" y="4718050"/>
          <p14:tracePt t="344109" x="6646863" y="4718050"/>
          <p14:tracePt t="344133" x="6672263" y="4718050"/>
          <p14:tracePt t="344141" x="6684963" y="4730750"/>
          <p14:tracePt t="344165" x="6696075" y="4730750"/>
          <p14:tracePt t="344181" x="6696075" y="4743450"/>
          <p14:tracePt t="345981" x="6708775" y="4743450"/>
          <p14:tracePt t="350829" x="6721475" y="475615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086" y="0"/>
            <a:ext cx="10515600" cy="85876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Organizations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982" y="967496"/>
            <a:ext cx="11105270" cy="589050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arrange specialists in a hierarchy of authority in which everyone is accountable to someone.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authority is limited to specific actions governed by abstract rules or procedures.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rules create a system of impartial and universal decision making.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try to hire and promote employees based on qualifications and professionalism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is devoted to the principle of efficiency: maximizing output using limited  inputs.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features include  business processes, organizational culture,  organizational politics, surrounding environments, structure, goals, constituencies, and leadership styles.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5345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19127">
        <p:split orient="vert"/>
      </p:transition>
    </mc:Choice>
    <mc:Fallback xmlns="">
      <p:transition spd="slow" advTm="219127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>
    <p:ext uri="{3A86A75C-4F4B-4683-9AE1-C65F6400EC91}">
      <p14:laserTraceLst xmlns:p14="http://schemas.microsoft.com/office/powerpoint/2010/main">
        <p14:tracePtLst>
          <p14:tracePt t="30230" x="8624888" y="6445250"/>
          <p14:tracePt t="30246" x="8412163" y="6232525"/>
          <p14:tracePt t="30276" x="8086725" y="5919788"/>
          <p14:tracePt t="30293" x="7848600" y="5707063"/>
          <p14:tracePt t="30297" x="7773988" y="5594350"/>
          <p14:tracePt t="30309" x="7723188" y="5494338"/>
          <p14:tracePt t="30318" x="7661275" y="5418138"/>
          <p14:tracePt t="30331" x="7548563" y="5230813"/>
          <p14:tracePt t="30355" x="7435850" y="5043488"/>
          <p14:tracePt t="30375" x="7335838" y="4868863"/>
          <p14:tracePt t="30387" x="7297738" y="4779963"/>
          <p14:tracePt t="30407" x="7235825" y="4579938"/>
          <p14:tracePt t="30415" x="7223125" y="4492625"/>
          <p14:tracePt t="30439" x="7210425" y="4305300"/>
          <p14:tracePt t="30446" x="7172325" y="4230688"/>
          <p14:tracePt t="30475" x="7159625" y="4067175"/>
          <p14:tracePt t="30495" x="7159625" y="3929063"/>
          <p14:tracePt t="30510" x="7159625" y="3816350"/>
          <p14:tracePt t="30523" x="7159625" y="3767138"/>
          <p14:tracePt t="30535" x="7159625" y="3692525"/>
          <p14:tracePt t="30553" x="7159625" y="3629025"/>
          <p14:tracePt t="30572" x="7172325" y="3554413"/>
          <p14:tracePt t="30593" x="7246938" y="3403600"/>
          <p14:tracePt t="30604" x="7246938" y="3378200"/>
          <p14:tracePt t="30622" x="7310438" y="3216275"/>
          <p14:tracePt t="30638" x="7348538" y="3128963"/>
          <p14:tracePt t="30656" x="7385050" y="3065463"/>
          <p14:tracePt t="30674" x="7410450" y="3016250"/>
          <p14:tracePt t="30687" x="7448550" y="2952750"/>
          <p14:tracePt t="30711" x="7548563" y="2840038"/>
          <p14:tracePt t="30723" x="7561263" y="2816225"/>
          <p14:tracePt t="30737" x="7623175" y="2740025"/>
          <p14:tracePt t="30755" x="7685088" y="2690813"/>
          <p14:tracePt t="30775" x="7735888" y="2640013"/>
          <p14:tracePt t="30787" x="7761288" y="2627313"/>
          <p14:tracePt t="30804" x="7773988" y="2603500"/>
          <p14:tracePt t="30824" x="7835900" y="2565400"/>
          <p14:tracePt t="30834" x="7861300" y="2552700"/>
          <p14:tracePt t="30876" x="7897813" y="2527300"/>
          <p14:tracePt t="30890" x="7910513" y="2527300"/>
          <p14:tracePt t="30989" x="7923213" y="2527300"/>
          <p14:tracePt t="31354" x="7935913" y="2540000"/>
          <p14:tracePt t="31360" x="7935913" y="2578100"/>
          <p14:tracePt t="31373" x="7935913" y="2616200"/>
          <p14:tracePt t="31394" x="7923213" y="2728913"/>
          <p14:tracePt t="31405" x="7923213" y="2752725"/>
          <p14:tracePt t="31406" x="7910513" y="2765425"/>
          <p14:tracePt t="31424" x="7861300" y="2852738"/>
          <p14:tracePt t="31436" x="7861300" y="2865438"/>
          <p14:tracePt t="31460" x="7810500" y="2952750"/>
          <p14:tracePt t="31476" x="7773988" y="3016250"/>
          <p14:tracePt t="31491" x="7735888" y="3065463"/>
          <p14:tracePt t="31506" x="7685088" y="3116263"/>
          <p14:tracePt t="31518" x="7673975" y="3141663"/>
          <p14:tracePt t="31539" x="7673975" y="3154363"/>
          <p14:tracePt t="31592" x="7661275" y="3178175"/>
          <p14:tracePt t="31604" x="7648575" y="3190875"/>
          <p14:tracePt t="31623" x="7610475" y="3228975"/>
          <p14:tracePt t="31658" x="7585075" y="3254375"/>
          <p14:tracePt t="31676" x="7585075" y="3267075"/>
          <p14:tracePt t="31689" x="7572375" y="3278188"/>
          <p14:tracePt t="31707" x="7561263" y="3290888"/>
          <p14:tracePt t="31724" x="7535863" y="3290888"/>
          <p14:tracePt t="31738" x="7535863" y="3303588"/>
          <p14:tracePt t="31755" x="7523163" y="3303588"/>
          <p14:tracePt t="31773" x="7510463" y="3316288"/>
          <p14:tracePt t="31792" x="7485063" y="3354388"/>
          <p14:tracePt t="31822" x="7448550" y="3390900"/>
          <p14:tracePt t="31860" x="7435850" y="3403600"/>
          <p14:tracePt t="31877" x="7423150" y="3429000"/>
          <p14:tracePt t="31905" x="7372350" y="3454400"/>
          <p14:tracePt t="31925" x="7359650" y="3467100"/>
          <p14:tracePt t="31939" x="7335838" y="3490913"/>
          <p14:tracePt t="31957" x="7323138" y="3503613"/>
          <p14:tracePt t="31974" x="7310438" y="3516313"/>
          <p14:tracePt t="32008" x="7310438" y="3529013"/>
          <p14:tracePt t="32057" x="7285038" y="3529013"/>
          <p14:tracePt t="32090" x="7285038" y="3541713"/>
          <p14:tracePt t="32122" x="7272338" y="3541713"/>
          <p14:tracePt t="32596" x="7259638" y="3567113"/>
          <p14:tracePt t="32653" x="7246938" y="3567113"/>
          <p14:tracePt t="32707" x="7246938" y="3579813"/>
          <p14:tracePt t="32782" x="7235825" y="3603625"/>
          <p14:tracePt t="32840" x="7223125" y="3603625"/>
          <p14:tracePt t="32896" x="7210425" y="3629025"/>
          <p14:tracePt t="32943" x="7197725" y="3641725"/>
          <p14:tracePt t="33012" x="7197725" y="3654425"/>
          <p14:tracePt t="33043" x="7185025" y="3667125"/>
          <p14:tracePt t="33054" x="7185025" y="3679825"/>
          <p14:tracePt t="33110" x="7159625" y="3692525"/>
          <p14:tracePt t="33139" x="7159625" y="3703638"/>
          <p14:tracePt t="33198" x="7134225" y="3716338"/>
          <p14:tracePt t="33227" x="7123113" y="3741738"/>
          <p14:tracePt t="33278" x="7110413" y="3754438"/>
          <p14:tracePt t="33304" x="7110413" y="3767138"/>
          <p14:tracePt t="33327" x="7097713" y="3779838"/>
          <p14:tracePt t="33428" x="7085013" y="3779838"/>
          <p14:tracePt t="33745" x="7085013" y="3792538"/>
          <p14:tracePt t="33784" x="7072313" y="3803650"/>
          <p14:tracePt t="34565" x="7059613" y="3829050"/>
          <p14:tracePt t="34631" x="7046913" y="3829050"/>
          <p14:tracePt t="35385" x="7034213" y="3854450"/>
          <p14:tracePt t="35399" x="6997700" y="3854450"/>
          <p14:tracePt t="35423" x="6934200" y="3867150"/>
          <p14:tracePt t="35433" x="6897688" y="3867150"/>
          <p14:tracePt t="35454" x="6708775" y="3941763"/>
          <p14:tracePt t="35464" x="6596063" y="3954463"/>
          <p14:tracePt t="35490" x="6434138" y="3967163"/>
          <p14:tracePt t="35504" x="6259513" y="4005263"/>
          <p14:tracePt t="35521" x="6121400" y="4041775"/>
          <p14:tracePt t="35532" x="6083300" y="4054475"/>
          <p14:tracePt t="35554" x="6045200" y="4067175"/>
          <p14:tracePt t="35562" x="6034088" y="4067175"/>
          <p14:tracePt t="35586" x="6021388" y="4079875"/>
          <p14:tracePt t="35720" x="5983288" y="4029075"/>
          <p14:tracePt t="35730" x="5970588" y="4017963"/>
          <p14:tracePt t="35752" x="5895975" y="3892550"/>
          <p14:tracePt t="35770" x="5870575" y="3841750"/>
          <p14:tracePt t="35790" x="5808663" y="3692525"/>
          <p14:tracePt t="35805" x="5783263" y="3616325"/>
          <p14:tracePt t="35837" x="5770563" y="3567113"/>
          <p14:tracePt t="35851" x="5757863" y="3541713"/>
          <p14:tracePt t="35868" x="5745163" y="3490913"/>
          <p14:tracePt t="35885" x="5732463" y="3467100"/>
          <p14:tracePt t="35886" x="5732463" y="3454400"/>
          <p14:tracePt t="35907" x="5719763" y="3390900"/>
          <p14:tracePt t="35918" x="5708650" y="3354388"/>
          <p14:tracePt t="35937" x="5695950" y="3328988"/>
          <p14:tracePt t="35967" x="5695950" y="3316288"/>
          <p14:tracePt t="35985" x="5695950" y="3303588"/>
          <p14:tracePt t="36090" x="5708650" y="3254375"/>
          <p14:tracePt t="36103" x="5757863" y="3228975"/>
          <p14:tracePt t="36120" x="5870575" y="3116263"/>
          <p14:tracePt t="36130" x="5895975" y="3103563"/>
          <p14:tracePt t="36151" x="6034088" y="3016250"/>
          <p14:tracePt t="36169" x="6096000" y="2978150"/>
          <p14:tracePt t="36188" x="6096000" y="2965450"/>
          <p14:tracePt t="36203" x="6108700" y="2965450"/>
          <p14:tracePt t="36218" x="6108700" y="2952750"/>
          <p14:tracePt t="36236" x="6121400" y="2941638"/>
          <p14:tracePt t="36272" x="6146800" y="2928938"/>
          <p14:tracePt t="36284" x="6170613" y="2916238"/>
          <p14:tracePt t="36306" x="6196013" y="2903538"/>
          <p14:tracePt t="36317" x="6234113" y="2890838"/>
          <p14:tracePt t="36346" x="6234113" y="2878138"/>
          <p14:tracePt t="36364" x="6246813" y="2878138"/>
          <p14:tracePt t="36504" x="6259513" y="2878138"/>
          <p14:tracePt t="36599" x="6283325" y="2878138"/>
          <p14:tracePt t="36613" x="6283325" y="2890838"/>
          <p14:tracePt t="36614" x="6296025" y="2903538"/>
          <p14:tracePt t="36636" x="6308725" y="2916238"/>
          <p14:tracePt t="36649" x="6308725" y="2928938"/>
          <p14:tracePt t="36657" x="6308725" y="2941638"/>
          <p14:tracePt t="36668" x="6321425" y="2952750"/>
          <p14:tracePt t="36687" x="6334125" y="3003550"/>
          <p14:tracePt t="36707" x="6346825" y="3016250"/>
          <p14:tracePt t="36725" x="6346825" y="3041650"/>
          <p14:tracePt t="37088" x="6359525" y="3065463"/>
          <p14:tracePt t="37108" x="6359525" y="3103563"/>
          <p14:tracePt t="37119" x="6383338" y="3128963"/>
          <p14:tracePt t="37138" x="6396038" y="3165475"/>
          <p14:tracePt t="37150" x="6396038" y="3216275"/>
          <p14:tracePt t="37169" x="6396038" y="3278188"/>
          <p14:tracePt t="37189" x="6421438" y="3328988"/>
          <p14:tracePt t="37203" x="6434138" y="3354388"/>
          <p14:tracePt t="37222" x="6434138" y="3403600"/>
          <p14:tracePt t="37239" x="6446838" y="3429000"/>
          <p14:tracePt t="37260" x="6446838" y="3454400"/>
          <p14:tracePt t="37287" x="6446838" y="3503613"/>
          <p14:tracePt t="37307" x="6459538" y="3516313"/>
          <p14:tracePt t="37323" x="6459538" y="3529013"/>
          <p14:tracePt t="37334" x="6459538" y="3541713"/>
          <p14:tracePt t="37354" x="6459538" y="3567113"/>
          <p14:tracePt t="37366" x="6459538" y="3579813"/>
          <p14:tracePt t="37391" x="6459538" y="3590925"/>
          <p14:tracePt t="37423" x="6459538" y="3603625"/>
          <p14:tracePt t="37454" x="6459538" y="3629025"/>
          <p14:tracePt t="37467" x="6459538" y="3641725"/>
          <p14:tracePt t="37492" x="6459538" y="3654425"/>
          <p14:tracePt t="37503" x="6459538" y="3692525"/>
          <p14:tracePt t="37535" x="6446838" y="3692525"/>
          <p14:tracePt t="37555" x="6421438" y="3703638"/>
          <p14:tracePt t="37566" x="6396038" y="3703638"/>
          <p14:tracePt t="37574" x="6370638" y="3729038"/>
          <p14:tracePt t="37597" x="6359525" y="3729038"/>
          <p14:tracePt t="37598" x="6334125" y="3741738"/>
          <p14:tracePt t="37608" x="6321425" y="3741738"/>
          <p14:tracePt t="37621" x="6283325" y="3754438"/>
          <p14:tracePt t="37633" x="6259513" y="3754438"/>
          <p14:tracePt t="37655" x="6146800" y="3803650"/>
          <p14:tracePt t="37665" x="6121400" y="3803650"/>
          <p14:tracePt t="37689" x="6070600" y="3829050"/>
          <p14:tracePt t="37702" x="6034088" y="3829050"/>
          <p14:tracePt t="37727" x="5983288" y="3841750"/>
          <p14:tracePt t="37807" x="5970588" y="3854450"/>
          <p14:tracePt t="37839" x="5957888" y="3867150"/>
          <p14:tracePt t="37852" x="5945188" y="3867150"/>
          <p14:tracePt t="37940" x="5932488" y="3867150"/>
          <p14:tracePt t="37952" x="5895975" y="3867150"/>
          <p14:tracePt t="37970" x="5883275" y="3816350"/>
          <p14:tracePt t="37998" x="5808663" y="3679825"/>
          <p14:tracePt t="38011" x="5770563" y="3641725"/>
          <p14:tracePt t="38021" x="5745163" y="3616325"/>
          <p14:tracePt t="38045" x="5657850" y="3479800"/>
          <p14:tracePt t="38047" x="5632450" y="3429000"/>
          <p14:tracePt t="38056" x="5632450" y="3403600"/>
          <p14:tracePt t="38066" x="5607050" y="3378200"/>
          <p14:tracePt t="38073" x="5595938" y="3367088"/>
          <p14:tracePt t="38096" x="5583238" y="3316288"/>
          <p14:tracePt t="38120" x="5583238" y="3290888"/>
          <p14:tracePt t="38140" x="5570538" y="3278188"/>
          <p14:tracePt t="38154" x="5557838" y="3241675"/>
          <p14:tracePt t="38167" x="5532438" y="3190875"/>
          <p14:tracePt t="38190" x="5519738" y="3154363"/>
          <p14:tracePt t="38205" x="5519738" y="3128963"/>
          <p14:tracePt t="38220" x="5519738" y="3116263"/>
          <p14:tracePt t="38239" x="5507038" y="3065463"/>
          <p14:tracePt t="38254" x="5495925" y="3003550"/>
          <p14:tracePt t="38269" x="5495925" y="2978150"/>
          <p14:tracePt t="38289" x="5483225" y="2952750"/>
          <p14:tracePt t="38315" x="5483225" y="2916238"/>
          <p14:tracePt t="38322" x="5483225" y="2903538"/>
          <p14:tracePt t="38340" x="5483225" y="2865438"/>
          <p14:tracePt t="38354" x="5483225" y="2840038"/>
          <p14:tracePt t="38367" x="5483225" y="2790825"/>
          <p14:tracePt t="38376" x="5483225" y="2752725"/>
          <p14:tracePt t="38395" x="5483225" y="2728913"/>
          <p14:tracePt t="38405" x="5507038" y="2703513"/>
          <p14:tracePt t="38406" x="5519738" y="2678113"/>
          <p14:tracePt t="38422" x="5545138" y="2640013"/>
          <p14:tracePt t="38440" x="5545138" y="2616200"/>
          <p14:tracePt t="38452" x="5595938" y="2578100"/>
          <p14:tracePt t="38470" x="5619750" y="2527300"/>
          <p14:tracePt t="38498" x="5670550" y="2465388"/>
          <p14:tracePt t="38512" x="5732463" y="2378075"/>
          <p14:tracePt t="38524" x="5770563" y="2352675"/>
          <p14:tracePt t="38528" x="5795963" y="2327275"/>
          <p14:tracePt t="38536" x="5821363" y="2290763"/>
          <p14:tracePt t="38556" x="5845175" y="2278063"/>
          <p14:tracePt t="38567" x="5895975" y="2214563"/>
          <p14:tracePt t="38579" x="5908675" y="2214563"/>
          <p14:tracePt t="38602" x="5945188" y="2178050"/>
          <p14:tracePt t="38613" x="5983288" y="2152650"/>
          <p14:tracePt t="38614" x="5995988" y="2152650"/>
          <p14:tracePt t="38629" x="5995988" y="2139950"/>
          <p14:tracePt t="38662" x="6057900" y="2078038"/>
          <p14:tracePt t="38711" x="6083300" y="2078038"/>
          <p14:tracePt t="38729" x="6096000" y="2078038"/>
          <p14:tracePt t="38737" x="6108700" y="2078038"/>
          <p14:tracePt t="38759" x="6121400" y="2078038"/>
          <p14:tracePt t="38768" x="6134100" y="2078038"/>
          <p14:tracePt t="38796" x="6146800" y="2078038"/>
          <p14:tracePt t="38807" x="6157913" y="2078038"/>
          <p14:tracePt t="38855" x="6183313" y="2078038"/>
          <p14:tracePt t="38895" x="6196013" y="2078038"/>
          <p14:tracePt t="38957" x="6208713" y="2078038"/>
          <p14:tracePt t="38972" x="6234113" y="2101850"/>
          <p14:tracePt t="38995" x="6234113" y="2127250"/>
          <p14:tracePt t="39009" x="6246813" y="2139950"/>
          <p14:tracePt t="39022" x="6246813" y="2178050"/>
          <p14:tracePt t="39044" x="6246813" y="2214563"/>
          <p14:tracePt t="39054" x="6246813" y="2265363"/>
          <p14:tracePt t="39080" x="6246813" y="2327275"/>
          <p14:tracePt t="39099" x="6234113" y="2352675"/>
          <p14:tracePt t="39112" x="6196013" y="2403475"/>
          <p14:tracePt t="39130" x="6170613" y="2427288"/>
          <p14:tracePt t="39137" x="6134100" y="2439988"/>
          <p14:tracePt t="39161" x="6045200" y="2490788"/>
          <p14:tracePt t="39168" x="6021388" y="2503488"/>
          <p14:tracePt t="39194" x="5908675" y="2527300"/>
          <p14:tracePt t="39220" x="5821363" y="2552700"/>
          <p14:tracePt t="39230" x="5770563" y="2565400"/>
          <p14:tracePt t="39239" x="5732463" y="2565400"/>
          <p14:tracePt t="39265" x="5695950" y="2565400"/>
          <p14:tracePt t="39816" x="5683250" y="2578100"/>
          <p14:tracePt t="39825" x="5695950" y="2603500"/>
          <p14:tracePt t="39850" x="5795963" y="2678113"/>
          <p14:tracePt t="39861" x="5845175" y="2703513"/>
          <p14:tracePt t="39862" x="5870575" y="2728913"/>
          <p14:tracePt t="39879" x="5945188" y="2790825"/>
          <p14:tracePt t="39899" x="6008688" y="2852738"/>
          <p14:tracePt t="39911" x="6057900" y="2928938"/>
          <p14:tracePt t="39935" x="6146800" y="3028950"/>
          <p14:tracePt t="39945" x="6196013" y="3065463"/>
          <p14:tracePt t="39961" x="6234113" y="3128963"/>
          <p14:tracePt t="39979" x="6283325" y="3154363"/>
          <p14:tracePt t="39998" x="6334125" y="3216275"/>
          <p14:tracePt t="40009" x="6346825" y="3228975"/>
          <p14:tracePt t="40035" x="6383338" y="3267075"/>
          <p14:tracePt t="40045" x="6408738" y="3278188"/>
          <p14:tracePt t="40212" x="6359525" y="3203575"/>
          <p14:tracePt t="40229" x="6157913" y="3065463"/>
          <p14:tracePt t="40249" x="5995988" y="2890838"/>
          <p14:tracePt t="40263" x="5908675" y="2803525"/>
          <p14:tracePt t="40272" x="5870575" y="2752725"/>
          <p14:tracePt t="40283" x="5821363" y="2703513"/>
          <p14:tracePt t="40296" x="5795963" y="2640013"/>
          <p14:tracePt t="40316" x="5745163" y="2590800"/>
          <p14:tracePt t="40333" x="5719763" y="2540000"/>
          <p14:tracePt t="40334" x="5708650" y="2516188"/>
          <p14:tracePt t="40346" x="5708650" y="2490788"/>
          <p14:tracePt t="40367" x="5708650" y="2439988"/>
          <p14:tracePt t="40378" x="5695950" y="2414588"/>
          <p14:tracePt t="40416" x="5683250" y="2390775"/>
          <p14:tracePt t="40430" x="5670550" y="2365375"/>
          <p14:tracePt t="40450" x="5670550" y="2352675"/>
          <p14:tracePt t="40464" x="5670550" y="2339975"/>
          <p14:tracePt t="40480" x="5670550" y="2314575"/>
          <p14:tracePt t="40497" x="5695950" y="2265363"/>
          <p14:tracePt t="40512" x="5745163" y="2227263"/>
          <p14:tracePt t="40530" x="5845175" y="2152650"/>
          <p14:tracePt t="40549" x="5932488" y="2101850"/>
          <p14:tracePt t="40562" x="5995988" y="2065338"/>
          <p14:tracePt t="40577" x="6096000" y="2014538"/>
          <p14:tracePt t="40595" x="6134100" y="2014538"/>
          <p14:tracePt t="40617" x="6183313" y="1978025"/>
          <p14:tracePt t="40628" x="6221413" y="1965325"/>
          <p14:tracePt t="40646" x="6259513" y="1965325"/>
          <p14:tracePt t="40664" x="6308725" y="1939925"/>
          <p14:tracePt t="40676" x="6308725" y="1927225"/>
          <p14:tracePt t="40698" x="6383338" y="1927225"/>
          <p14:tracePt t="40712" x="6434138" y="1914525"/>
          <p14:tracePt t="40734" x="6472238" y="1914525"/>
          <p14:tracePt t="40744" x="6483350" y="1901825"/>
          <p14:tracePt t="40777" x="6496050" y="1901825"/>
          <p14:tracePt t="40784" x="6508750" y="1901825"/>
          <p14:tracePt t="40796" x="6546850" y="1901825"/>
          <p14:tracePt t="40816" x="6596063" y="1901825"/>
          <p14:tracePt t="40832" x="6634163" y="1901825"/>
          <p14:tracePt t="40845" x="6646863" y="1901825"/>
          <p14:tracePt t="40865" x="6696075" y="1914525"/>
          <p14:tracePt t="40881" x="6746875" y="1939925"/>
          <p14:tracePt t="40899" x="6759575" y="1952625"/>
          <p14:tracePt t="40913" x="6797675" y="1989138"/>
          <p14:tracePt t="40932" x="6821488" y="2014538"/>
          <p14:tracePt t="40968" x="6834188" y="2039938"/>
          <p14:tracePt t="40981" x="6834188" y="2052638"/>
          <p14:tracePt t="40982" x="6834188" y="2065338"/>
          <p14:tracePt t="41001" x="6846888" y="2078038"/>
          <p14:tracePt t="41029" x="6846888" y="2114550"/>
          <p14:tracePt t="41047" x="6846888" y="2139950"/>
          <p14:tracePt t="41062" x="6846888" y="2165350"/>
          <p14:tracePt t="41081" x="6846888" y="2190750"/>
          <p14:tracePt t="41098" x="6846888" y="2214563"/>
          <p14:tracePt t="41111" x="6846888" y="2252663"/>
          <p14:tracePt t="41135" x="6797675" y="2327275"/>
          <p14:tracePt t="41146" x="6784975" y="2339975"/>
          <p14:tracePt t="41166" x="6784975" y="2365375"/>
          <p14:tracePt t="41176" x="6772275" y="2390775"/>
          <p14:tracePt t="41184" x="6708775" y="2439988"/>
          <p14:tracePt t="41196" x="6696075" y="2465388"/>
          <p14:tracePt t="41218" x="6608763" y="2552700"/>
          <p14:tracePt t="41232" x="6534150" y="2627313"/>
          <p14:tracePt t="41244" x="6472238" y="2652713"/>
          <p14:tracePt t="41266" x="6259513" y="2703513"/>
          <p14:tracePt t="41279" x="6183313" y="2728913"/>
          <p14:tracePt t="41298" x="5995988" y="2728913"/>
          <p14:tracePt t="41316" x="5832475" y="2703513"/>
          <p14:tracePt t="41327" x="5783263" y="2652713"/>
          <p14:tracePt t="41347" x="5732463" y="2627313"/>
          <p14:tracePt t="41359" x="5683250" y="2590800"/>
          <p14:tracePt t="41382" x="5607050" y="2478088"/>
          <p14:tracePt t="41400" x="5570538" y="2378075"/>
          <p14:tracePt t="41413" x="5570538" y="2303463"/>
          <p14:tracePt t="41414" x="5570538" y="2239963"/>
          <p14:tracePt t="41433" x="5557838" y="2114550"/>
          <p14:tracePt t="41451" x="5557838" y="1989138"/>
          <p14:tracePt t="41465" x="5557838" y="1889125"/>
          <p14:tracePt t="41477" x="5570538" y="1852613"/>
          <p14:tracePt t="41478" x="5607050" y="1789113"/>
          <p14:tracePt t="41501" x="5683250" y="1663700"/>
          <p14:tracePt t="41515" x="5745163" y="1589088"/>
          <p14:tracePt t="41530" x="5795963" y="1552575"/>
          <p14:tracePt t="41549" x="5832475" y="1514475"/>
          <p14:tracePt t="41563" x="5945188" y="1514475"/>
          <p14:tracePt t="41578" x="6070600" y="1476375"/>
          <p14:tracePt t="41604" x="6170613" y="1476375"/>
          <p14:tracePt t="41616" x="6321425" y="1476375"/>
          <p14:tracePt t="41629" x="6334125" y="1476375"/>
          <p14:tracePt t="41646" x="6496050" y="1514475"/>
          <p14:tracePt t="41667" x="6534150" y="1539875"/>
          <p14:tracePt t="41681" x="6584950" y="1563688"/>
          <p14:tracePt t="41700" x="6621463" y="1601788"/>
          <p14:tracePt t="41714" x="6659563" y="1627188"/>
          <p14:tracePt t="41732" x="6696075" y="1676400"/>
          <p14:tracePt t="41751" x="6721475" y="1789113"/>
          <p14:tracePt t="41765" x="6746875" y="1839913"/>
          <p14:tracePt t="41781" x="6784975" y="1914525"/>
          <p14:tracePt t="41808" x="6834188" y="2014538"/>
          <p14:tracePt t="41818" x="6846888" y="2039938"/>
          <p14:tracePt t="41830" x="6859588" y="2065338"/>
          <p14:tracePt t="41848" x="6859588" y="2078038"/>
          <p14:tracePt t="41861" x="6859588" y="2089150"/>
          <p14:tracePt t="41900" x="6872288" y="2114550"/>
          <p14:tracePt t="41922" x="6872288" y="2127250"/>
          <p14:tracePt t="41933" x="6872288" y="2139950"/>
          <p14:tracePt t="41947" x="6872288" y="2152650"/>
          <p14:tracePt t="41966" x="6897688" y="2165350"/>
          <p14:tracePt t="41982" x="6897688" y="2178050"/>
          <p14:tracePt t="42000" x="6897688" y="2201863"/>
          <p14:tracePt t="42014" x="6897688" y="2227263"/>
          <p14:tracePt t="42033" x="6897688" y="2252663"/>
          <p14:tracePt t="42050" x="6897688" y="2314575"/>
          <p14:tracePt t="42064" x="6897688" y="2352675"/>
          <p14:tracePt t="42081" x="6897688" y="2403475"/>
          <p14:tracePt t="42107" x="6897688" y="2439988"/>
          <p14:tracePt t="42118" x="6897688" y="2490788"/>
          <p14:tracePt t="42134" x="6884988" y="2527300"/>
          <p14:tracePt t="42153" x="6884988" y="2552700"/>
          <p14:tracePt t="42166" x="6872288" y="2565400"/>
          <p14:tracePt t="42186" x="6872288" y="2590800"/>
          <p14:tracePt t="42230" x="6859588" y="2616200"/>
          <p14:tracePt t="42248" x="6846888" y="2616200"/>
          <p14:tracePt t="42262" x="6846888" y="2627313"/>
          <p14:tracePt t="42302" x="6834188" y="2640013"/>
          <p14:tracePt t="42315" x="6821488" y="2665413"/>
          <p14:tracePt t="42332" x="6808788" y="2678113"/>
          <p14:tracePt t="42352" x="6721475" y="2740025"/>
          <p14:tracePt t="42364" x="6646863" y="2752725"/>
          <p14:tracePt t="42381" x="6446838" y="2803525"/>
          <p14:tracePt t="42382" x="6346825" y="2803525"/>
          <p14:tracePt t="42391" x="6259513" y="2816225"/>
          <p14:tracePt t="42399" x="6246813" y="2816225"/>
          <p14:tracePt t="42425" x="6021388" y="2816225"/>
          <p14:tracePt t="42432" x="5945188" y="2816225"/>
          <p14:tracePt t="42451" x="5821363" y="2778125"/>
          <p14:tracePt t="42465" x="5783263" y="2740025"/>
          <p14:tracePt t="42480" x="5732463" y="2690813"/>
          <p14:tracePt t="42511" x="5632450" y="2578100"/>
          <p14:tracePt t="42523" x="5607050" y="2516188"/>
          <p14:tracePt t="42532" x="5607050" y="2490788"/>
          <p14:tracePt t="42550" x="5570538" y="2378075"/>
          <p14:tracePt t="42563" x="5557838" y="2339975"/>
          <p14:tracePt t="42589" x="5557838" y="2278063"/>
          <p14:tracePt t="42609" x="5557838" y="2239963"/>
          <p14:tracePt t="42619" x="5557838" y="2214563"/>
          <p14:tracePt t="42635" x="5557838" y="2190750"/>
          <p14:tracePt t="42647" x="5570538" y="2178050"/>
          <p14:tracePt t="42668" x="5607050" y="2139950"/>
          <p14:tracePt t="42680" x="5708650" y="2078038"/>
          <p14:tracePt t="42692" x="5732463" y="2065338"/>
          <p14:tracePt t="42712" x="5895975" y="1989138"/>
          <p14:tracePt t="42724" x="5932488" y="1978025"/>
          <p14:tracePt t="42736" x="6070600" y="1927225"/>
          <p14:tracePt t="42747" x="6121400" y="1927225"/>
          <p14:tracePt t="42768" x="6246813" y="1927225"/>
          <p14:tracePt t="42778" x="6270625" y="1927225"/>
          <p14:tracePt t="42804" x="6321425" y="1927225"/>
          <p14:tracePt t="42828" x="6359525" y="1927225"/>
          <p14:tracePt t="42849" x="6370638" y="1927225"/>
          <p14:tracePt t="42863" x="6408738" y="1939925"/>
          <p14:tracePt t="42889" x="6472238" y="1989138"/>
          <p14:tracePt t="42913" x="6534150" y="2027238"/>
          <p14:tracePt t="42925" x="6546850" y="2052638"/>
          <p14:tracePt t="42934" x="6546850" y="2065338"/>
          <p14:tracePt t="42957" x="6584950" y="2078038"/>
          <p14:tracePt t="42959" x="6596063" y="2089150"/>
          <p14:tracePt t="42967" x="6608763" y="2089150"/>
          <p14:tracePt t="43018" x="6621463" y="2101850"/>
          <p14:tracePt t="43138" x="6621463" y="2114550"/>
          <p14:tracePt t="43180" x="6634163" y="2127250"/>
          <p14:tracePt t="43191" x="6634163" y="2139950"/>
          <p14:tracePt t="43219" x="6646863" y="2152650"/>
          <p14:tracePt t="43269" x="6659563" y="2165350"/>
          <p14:tracePt t="43333" x="6672263" y="2178050"/>
          <p14:tracePt t="43391" x="6672263" y="2190750"/>
          <p14:tracePt t="43456" x="6672263" y="2214563"/>
          <p14:tracePt t="43485" x="6684963" y="2227263"/>
          <p14:tracePt t="43487" x="6684963" y="2252663"/>
          <p14:tracePt t="43514" x="6696075" y="2314575"/>
          <p14:tracePt t="43527" x="6696075" y="2365375"/>
          <p14:tracePt t="43542" x="6696075" y="2414588"/>
          <p14:tracePt t="43571" x="6696075" y="2503488"/>
          <p14:tracePt t="43592" x="6696075" y="2627313"/>
          <p14:tracePt t="43611" x="6696075" y="2690813"/>
          <p14:tracePt t="43622" x="6696075" y="2765425"/>
          <p14:tracePt t="43640" x="6696075" y="2816225"/>
          <p14:tracePt t="43659" x="6696075" y="2852738"/>
          <p14:tracePt t="43672" x="6684963" y="2878138"/>
          <p14:tracePt t="43684" x="6684963" y="2890838"/>
          <p14:tracePt t="43706" x="6684963" y="2916238"/>
          <p14:tracePt t="43729" x="6684963" y="2952750"/>
          <p14:tracePt t="43750" x="6684963" y="2965450"/>
          <p14:tracePt t="43777" x="6672263" y="2990850"/>
          <p14:tracePt t="43792" x="6672263" y="3016250"/>
          <p14:tracePt t="43807" x="6672263" y="3028950"/>
          <p14:tracePt t="43830" x="6672263" y="3054350"/>
          <p14:tracePt t="43860" x="6672263" y="3065463"/>
          <p14:tracePt t="44437" x="6672263" y="3003550"/>
          <p14:tracePt t="44438" x="6708775" y="2952750"/>
          <p14:tracePt t="44456" x="6708775" y="2890838"/>
          <p14:tracePt t="44478" x="6721475" y="2752725"/>
          <p14:tracePt t="44493" x="6734175" y="2740025"/>
          <p14:tracePt t="44513" x="6746875" y="2716213"/>
          <p14:tracePt t="44525" x="6746875" y="2703513"/>
          <p14:tracePt t="44560" x="6759575" y="2665413"/>
          <p14:tracePt t="44587" x="6772275" y="2616200"/>
          <p14:tracePt t="44596" x="6784975" y="2616200"/>
          <p14:tracePt t="44608" x="6784975" y="2603500"/>
          <p14:tracePt t="44628" x="6784975" y="2590800"/>
          <p14:tracePt t="44640" x="6784975" y="2578100"/>
          <p14:tracePt t="44776" x="6797675" y="2578100"/>
          <p14:tracePt t="44791" x="6808788" y="2565400"/>
          <p14:tracePt t="44822" x="6821488" y="2552700"/>
          <p14:tracePt t="44887" x="6846888" y="2540000"/>
          <p14:tracePt t="44913" x="6859588" y="2540000"/>
          <p14:tracePt t="44992" x="6884988" y="2540000"/>
          <p14:tracePt t="45024" x="6897688" y="2540000"/>
          <p14:tracePt t="45043" x="6946900" y="2516188"/>
          <p14:tracePt t="45061" x="6985000" y="2503488"/>
          <p14:tracePt t="45076" x="7021513" y="2490788"/>
          <p14:tracePt t="45092" x="7059613" y="2490788"/>
          <p14:tracePt t="45109" x="7072313" y="2490788"/>
          <p14:tracePt t="45131" x="7110413" y="2478088"/>
          <p14:tracePt t="45142" x="7123113" y="2478088"/>
          <p14:tracePt t="45162" x="7134225" y="2478088"/>
          <p14:tracePt t="45178" x="7172325" y="2478088"/>
          <p14:tracePt t="45195" x="7197725" y="2478088"/>
          <p14:tracePt t="45212" x="7235825" y="2478088"/>
          <p14:tracePt t="45226" x="7272338" y="2478088"/>
          <p14:tracePt t="45239" x="7348538" y="2478088"/>
          <p14:tracePt t="45257" x="7359650" y="2478088"/>
          <p14:tracePt t="45279" x="7385050" y="2465388"/>
          <p14:tracePt t="45293" x="7410450" y="2465388"/>
          <p14:tracePt t="45312" x="7459663" y="2465388"/>
          <p14:tracePt t="45325" x="7485063" y="2465388"/>
          <p14:tracePt t="45343" x="7535863" y="2465388"/>
          <p14:tracePt t="45360" x="7572375" y="2465388"/>
          <p14:tracePt t="45374" x="7597775" y="2465388"/>
          <p14:tracePt t="45428" x="7610475" y="2465388"/>
          <p14:tracePt t="45612" x="7673975" y="2465388"/>
          <p14:tracePt t="45623" x="7697788" y="2465388"/>
          <p14:tracePt t="45642" x="7723188" y="2452688"/>
          <p14:tracePt t="45659" x="7735888" y="2439988"/>
          <p14:tracePt t="45694" x="7761288" y="2439988"/>
          <p14:tracePt t="45712" x="7761288" y="2427288"/>
          <p14:tracePt t="45743" x="7773988" y="2427288"/>
          <p14:tracePt t="45761" x="7797800" y="2427288"/>
          <p14:tracePt t="45789" x="7810500" y="2427288"/>
          <p14:tracePt t="45800" x="7835900" y="2427288"/>
          <p14:tracePt t="45825" x="7910513" y="2427288"/>
          <p14:tracePt t="45843" x="8010525" y="2427288"/>
          <p14:tracePt t="45862" x="8135938" y="2414588"/>
          <p14:tracePt t="45876" x="8174038" y="2390775"/>
          <p14:tracePt t="45892" x="8274050" y="2378075"/>
          <p14:tracePt t="45914" x="8324850" y="2378075"/>
          <p14:tracePt t="45940" x="8348663" y="2378075"/>
          <p14:tracePt t="46226" x="8361363" y="2378075"/>
          <p14:tracePt t="46814" x="8361363" y="2403475"/>
          <p14:tracePt t="46827" x="8361363" y="2427288"/>
          <p14:tracePt t="46846" x="8348663" y="2452688"/>
          <p14:tracePt t="46858" x="8348663" y="2465388"/>
          <p14:tracePt t="46880" x="8348663" y="2490788"/>
          <p14:tracePt t="47063" x="8324850" y="2503488"/>
          <p14:tracePt t="47090" x="8286750" y="2503488"/>
          <p14:tracePt t="47114" x="8274050" y="2516188"/>
          <p14:tracePt t="47127" x="8261350" y="2540000"/>
          <p14:tracePt t="47145" x="8248650" y="2565400"/>
          <p14:tracePt t="47163" x="8248650" y="2603500"/>
          <p14:tracePt t="47178" x="8235950" y="2616200"/>
          <p14:tracePt t="47196" x="8235950" y="2640013"/>
          <p14:tracePt t="47220" x="8223250" y="2652713"/>
          <p14:tracePt t="47229" x="8223250" y="2665413"/>
          <p14:tracePt t="47245" x="8223250" y="2690813"/>
          <p14:tracePt t="47393" x="8223250" y="2703513"/>
          <p14:tracePt t="47962" x="8223250" y="2716213"/>
          <p14:tracePt t="47999" x="8235950" y="2728913"/>
          <p14:tracePt t="48782" x="8235950" y="2740025"/>
          <p14:tracePt t="48797" x="8223250" y="2740025"/>
          <p14:tracePt t="48851" x="8223250" y="2752725"/>
          <p14:tracePt t="49253" x="8212138" y="2752725"/>
          <p14:tracePt t="51856" x="8212138" y="2765425"/>
          <p14:tracePt t="51905" x="8199438" y="2765425"/>
          <p14:tracePt t="51975" x="8174038" y="2778125"/>
          <p14:tracePt t="52008" x="8148638" y="2790825"/>
          <p14:tracePt t="52034" x="8123238" y="2816225"/>
          <p14:tracePt t="52075" x="8099425" y="2816225"/>
          <p14:tracePt t="52131" x="8086725" y="2828925"/>
          <p14:tracePt t="52257" x="8074025" y="2840038"/>
          <p14:tracePt t="52296" x="8061325" y="2840038"/>
          <p14:tracePt t="52329" x="8048625" y="2840038"/>
          <p14:tracePt t="52350" x="8023225" y="2852738"/>
          <p14:tracePt t="52372" x="8010525" y="2852738"/>
          <p14:tracePt t="52395" x="7999413" y="2865438"/>
          <p14:tracePt t="52432" x="7986713" y="2878138"/>
          <p14:tracePt t="52464" x="7948613" y="2903538"/>
          <p14:tracePt t="52473" x="7935913" y="2903538"/>
          <p14:tracePt t="52497" x="7910513" y="2928938"/>
          <p14:tracePt t="52563" x="7897813" y="2928938"/>
          <p14:tracePt t="52630" x="7874000" y="2952750"/>
          <p14:tracePt t="52654" x="7848600" y="2965450"/>
          <p14:tracePt t="52682" x="7835900" y="2990850"/>
          <p14:tracePt t="52730" x="7823200" y="3003550"/>
          <p14:tracePt t="52750" x="7810500" y="3028950"/>
          <p14:tracePt t="52832" x="7810500" y="3041650"/>
          <p14:tracePt t="53230" x="7785100" y="3054350"/>
          <p14:tracePt t="53256" x="7785100" y="3078163"/>
          <p14:tracePt t="55121" x="7773988" y="3078163"/>
          <p14:tracePt t="55143" x="7748588" y="3065463"/>
          <p14:tracePt t="55255" x="7748588" y="3103563"/>
          <p14:tracePt t="55264" x="7748588" y="3128963"/>
          <p14:tracePt t="55282" x="7748588" y="3190875"/>
          <p14:tracePt t="55294" x="7748588" y="3267075"/>
          <p14:tracePt t="55312" x="7748588" y="3367088"/>
          <p14:tracePt t="55330" x="7685088" y="3479800"/>
          <p14:tracePt t="55343" x="7673975" y="3629025"/>
          <p14:tracePt t="55354" x="7661275" y="3703638"/>
          <p14:tracePt t="55382" x="7597775" y="3967163"/>
          <p14:tracePt t="55394" x="7548563" y="4041775"/>
          <p14:tracePt t="55412" x="7448550" y="4192588"/>
          <p14:tracePt t="55430" x="7323138" y="4367213"/>
          <p14:tracePt t="55439" x="7297738" y="4405313"/>
          <p14:tracePt t="55456" x="7235825" y="4454525"/>
          <p14:tracePt t="55484" x="7085013" y="4618038"/>
          <p14:tracePt t="55495" x="6972300" y="4730750"/>
          <p14:tracePt t="55513" x="6859588" y="4818063"/>
          <p14:tracePt t="55521" x="6821488" y="4843463"/>
          <p14:tracePt t="55546" x="6684963" y="4892675"/>
          <p14:tracePt t="55559" x="6621463" y="4918075"/>
          <p14:tracePt t="55584" x="6534150" y="4918075"/>
          <p14:tracePt t="55596" x="6521450" y="4918075"/>
          <p14:tracePt t="55614" x="6421438" y="4843463"/>
          <p14:tracePt t="55644" x="6359525" y="4718050"/>
          <p14:tracePt t="55656" x="6308725" y="4630738"/>
          <p14:tracePt t="55683" x="6270625" y="4492625"/>
          <p14:tracePt t="55695" x="6259513" y="4443413"/>
          <p14:tracePt t="55713" x="6259513" y="4367213"/>
          <p14:tracePt t="55733" x="6259513" y="4305300"/>
          <p14:tracePt t="55747" x="6246813" y="4217988"/>
          <p14:tracePt t="55760" x="6246813" y="4129088"/>
          <p14:tracePt t="55782" x="6246813" y="4005263"/>
          <p14:tracePt t="55795" x="6246813" y="3916363"/>
          <p14:tracePt t="55813" x="6246813" y="3792538"/>
          <p14:tracePt t="55814" x="6246813" y="3716338"/>
          <p14:tracePt t="55834" x="6246813" y="3579813"/>
          <p14:tracePt t="55844" x="6246813" y="3529013"/>
          <p14:tracePt t="55861" x="6321425" y="3378200"/>
          <p14:tracePt t="55862" x="6346825" y="3328988"/>
          <p14:tracePt t="55879" x="6408738" y="3228975"/>
          <p14:tracePt t="55903" x="6508750" y="3078163"/>
          <p14:tracePt t="55915" x="6521450" y="3054350"/>
          <p14:tracePt t="55928" x="6584950" y="3003550"/>
          <p14:tracePt t="55937" x="6596063" y="2990850"/>
          <p14:tracePt t="55956" x="6646863" y="2965450"/>
          <p14:tracePt t="55959" x="6672263" y="2965450"/>
          <p14:tracePt t="55984" x="6746875" y="2952750"/>
          <p14:tracePt t="56012" x="6797675" y="2952750"/>
          <p14:tracePt t="56052" x="6897688" y="2952750"/>
          <p14:tracePt t="56063" x="6946900" y="2965450"/>
          <p14:tracePt t="56081" x="7010400" y="3003550"/>
          <p14:tracePt t="56110" x="7046913" y="3054350"/>
          <p14:tracePt t="56129" x="7046913" y="3078163"/>
          <p14:tracePt t="56139" x="7059613" y="3090863"/>
          <p14:tracePt t="56164" x="7085013" y="3178175"/>
          <p14:tracePt t="56182" x="7085013" y="3328988"/>
          <p14:tracePt t="56196" x="7085013" y="3367088"/>
          <p14:tracePt t="56214" x="7085013" y="3467100"/>
          <p14:tracePt t="56232" x="7034213" y="3541713"/>
          <p14:tracePt t="56246" x="6997700" y="3641725"/>
          <p14:tracePt t="56264" x="6921500" y="3667125"/>
          <p14:tracePt t="56281" x="6859588" y="3692525"/>
          <p14:tracePt t="56296" x="6821488" y="3692525"/>
          <p14:tracePt t="56318" x="6759575" y="3692525"/>
          <p14:tracePt t="56329" x="6696075" y="3692525"/>
          <p14:tracePt t="56350" x="6572250" y="3629025"/>
          <p14:tracePt t="56359" x="6546850" y="3603625"/>
          <p14:tracePt t="56377" x="6508750" y="3567113"/>
          <p14:tracePt t="56399" x="6472238" y="3541713"/>
          <p14:tracePt t="56413" x="6459538" y="3529013"/>
          <p14:tracePt t="56432" x="6459538" y="3516313"/>
          <p14:tracePt t="56446" x="6446838" y="3467100"/>
          <p14:tracePt t="56463" x="6446838" y="3403600"/>
          <p14:tracePt t="56481" x="6446838" y="3328988"/>
          <p14:tracePt t="56493" x="6446838" y="3290888"/>
          <p14:tracePt t="56494" x="6446838" y="3267075"/>
          <p14:tracePt t="56512" x="6446838" y="3190875"/>
          <p14:tracePt t="56530" x="6446838" y="3103563"/>
          <p14:tracePt t="56541" x="6459538" y="3078163"/>
          <p14:tracePt t="56564" x="6508750" y="2965450"/>
          <p14:tracePt t="56581" x="6584950" y="2890838"/>
          <p14:tracePt t="56595" x="6646863" y="2828925"/>
          <p14:tracePt t="56613" x="6708775" y="2778125"/>
          <p14:tracePt t="56632" x="6772275" y="2740025"/>
          <p14:tracePt t="56645" x="6797675" y="2728913"/>
          <p14:tracePt t="56664" x="6808788" y="2716213"/>
          <p14:tracePt t="56713" x="6834188" y="2690813"/>
          <p14:tracePt t="56767" x="6846888" y="2690813"/>
          <p14:tracePt t="56784" x="6859588" y="2690813"/>
          <p14:tracePt t="56858" x="6872288" y="2690813"/>
          <p14:tracePt t="56913" x="6884988" y="2703513"/>
          <p14:tracePt t="56929" x="6897688" y="2703513"/>
          <p14:tracePt t="56951" x="6921500" y="2740025"/>
          <p14:tracePt t="56983" x="6946900" y="2765425"/>
          <p14:tracePt t="57014" x="6959600" y="2790825"/>
          <p14:tracePt t="57050" x="6959600" y="2803525"/>
          <p14:tracePt t="57082" x="6972300" y="2816225"/>
          <p14:tracePt t="57618" x="6985000" y="2816225"/>
          <p14:tracePt t="57833" x="6985000" y="2828925"/>
          <p14:tracePt t="57882" x="6985000" y="2840038"/>
          <p14:tracePt t="58062" x="6985000" y="2778125"/>
          <p14:tracePt t="58085" x="6985000" y="2740025"/>
          <p14:tracePt t="58086" x="6985000" y="2728913"/>
          <p14:tracePt t="58116" x="6985000" y="2703513"/>
          <p14:tracePt t="58132" x="6985000" y="2690813"/>
          <p14:tracePt t="58146" x="6985000" y="2665413"/>
          <p14:tracePt t="58168" x="6985000" y="2652713"/>
          <p14:tracePt t="58607" x="6985000" y="2640013"/>
          <p14:tracePt t="58617" x="7010400" y="2665413"/>
          <p14:tracePt t="58637" x="7010400" y="2703513"/>
          <p14:tracePt t="58648" x="7034213" y="2740025"/>
          <p14:tracePt t="58666" x="7046913" y="2790825"/>
          <p14:tracePt t="58693" x="7097713" y="2890838"/>
          <p14:tracePt t="58694" x="7134225" y="2928938"/>
          <p14:tracePt t="58702" x="7146925" y="2952750"/>
          <p14:tracePt t="58719" x="7185025" y="2990850"/>
          <p14:tracePt t="58730" x="7210425" y="3041650"/>
          <p14:tracePt t="58755" x="7272338" y="3128963"/>
          <p14:tracePt t="58765" x="7335838" y="3178175"/>
          <p14:tracePt t="58766" x="7372350" y="3216275"/>
          <p14:tracePt t="58784" x="7435850" y="3254375"/>
          <p14:tracePt t="58809" x="7610475" y="3328988"/>
          <p14:tracePt t="58816" x="7648575" y="3367088"/>
          <p14:tracePt t="58835" x="7697788" y="3390900"/>
          <p14:tracePt t="58847" x="7735888" y="3416300"/>
          <p14:tracePt t="58862" x="7785100" y="3416300"/>
          <p14:tracePt t="58873" x="7823200" y="3416300"/>
          <p14:tracePt t="58891" x="7861300" y="3416300"/>
          <p14:tracePt t="58900" x="7886700" y="3416300"/>
          <p14:tracePt t="58931" x="7897813" y="3403600"/>
          <p14:tracePt t="58966" x="7910513" y="3403600"/>
          <p14:tracePt t="59006" x="7923213" y="3390900"/>
          <p14:tracePt t="59040" x="7923213" y="3354388"/>
          <p14:tracePt t="59050" x="7923213" y="3328988"/>
          <p14:tracePt t="59065" x="7923213" y="3316288"/>
          <p14:tracePt t="59092" x="7923213" y="3303588"/>
          <p14:tracePt t="59116" x="7923213" y="3290888"/>
          <p14:tracePt t="59292" x="7935913" y="3290888"/>
          <p14:tracePt t="59837" x="7948613" y="3290888"/>
          <p14:tracePt t="61873" x="7935913" y="3316288"/>
          <p14:tracePt t="61908" x="7935913" y="3328988"/>
          <p14:tracePt t="61925" x="7935913" y="3341688"/>
          <p14:tracePt t="61943" x="7910513" y="3367088"/>
          <p14:tracePt t="62012" x="7910513" y="3390900"/>
          <p14:tracePt t="62023" x="7910513" y="3403600"/>
          <p14:tracePt t="62060" x="7897813" y="3416300"/>
          <p14:tracePt t="62074" x="7886700" y="3429000"/>
          <p14:tracePt t="62100" x="7861300" y="3467100"/>
          <p14:tracePt t="62144" x="7848600" y="3479800"/>
          <p14:tracePt t="63720" x="7848600" y="3541713"/>
          <p14:tracePt t="63728" x="7848600" y="3567113"/>
          <p14:tracePt t="63747" x="7848600" y="3616325"/>
          <p14:tracePt t="63761" x="7848600" y="3716338"/>
          <p14:tracePt t="63777" x="7935913" y="3854450"/>
          <p14:tracePt t="63806" x="8099425" y="4167188"/>
          <p14:tracePt t="63817" x="8148638" y="4254500"/>
          <p14:tracePt t="63836" x="8223250" y="4405313"/>
          <p14:tracePt t="63844" x="8274050" y="4467225"/>
          <p14:tracePt t="63867" x="8399463" y="4667250"/>
          <p14:tracePt t="63878" x="8435975" y="4756150"/>
          <p14:tracePt t="63907" x="8512175" y="4905375"/>
          <p14:tracePt t="63920" x="8574088" y="5043488"/>
          <p14:tracePt t="63928" x="8612188" y="5092700"/>
          <p14:tracePt t="63952" x="8763000" y="5356225"/>
          <p14:tracePt t="63962" x="8812213" y="5456238"/>
          <p14:tracePt t="63977" x="8975725" y="5630863"/>
          <p14:tracePt t="63989" x="9063038" y="5694363"/>
          <p14:tracePt t="64000" x="9324975" y="5819775"/>
          <p14:tracePt t="64022" x="9813925" y="5981700"/>
          <p14:tracePt t="64145" x="9863138" y="5794375"/>
          <p14:tracePt t="64169" x="9826625" y="5781675"/>
          <p14:tracePt t="64180" x="9763125" y="5719763"/>
          <p14:tracePt t="64184" x="9688513" y="5707063"/>
          <p14:tracePt t="64210" x="9375775" y="5668963"/>
          <p14:tracePt t="64224" x="9212263" y="5607050"/>
          <p14:tracePt t="64235" x="9124950" y="5594350"/>
          <p14:tracePt t="64254" x="9037638" y="5568950"/>
          <p14:tracePt t="64268" x="9012238" y="5568950"/>
          <p14:tracePt t="64305" x="8837613" y="5568950"/>
          <p14:tracePt t="64317" x="8799513" y="5568950"/>
          <p14:tracePt t="64335" x="8499475" y="5656263"/>
          <p14:tracePt t="64355" x="8374063" y="5719763"/>
          <p14:tracePt t="64368" x="8312150" y="5756275"/>
          <p14:tracePt t="64384" x="8286750" y="5781675"/>
          <p14:tracePt t="64404" x="8261350" y="5807075"/>
          <p14:tracePt t="64424" x="8223250" y="5843588"/>
          <p14:tracePt t="64454" x="8212138" y="5868988"/>
          <p14:tracePt t="64488" x="8212138" y="5907088"/>
          <p14:tracePt t="64517" x="8212138" y="5919788"/>
          <p14:tracePt t="64535" x="8212138" y="5945188"/>
          <p14:tracePt t="64720" x="8223250" y="5945188"/>
          <p14:tracePt t="64753" x="8223250" y="5919788"/>
          <p14:tracePt t="64766" x="8212138" y="5907088"/>
          <p14:tracePt t="65407" x="8212138" y="5894388"/>
          <p14:tracePt t="65450" x="8212138" y="5881688"/>
          <p14:tracePt t="65474" x="8212138" y="5868988"/>
          <p14:tracePt t="65503" x="8212138" y="5819775"/>
          <p14:tracePt t="65522" x="8212138" y="5781675"/>
          <p14:tracePt t="65534" x="8212138" y="5743575"/>
          <p14:tracePt t="65556" x="8212138" y="5719763"/>
          <p14:tracePt t="65724" x="8235950" y="5694363"/>
          <p14:tracePt t="65734" x="8274050" y="5681663"/>
          <p14:tracePt t="65755" x="8286750" y="5668963"/>
          <p14:tracePt t="65768" x="8312150" y="5643563"/>
          <p14:tracePt t="65791" x="8361363" y="5630863"/>
          <p14:tracePt t="65809" x="8424863" y="5619750"/>
          <p14:tracePt t="65823" x="8448675" y="5607050"/>
          <p14:tracePt t="65886" x="8461375" y="5607050"/>
          <p14:tracePt t="66036" x="8435975" y="5607050"/>
          <p14:tracePt t="66055" x="8348663" y="5630863"/>
          <p14:tracePt t="66067" x="8335963" y="5643563"/>
          <p14:tracePt t="66091" x="8212138" y="5694363"/>
          <p14:tracePt t="66108" x="8174038" y="5732463"/>
          <p14:tracePt t="66123" x="8135938" y="5756275"/>
          <p14:tracePt t="66136" x="8110538" y="5781675"/>
          <p14:tracePt t="66152" x="8099425" y="5807075"/>
          <p14:tracePt t="66175" x="7986713" y="5919788"/>
          <p14:tracePt t="66189" x="7948613" y="5945188"/>
          <p14:tracePt t="66208" x="7886700" y="6019800"/>
          <p14:tracePt t="66240" x="7861300" y="6056313"/>
          <p14:tracePt t="66307" x="7861300" y="6045200"/>
          <p14:tracePt t="66320" x="7910513" y="6019800"/>
          <p14:tracePt t="66338" x="7999413" y="6007100"/>
          <p14:tracePt t="66924" x="8023225" y="6007100"/>
          <p14:tracePt t="66938" x="8110538" y="5956300"/>
          <p14:tracePt t="67739" x="8110538" y="5969000"/>
          <p14:tracePt t="67756" x="8099425" y="5994400"/>
          <p14:tracePt t="67770" x="8099425" y="6007100"/>
          <p14:tracePt t="67788" x="8010525" y="6207125"/>
          <p14:tracePt t="67799" x="7848600" y="6432550"/>
          <p14:tracePt t="67817" x="7673975" y="6683375"/>
          <p14:tracePt t="67828" x="7673975" y="6783388"/>
          <p14:tracePt t="68139" x="3079750" y="5668963"/>
          <p14:tracePt t="68159" x="3392488" y="4968875"/>
          <p14:tracePt t="68172" x="3579813" y="4479925"/>
          <p14:tracePt t="68191" x="4192588" y="3090863"/>
          <p14:tracePt t="68220" x="4581525" y="2339975"/>
          <p14:tracePt t="68234" x="4719638" y="2078038"/>
          <p14:tracePt t="68252" x="4868863" y="1889125"/>
          <p14:tracePt t="68262" x="4932363" y="1801813"/>
          <p14:tracePt t="68273" x="4956175" y="1776413"/>
          <p14:tracePt t="68292" x="4981575" y="1752600"/>
          <p14:tracePt t="68315" x="5032375" y="1701800"/>
          <p14:tracePt t="68341" x="5045075" y="1701800"/>
          <p14:tracePt t="68395" x="5094288" y="1776413"/>
          <p14:tracePt t="68415" x="5194300" y="2039938"/>
          <p14:tracePt t="68427" x="5307013" y="2201863"/>
          <p14:tracePt t="68430" x="5345113" y="2403475"/>
          <p14:tracePt t="68451" x="5495925" y="2765425"/>
          <p14:tracePt t="68459" x="5583238" y="2978150"/>
          <p14:tracePt t="68463" x="5632450" y="3178175"/>
          <p14:tracePt t="68481" x="5808663" y="3679825"/>
          <p14:tracePt t="68490" x="5832475" y="3829050"/>
          <p14:tracePt t="68501" x="5845175" y="3992563"/>
          <p14:tracePt t="68502" x="5845175" y="4129088"/>
          <p14:tracePt t="68536" x="5821363" y="4679950"/>
          <p14:tracePt t="68549" x="5808663" y="4805363"/>
          <p14:tracePt t="68559" x="5708650" y="5068888"/>
          <p14:tracePt t="68572" x="5695950" y="5156200"/>
          <p14:tracePt t="68591" x="5619750" y="5368925"/>
          <p14:tracePt t="68620" x="5607050" y="5530850"/>
          <p14:tracePt t="68632" x="5595938" y="5581650"/>
          <p14:tracePt t="68649" x="5570538" y="5630863"/>
          <p14:tracePt t="68656" x="5570538" y="5643563"/>
          <p14:tracePt t="68675" x="5570538" y="5668963"/>
          <p14:tracePt t="68687" x="5570538" y="5694363"/>
          <p14:tracePt t="68793" x="5583238" y="5643563"/>
          <p14:tracePt t="74007" x="5645150" y="5607050"/>
          <p14:tracePt t="74014" x="5670550" y="5607050"/>
          <p14:tracePt t="74027" x="5695950" y="5607050"/>
          <p14:tracePt t="74047" x="5757863" y="5568950"/>
          <p14:tracePt t="74062" x="5795963" y="5543550"/>
          <p14:tracePt t="74075" x="5832475" y="5518150"/>
          <p14:tracePt t="74098" x="5883275" y="5468938"/>
          <p14:tracePt t="74111" x="5932488" y="5430838"/>
          <p14:tracePt t="74130" x="5995988" y="5368925"/>
          <p14:tracePt t="74140" x="6008688" y="5356225"/>
          <p14:tracePt t="74162" x="6057900" y="5305425"/>
          <p14:tracePt t="74182" x="6121400" y="5243513"/>
          <p14:tracePt t="74196" x="6134100" y="5230813"/>
          <p14:tracePt t="74214" x="6221413" y="5168900"/>
          <p14:tracePt t="74232" x="6234113" y="5143500"/>
          <p14:tracePt t="74245" x="6246813" y="5143500"/>
          <p14:tracePt t="74264" x="6283325" y="5118100"/>
          <p14:tracePt t="74273" x="6296025" y="5105400"/>
          <p14:tracePt t="74296" x="6321425" y="5092700"/>
          <p14:tracePt t="74309" x="6334125" y="5092700"/>
          <p14:tracePt t="74327" x="6346825" y="5068888"/>
          <p14:tracePt t="74378" x="6346825" y="5056188"/>
          <p14:tracePt t="74407" x="6346825" y="5043488"/>
          <p14:tracePt t="74476" x="6308725" y="5030788"/>
          <p14:tracePt t="74498" x="6234113" y="5030788"/>
          <p14:tracePt t="74511" x="6146800" y="5068888"/>
          <p14:tracePt t="74529" x="6057900" y="5105400"/>
          <p14:tracePt t="74545" x="5932488" y="5156200"/>
          <p14:tracePt t="74564" x="5883275" y="5181600"/>
          <p14:tracePt t="74576" x="5821363" y="5205413"/>
          <p14:tracePt t="74592" x="5821363" y="5218113"/>
          <p14:tracePt t="74614" x="5745163" y="5268913"/>
          <p14:tracePt t="74625" x="5732463" y="5294313"/>
          <p14:tracePt t="74649" x="5695950" y="5318125"/>
          <p14:tracePt t="74663" x="5683250" y="5330825"/>
          <p14:tracePt t="74676" x="5670550" y="5330825"/>
          <p14:tracePt t="74696" x="5595938" y="5368925"/>
          <p14:tracePt t="74704" x="5557838" y="5407025"/>
          <p14:tracePt t="74732" x="5532438" y="5456238"/>
          <p14:tracePt t="74745" x="5507038" y="5481638"/>
          <p14:tracePt t="74763" x="5483225" y="5481638"/>
          <p14:tracePt t="74774" x="5457825" y="5494338"/>
          <p14:tracePt t="74796" x="5445125" y="5507038"/>
          <p14:tracePt t="74806" x="5419725" y="5507038"/>
          <p14:tracePt t="74815" x="5394325" y="5518150"/>
          <p14:tracePt t="74848" x="5357813" y="5530850"/>
          <p14:tracePt t="74860" x="5319713" y="5530850"/>
          <p14:tracePt t="74880" x="5270500" y="5530850"/>
          <p14:tracePt t="74896" x="5170488" y="5543550"/>
          <p14:tracePt t="74913" x="5068888" y="5556250"/>
          <p14:tracePt t="74931" x="5006975" y="5581650"/>
          <p14:tracePt t="74947" x="4968875" y="5581650"/>
          <p14:tracePt t="74959" x="4919663" y="5581650"/>
          <p14:tracePt t="74978" x="4906963" y="5581650"/>
          <p14:tracePt t="74990" x="4881563" y="5581650"/>
          <p14:tracePt t="75009" x="4868863" y="5581650"/>
          <p14:tracePt t="75234" x="4856163" y="5581650"/>
          <p14:tracePt t="75248" x="4856163" y="5543550"/>
          <p14:tracePt t="75263" x="4856163" y="5507038"/>
          <p14:tracePt t="75274" x="4856163" y="5494338"/>
          <p14:tracePt t="75296" x="4843463" y="5456238"/>
          <p14:tracePt t="75309" x="4843463" y="5430838"/>
          <p14:tracePt t="75327" x="4843463" y="5381625"/>
          <p14:tracePt t="75345" x="4881563" y="5318125"/>
          <p14:tracePt t="75363" x="4919663" y="5281613"/>
          <p14:tracePt t="75381" x="4968875" y="5256213"/>
          <p14:tracePt t="75395" x="4994275" y="5230813"/>
          <p14:tracePt t="75429" x="5019675" y="5230813"/>
          <p14:tracePt t="75430" x="5032375" y="5218113"/>
          <p14:tracePt t="75450" x="5045075" y="5205413"/>
          <p14:tracePt t="75506" x="5094288" y="5143500"/>
          <p14:tracePt t="75531" x="5132388" y="5130800"/>
          <p14:tracePt t="75544" x="5145088" y="5118100"/>
          <p14:tracePt t="75566" x="5157788" y="5105400"/>
          <p14:tracePt t="75578" x="5170488" y="5105400"/>
          <p14:tracePt t="75633" x="5207000" y="5105400"/>
          <p14:tracePt t="75647" x="5232400" y="5081588"/>
          <p14:tracePt t="75662" x="5257800" y="5068888"/>
          <p14:tracePt t="75679" x="5281613" y="5068888"/>
          <p14:tracePt t="75711" x="5307013" y="5043488"/>
          <p14:tracePt t="75739" x="5319713" y="5043488"/>
          <p14:tracePt t="75763" x="5332413" y="5043488"/>
          <p14:tracePt t="75780" x="5345113" y="5043488"/>
          <p14:tracePt t="75794" x="5357813" y="5043488"/>
          <p14:tracePt t="75834" x="5394325" y="5043488"/>
          <p14:tracePt t="75845" x="5407025" y="5043488"/>
          <p14:tracePt t="75846" x="5419725" y="5043488"/>
          <p14:tracePt t="75878" x="5470525" y="5043488"/>
          <p14:tracePt t="75898" x="5483225" y="5043488"/>
          <p14:tracePt t="75934" x="5507038" y="5043488"/>
          <p14:tracePt t="76631" x="5470525" y="5043488"/>
          <p14:tracePt t="76652" x="5445125" y="5043488"/>
          <p14:tracePt t="76667" x="5419725" y="5056188"/>
          <p14:tracePt t="76678" x="5394325" y="5056188"/>
          <p14:tracePt t="76700" x="5370513" y="5056188"/>
          <p14:tracePt t="76711" x="5332413" y="5081588"/>
          <p14:tracePt t="76737" x="5319713" y="5081588"/>
          <p14:tracePt t="76772" x="5294313" y="5081588"/>
          <p14:tracePt t="76799" x="5281613" y="5081588"/>
          <p14:tracePt t="76814" x="5270500" y="5092700"/>
          <p14:tracePt t="76865" x="5257800" y="5092700"/>
          <p14:tracePt t="78023" x="5281613" y="5092700"/>
          <p14:tracePt t="78056" x="5307013" y="5092700"/>
          <p14:tracePt t="78074" x="5345113" y="5092700"/>
          <p14:tracePt t="78105" x="5370513" y="5092700"/>
          <p14:tracePt t="78112" x="5370513" y="5081588"/>
          <p14:tracePt t="78139" x="5383213" y="5081588"/>
          <p14:tracePt t="78268" x="5407025" y="5081588"/>
          <p14:tracePt t="78287" x="5419725" y="5081588"/>
          <p14:tracePt t="78301" x="5432425" y="5081588"/>
          <p14:tracePt t="78355" x="5457825" y="5081588"/>
          <p14:tracePt t="78406" x="5470525" y="5081588"/>
          <p14:tracePt t="80673" x="5507038" y="5092700"/>
          <p14:tracePt t="80689" x="5557838" y="5130800"/>
          <p14:tracePt t="80710" x="5683250" y="5243513"/>
          <p14:tracePt t="80726" x="5821363" y="5343525"/>
          <p14:tracePt t="80748" x="5932488" y="5443538"/>
          <p14:tracePt t="80761" x="6008688" y="5507038"/>
          <p14:tracePt t="80773" x="6057900" y="5556250"/>
          <p14:tracePt t="80774" x="6134100" y="5607050"/>
          <p14:tracePt t="80792" x="6183313" y="5619750"/>
          <p14:tracePt t="80804" x="6196013" y="5619750"/>
          <p14:tracePt t="80823" x="6308725" y="5681663"/>
          <p14:tracePt t="80844" x="6346825" y="5732463"/>
          <p14:tracePt t="80858" x="6383338" y="5756275"/>
          <p14:tracePt t="80875" x="6421438" y="5843588"/>
          <p14:tracePt t="80892" x="6472238" y="5907088"/>
          <p14:tracePt t="80904" x="6546850" y="5956300"/>
          <p14:tracePt t="80923" x="6621463" y="6007100"/>
          <p14:tracePt t="80946" x="6672263" y="6069013"/>
          <p14:tracePt t="80959" x="6684963" y="6094413"/>
          <p14:tracePt t="80974" x="6721475" y="6132513"/>
          <p14:tracePt t="80993" x="6734175" y="6145213"/>
          <p14:tracePt t="81011" x="6759575" y="6157913"/>
          <p14:tracePt t="81035" x="6759575" y="6181725"/>
          <p14:tracePt t="81066" x="6759575" y="6194425"/>
          <p14:tracePt t="81092" x="6759575" y="6232525"/>
          <p14:tracePt t="81118" x="6772275" y="6281738"/>
          <p14:tracePt t="81127" x="6772275" y="6307138"/>
          <p14:tracePt t="81144" x="6772275" y="6319838"/>
          <p14:tracePt t="81158" x="6772275" y="6345238"/>
          <p14:tracePt t="81175" x="6772275" y="6357938"/>
          <p14:tracePt t="81223" x="6759575" y="6370638"/>
          <p14:tracePt t="81237" x="6734175" y="6381750"/>
          <p14:tracePt t="81238" x="6734175" y="6394450"/>
          <p14:tracePt t="81251" x="6708775" y="6407150"/>
          <p14:tracePt t="81260" x="6684963" y="6407150"/>
          <p14:tracePt t="81277" x="6672263" y="6407150"/>
          <p14:tracePt t="81278" x="6659563" y="6407150"/>
          <p14:tracePt t="81297" x="6634163" y="6419850"/>
          <p14:tracePt t="81310" x="6621463" y="6432550"/>
          <p14:tracePt t="81350" x="6608763" y="6432550"/>
          <p14:tracePt t="81377" x="6596063" y="6445250"/>
          <p14:tracePt t="81395" x="6584950" y="6445250"/>
          <p14:tracePt t="81425" x="6546850" y="6457950"/>
          <p14:tracePt t="81465" x="6546850" y="6483350"/>
          <p14:tracePt t="81484" x="6546850" y="6494463"/>
          <p14:tracePt t="81512" x="6534150" y="6519863"/>
          <p14:tracePt t="81524" x="6521450" y="6532563"/>
          <p14:tracePt t="81537" x="6483350" y="6557963"/>
          <p14:tracePt t="81547" x="6472238" y="6557963"/>
          <p14:tracePt t="81569" x="6383338" y="6594475"/>
          <p14:tracePt t="81576" x="6346825" y="6594475"/>
          <p14:tracePt t="81593" x="6321425" y="6607175"/>
          <p14:tracePt t="81607" x="6259513" y="6607175"/>
          <p14:tracePt t="81623" x="6221413" y="6619875"/>
          <p14:tracePt t="81651" x="6170613" y="6619875"/>
          <p14:tracePt t="81660" x="6157913" y="6619875"/>
          <p14:tracePt t="81676" x="6146800" y="6632575"/>
          <p14:tracePt t="81728" x="6134100" y="6632575"/>
          <p14:tracePt t="81851" x="6121400" y="6632575"/>
          <p14:tracePt t="81877" x="6108700" y="6632575"/>
          <p14:tracePt t="81878" x="6096000" y="6619875"/>
          <p14:tracePt t="81915" x="6096000" y="6607175"/>
          <p14:tracePt t="81924" x="6083300" y="6594475"/>
          <p14:tracePt t="81952" x="6057900" y="6532563"/>
          <p14:tracePt t="81965" x="6045200" y="6519863"/>
          <p14:tracePt t="81983" x="6008688" y="6470650"/>
          <p14:tracePt t="81991" x="5983288" y="6457950"/>
          <p14:tracePt t="82014" x="5921375" y="6381750"/>
          <p14:tracePt t="82024" x="5895975" y="6370638"/>
          <p14:tracePt t="82037" x="5883275" y="6357938"/>
          <p14:tracePt t="82048" x="5832475" y="6319838"/>
          <p14:tracePt t="82071" x="5783263" y="6319838"/>
          <p14:tracePt t="82095" x="5732463" y="6319838"/>
          <p14:tracePt t="82108" x="5708650" y="6319838"/>
          <p14:tracePt t="82133" x="5695950" y="6319838"/>
          <p14:tracePt t="82151" x="5670550" y="6319838"/>
          <p14:tracePt t="82185" x="5657850" y="6319838"/>
          <p14:tracePt t="82214" x="5645150" y="6319838"/>
          <p14:tracePt t="83183" x="5632450" y="6319838"/>
          <p14:tracePt t="83249" x="5619750" y="6319838"/>
          <p14:tracePt t="83370" x="5607050" y="6319838"/>
          <p14:tracePt t="84067" x="5595938" y="6319838"/>
          <p14:tracePt t="84083" x="5595938" y="6307138"/>
          <p14:tracePt t="84116" x="5595938" y="6294438"/>
          <p14:tracePt t="84183" x="5595938" y="6281738"/>
          <p14:tracePt t="84222" x="5595938" y="6269038"/>
          <p14:tracePt t="84253" x="5595938" y="6257925"/>
          <p14:tracePt t="84303" x="5570538" y="6257925"/>
          <p14:tracePt t="84332" x="5557838" y="6257925"/>
          <p14:tracePt t="84355" x="5545138" y="6257925"/>
          <p14:tracePt t="84389" x="5532438" y="6269038"/>
          <p14:tracePt t="84439" x="5519738" y="6281738"/>
          <p14:tracePt t="84483" x="5519738" y="6294438"/>
          <p14:tracePt t="84530" x="5519738" y="6307138"/>
          <p14:tracePt t="84631" x="5507038" y="6319838"/>
          <p14:tracePt t="84682" x="5495925" y="6332538"/>
          <p14:tracePt t="84700" x="5470525" y="6345238"/>
          <p14:tracePt t="84720" x="5445125" y="6345238"/>
          <p14:tracePt t="84753" x="5357813" y="6394450"/>
          <p14:tracePt t="84775" x="5281613" y="6419850"/>
          <p14:tracePt t="84789" x="5257800" y="6432550"/>
          <p14:tracePt t="84800" x="5232400" y="6432550"/>
          <p14:tracePt t="84822" x="5207000" y="6445250"/>
          <p14:tracePt t="84835" x="5181600" y="6457950"/>
          <p14:tracePt t="84853" x="5170488" y="6457950"/>
          <p14:tracePt t="84871" x="5145088" y="6470650"/>
          <p14:tracePt t="84902" x="5119688" y="6494463"/>
          <p14:tracePt t="84923" x="5094288" y="6507163"/>
          <p14:tracePt t="84937" x="5068888" y="6519863"/>
          <p14:tracePt t="84973" x="5019675" y="6519863"/>
          <p14:tracePt t="84988" x="4906963" y="6545263"/>
          <p14:tracePt t="84999" x="4868863" y="6545263"/>
          <p14:tracePt t="85022" x="4806950" y="6545263"/>
          <p14:tracePt t="85037" x="4768850" y="6545263"/>
          <p14:tracePt t="85055" x="4668838" y="6545263"/>
          <p14:tracePt t="85068" x="4643438" y="6545263"/>
          <p14:tracePt t="85086" x="4568825" y="6532563"/>
          <p14:tracePt t="85104" x="4506913" y="6483350"/>
          <p14:tracePt t="85119" x="4443413" y="6445250"/>
          <p14:tracePt t="85134" x="4381500" y="6370638"/>
          <p14:tracePt t="85144" x="4381500" y="6357938"/>
          <p14:tracePt t="85162" x="4368800" y="6332538"/>
          <p14:tracePt t="85188" x="4356100" y="6307138"/>
          <p14:tracePt t="85200" x="4343400" y="6294438"/>
          <p14:tracePt t="85223" x="4343400" y="6257925"/>
          <p14:tracePt t="85236" x="4343400" y="6245225"/>
          <p14:tracePt t="85256" x="4343400" y="6219825"/>
          <p14:tracePt t="85276" x="4343400" y="6194425"/>
          <p14:tracePt t="85279" x="4343400" y="6169025"/>
          <p14:tracePt t="85484" x="4343400" y="6145213"/>
          <p14:tracePt t="85607" x="4356100" y="6132513"/>
          <p14:tracePt t="85656" x="4368800" y="6119813"/>
          <p14:tracePt t="85706" x="4394200" y="6094413"/>
          <p14:tracePt t="85720" x="4406900" y="6081713"/>
          <p14:tracePt t="85756" x="4418013" y="6069013"/>
          <p14:tracePt t="85807" x="4430713" y="6056313"/>
          <p14:tracePt t="85819" x="4443413" y="6056313"/>
          <p14:tracePt t="85836" x="4456113" y="6045200"/>
          <p14:tracePt t="85905" x="4468813" y="6045200"/>
          <p14:tracePt t="85963" x="4494213" y="6019800"/>
          <p14:tracePt t="85993" x="4506913" y="6019800"/>
          <p14:tracePt t="86003" x="4518025" y="6007100"/>
          <p14:tracePt t="86027" x="4530725" y="5994400"/>
          <p14:tracePt t="86041" x="4568825" y="5969000"/>
          <p14:tracePt t="86063" x="4606925" y="5969000"/>
          <p14:tracePt t="86088" x="4694238" y="5969000"/>
          <p14:tracePt t="86105" x="4756150" y="5969000"/>
          <p14:tracePt t="86118" x="4806950" y="5969000"/>
          <p14:tracePt t="86135" x="4843463" y="5969000"/>
          <p14:tracePt t="86163" x="4894263" y="5969000"/>
          <p14:tracePt t="86205" x="4945063" y="5969000"/>
          <p14:tracePt t="86230" x="5006975" y="5956300"/>
          <p14:tracePt t="86263" x="5019675" y="5956300"/>
          <p14:tracePt t="86272" x="5032375" y="5956300"/>
          <p14:tracePt t="86288" x="5045075" y="5956300"/>
          <p14:tracePt t="86308" x="5081588" y="5956300"/>
          <p14:tracePt t="86346" x="5106988" y="5956300"/>
          <p14:tracePt t="86365" x="5132388" y="5956300"/>
          <p14:tracePt t="86376" x="5157788" y="5956300"/>
          <p14:tracePt t="86425" x="5170488" y="5956300"/>
          <p14:tracePt t="86438" x="5194300" y="5956300"/>
          <p14:tracePt t="86464" x="5219700" y="5956300"/>
          <p14:tracePt t="86490" x="5232400" y="5956300"/>
          <p14:tracePt t="86512" x="5257800" y="5956300"/>
          <p14:tracePt t="86536" x="5270500" y="5956300"/>
          <p14:tracePt t="86792" x="5281613" y="5956300"/>
          <p14:tracePt t="86839" x="5281613" y="5981700"/>
          <p14:tracePt t="86943" x="5270500" y="6007100"/>
          <p14:tracePt t="86968" x="5245100" y="6019800"/>
          <p14:tracePt t="87037" x="5219700" y="6019800"/>
          <p14:tracePt t="87047" x="5207000" y="6019800"/>
          <p14:tracePt t="87066" x="5194300" y="6019800"/>
          <p14:tracePt t="87079" x="5170488" y="6019800"/>
          <p14:tracePt t="87097" x="5145088" y="6032500"/>
          <p14:tracePt t="87115" x="5119688" y="6032500"/>
          <p14:tracePt t="87129" x="5068888" y="6056313"/>
          <p14:tracePt t="87146" x="5032375" y="6056313"/>
          <p14:tracePt t="87164" x="5019675" y="6056313"/>
          <p14:tracePt t="87176" x="4981575" y="6069013"/>
          <p14:tracePt t="87197" x="4932363" y="6069013"/>
          <p14:tracePt t="87236" x="4868863" y="6094413"/>
          <p14:tracePt t="87247" x="4856163" y="6094413"/>
          <p14:tracePt t="87265" x="4832350" y="6094413"/>
          <p14:tracePt t="87278" x="4819650" y="6094413"/>
          <p14:tracePt t="87312" x="4806950" y="6107113"/>
          <p14:tracePt t="87562" x="4794250" y="6107113"/>
          <p14:tracePt t="87582" x="4781550" y="6081713"/>
          <p14:tracePt t="87615" x="4768850" y="6081713"/>
          <p14:tracePt t="87664" x="4756150" y="6069013"/>
          <p14:tracePt t="87694" x="4743450" y="6045200"/>
          <p14:tracePt t="87712" x="4732338" y="6032500"/>
          <p14:tracePt t="87726" x="4719638" y="6019800"/>
          <p14:tracePt t="87776" x="4706938" y="6007100"/>
          <p14:tracePt t="87826" x="4706938" y="5994400"/>
          <p14:tracePt t="87863" x="4706938" y="5981700"/>
          <p14:tracePt t="87928" x="4706938" y="5969000"/>
          <p14:tracePt t="87965" x="4706938" y="5956300"/>
          <p14:tracePt t="88096" x="4706938" y="5945188"/>
          <p14:tracePt t="88132" x="4706938" y="5932488"/>
          <p14:tracePt t="88282" x="4706938" y="5919788"/>
          <p14:tracePt t="88335" x="4706938" y="5907088"/>
          <p14:tracePt t="88382" x="4706938" y="5894388"/>
          <p14:tracePt t="88414" x="4694238" y="5881688"/>
          <p14:tracePt t="88467" x="4694238" y="5856288"/>
          <p14:tracePt t="88530" x="4694238" y="5843588"/>
          <p14:tracePt t="88565" x="4706938" y="5832475"/>
          <p14:tracePt t="88566" x="4719638" y="5819775"/>
          <p14:tracePt t="88579" x="4719638" y="5807075"/>
          <p14:tracePt t="88598" x="4756150" y="5794375"/>
          <p14:tracePt t="88630" x="4781550" y="5781675"/>
          <p14:tracePt t="88667" x="4794250" y="5768975"/>
          <p14:tracePt t="88697" x="4832350" y="5756275"/>
          <p14:tracePt t="88734" x="4832350" y="5743575"/>
          <p14:tracePt t="88747" x="4832350" y="5732463"/>
          <p14:tracePt t="88765" x="4843463" y="5719763"/>
          <p14:tracePt t="88766" x="4856163" y="5719763"/>
          <p14:tracePt t="88814" x="4856163" y="5707063"/>
          <p14:tracePt t="88895" x="4868863" y="5707063"/>
          <p14:tracePt t="88944" x="4894263" y="5694363"/>
          <p14:tracePt t="88968" x="4906963" y="5694363"/>
          <p14:tracePt t="88999" x="4919663" y="5681663"/>
          <p14:tracePt t="89016" x="4932363" y="5681663"/>
          <p14:tracePt t="89032" x="4956175" y="5668963"/>
          <p14:tracePt t="89115" x="4968875" y="5656263"/>
          <p14:tracePt t="89471" x="4981575" y="5656263"/>
          <p14:tracePt t="89583" x="4981575" y="5668963"/>
          <p14:tracePt t="89632" x="4968875" y="5668963"/>
          <p14:tracePt t="89673" x="4968875" y="5694363"/>
          <p14:tracePt t="89743" x="4956175" y="5694363"/>
          <p14:tracePt t="89782" x="4956175" y="5707063"/>
          <p14:tracePt t="89814" x="4932363" y="5719763"/>
          <p14:tracePt t="89849" x="4932363" y="5732463"/>
          <p14:tracePt t="89877" x="4919663" y="5732463"/>
          <p14:tracePt t="89916" x="4919663" y="5743575"/>
          <p14:tracePt t="89933" x="4906963" y="5743575"/>
          <p14:tracePt t="89968" x="4906963" y="5756275"/>
          <p14:tracePt t="90001" x="4894263" y="5781675"/>
          <p14:tracePt t="90018" x="4868863" y="5794375"/>
          <p14:tracePt t="90048" x="4868863" y="5807075"/>
          <p14:tracePt t="90073" x="4832350" y="5819775"/>
          <p14:tracePt t="90084" x="4819650" y="5832475"/>
          <p14:tracePt t="90106" x="4794250" y="5856288"/>
          <p14:tracePt t="90136" x="4756150" y="5881688"/>
          <p14:tracePt t="90151" x="4743450" y="5894388"/>
          <p14:tracePt t="90216" x="4719638" y="5907088"/>
          <p14:tracePt t="90230" x="4706938" y="5907088"/>
          <p14:tracePt t="90307" x="4694238" y="5907088"/>
          <p14:tracePt t="90356" x="4694238" y="5894388"/>
          <p14:tracePt t="90376" x="4694238" y="5856288"/>
          <p14:tracePt t="90409" x="4694238" y="5843588"/>
          <p14:tracePt t="90475" x="4694238" y="5819775"/>
          <p14:tracePt t="90600" x="4694238" y="5807075"/>
          <p14:tracePt t="90617" x="4694238" y="5768975"/>
          <p14:tracePt t="90644" x="4732338" y="5743575"/>
          <p14:tracePt t="90655" x="4781550" y="5732463"/>
          <p14:tracePt t="90674" x="4832350" y="5719763"/>
          <p14:tracePt t="90684" x="4868863" y="5707063"/>
          <p14:tracePt t="90710" x="4968875" y="5668963"/>
          <p14:tracePt t="90750" x="4981575" y="5668963"/>
          <p14:tracePt t="90777" x="5019675" y="5668963"/>
          <p14:tracePt t="90790" x="5045075" y="5668963"/>
          <p14:tracePt t="90800" x="5057775" y="5668963"/>
          <p14:tracePt t="90822" x="5081588" y="5668963"/>
          <p14:tracePt t="90832" x="5094288" y="5668963"/>
          <p14:tracePt t="90849" x="5119688" y="5668963"/>
          <p14:tracePt t="90875" x="5132388" y="5668963"/>
          <p14:tracePt t="90886" x="5157788" y="5668963"/>
          <p14:tracePt t="90909" x="5170488" y="5668963"/>
          <p14:tracePt t="90937" x="5232400" y="5668963"/>
          <p14:tracePt t="90947" x="5245100" y="5668963"/>
          <p14:tracePt t="90973" x="5345113" y="5668963"/>
          <p14:tracePt t="90974" x="5383213" y="5668963"/>
          <p14:tracePt t="90987" x="5394325" y="5668963"/>
          <p14:tracePt t="91001" x="5419725" y="5668963"/>
          <p14:tracePt t="91024" x="5470525" y="5668963"/>
          <p14:tracePt t="91034" x="5495925" y="5668963"/>
          <p14:tracePt t="91051" x="5532438" y="5668963"/>
          <p14:tracePt t="91075" x="5583238" y="5668963"/>
          <p14:tracePt t="91085" x="5595938" y="5668963"/>
          <p14:tracePt t="91088" x="5619750" y="5668963"/>
          <p14:tracePt t="91111" x="5657850" y="5668963"/>
          <p14:tracePt t="91148" x="5670550" y="5668963"/>
          <p14:tracePt t="91157" x="5683250" y="5668963"/>
          <p14:tracePt t="91158" x="5695950" y="5668963"/>
          <p14:tracePt t="91175" x="5708650" y="5668963"/>
          <p14:tracePt t="91196" x="5732463" y="5668963"/>
          <p14:tracePt t="91209" x="5757863" y="5668963"/>
          <p14:tracePt t="91217" x="5770563" y="5668963"/>
          <p14:tracePt t="91243" x="5783263" y="5668963"/>
          <p14:tracePt t="91291" x="5795963" y="5668963"/>
          <p14:tracePt t="91350" x="5808663" y="5668963"/>
          <p14:tracePt t="92338" x="5821363" y="5668963"/>
          <p14:tracePt t="92391" x="5821363" y="5681663"/>
          <p14:tracePt t="92411" x="5821363" y="5694363"/>
          <p14:tracePt t="92442" x="5832475" y="5707063"/>
          <p14:tracePt t="92510" x="5832475" y="5719763"/>
          <p14:tracePt t="92538" x="5832475" y="5732463"/>
          <p14:tracePt t="92556" x="5832475" y="5743575"/>
          <p14:tracePt t="92626" x="5845175" y="5756275"/>
          <p14:tracePt t="92677" x="5845175" y="5768975"/>
          <p14:tracePt t="92690" x="5845175" y="5781675"/>
          <p14:tracePt t="92722" x="5857875" y="5794375"/>
          <p14:tracePt t="95585" x="5870575" y="5807075"/>
          <p14:tracePt t="95607" x="5870575" y="5856288"/>
          <p14:tracePt t="95615" x="5870575" y="5868988"/>
          <p14:tracePt t="95630" x="5895975" y="5894388"/>
          <p14:tracePt t="95645" x="5895975" y="5907088"/>
          <p14:tracePt t="95670" x="5932488" y="5956300"/>
          <p14:tracePt t="95690" x="5983288" y="5981700"/>
          <p14:tracePt t="95703" x="5995988" y="5994400"/>
          <p14:tracePt t="95722" x="6021388" y="6007100"/>
          <p14:tracePt t="95749" x="6057900" y="6032500"/>
          <p14:tracePt t="95752" x="6096000" y="6032500"/>
          <p14:tracePt t="95760" x="6108700" y="6032500"/>
          <p14:tracePt t="95788" x="6196013" y="6056313"/>
          <p14:tracePt t="95801" x="6246813" y="6069013"/>
          <p14:tracePt t="95813" x="6259513" y="6069013"/>
          <p14:tracePt t="95837" x="6346825" y="6119813"/>
          <p14:tracePt t="95847" x="6359525" y="6119813"/>
          <p14:tracePt t="95862" x="6383338" y="6119813"/>
          <p14:tracePt t="95891" x="6408738" y="6119813"/>
          <p14:tracePt t="95903" x="6421438" y="6119813"/>
          <p14:tracePt t="95920" x="6446838" y="6119813"/>
          <p14:tracePt t="96104" x="6459538" y="6119813"/>
          <p14:tracePt t="96171" x="6483350" y="6119813"/>
          <p14:tracePt t="96285" x="6483350" y="6107113"/>
          <p14:tracePt t="96624" x="6472238" y="6081713"/>
          <p14:tracePt t="96635" x="6472238" y="6069013"/>
          <p14:tracePt t="96660" x="6396038" y="5994400"/>
          <p14:tracePt t="96670" x="6359525" y="5981700"/>
          <p14:tracePt t="96689" x="6334125" y="5981700"/>
          <p14:tracePt t="96790" x="6308725" y="5945188"/>
          <p14:tracePt t="96834" x="6308725" y="5932488"/>
          <p14:tracePt t="96890" x="6321425" y="5932488"/>
          <p14:tracePt t="97550" x="6283325" y="5919788"/>
          <p14:tracePt t="97712" x="6246813" y="5945188"/>
          <p14:tracePt t="97751" x="6246813" y="5932488"/>
          <p14:tracePt t="97768" x="6259513" y="5894388"/>
          <p14:tracePt t="97792" x="6346825" y="5894388"/>
          <p14:tracePt t="97806" x="6459538" y="5907088"/>
          <p14:tracePt t="97822" x="6572250" y="5956300"/>
          <p14:tracePt t="97840" x="6634163" y="6007100"/>
          <p14:tracePt t="97856" x="6759575" y="6081713"/>
          <p14:tracePt t="97870" x="6921500" y="6132513"/>
          <p14:tracePt t="97888" x="7021513" y="6145213"/>
          <p14:tracePt t="97910" x="7123113" y="6169025"/>
          <p14:tracePt t="97921" x="7134225" y="6181725"/>
          <p14:tracePt t="97939" x="7159625" y="6181725"/>
          <p14:tracePt t="97951" x="7172325" y="6181725"/>
          <p14:tracePt t="97969" x="7197725" y="6181725"/>
          <p14:tracePt t="97993" x="7235825" y="6181725"/>
          <p14:tracePt t="98007" x="7272338" y="6169025"/>
          <p14:tracePt t="98023" x="7297738" y="6145213"/>
          <p14:tracePt t="98040" x="7323138" y="6094413"/>
          <p14:tracePt t="98054" x="7335838" y="6056313"/>
          <p14:tracePt t="98072" x="7335838" y="6045200"/>
          <p14:tracePt t="98088" x="7335838" y="6019800"/>
          <p14:tracePt t="98693" x="7335838" y="6007100"/>
          <p14:tracePt t="98705" x="7335838" y="5969000"/>
          <p14:tracePt t="98722" x="7310438" y="5932488"/>
          <p14:tracePt t="98740" x="7297738" y="5907088"/>
          <p14:tracePt t="98753" x="7285038" y="5894388"/>
          <p14:tracePt t="98771" x="7272338" y="5881688"/>
          <p14:tracePt t="98780" x="7272338" y="5868988"/>
          <p14:tracePt t="98800" x="7272338" y="5856288"/>
          <p14:tracePt t="98841" x="7259638" y="5843588"/>
          <p14:tracePt t="99524" x="7246938" y="5843588"/>
          <p14:tracePt t="99541" x="7235825" y="5856288"/>
          <p14:tracePt t="99542" x="7223125" y="5868988"/>
          <p14:tracePt t="99555" x="7210425" y="5868988"/>
          <p14:tracePt t="99779" x="7223125" y="5868988"/>
          <p14:tracePt t="99799" x="7246938" y="5843588"/>
          <p14:tracePt t="99808" x="7259638" y="5843588"/>
          <p14:tracePt t="99833" x="7285038" y="5832475"/>
          <p14:tracePt t="99840" x="7310438" y="5832475"/>
          <p14:tracePt t="99859" x="7348538" y="5807075"/>
          <p14:tracePt t="99870" x="7359650" y="5807075"/>
          <p14:tracePt t="99902" x="7397750" y="5807075"/>
          <p14:tracePt t="99958" x="7435850" y="5794375"/>
          <p14:tracePt t="100030" x="7459663" y="5794375"/>
          <p14:tracePt t="100079" x="7472363" y="5794375"/>
          <p14:tracePt t="100113" x="7497763" y="5794375"/>
          <p14:tracePt t="100196" x="7510463" y="5794375"/>
          <p14:tracePt t="100224" x="7523163" y="5807075"/>
          <p14:tracePt t="100242" x="7535863" y="5807075"/>
          <p14:tracePt t="100255" x="7548563" y="5832475"/>
          <p14:tracePt t="100275" x="7561263" y="5832475"/>
          <p14:tracePt t="100295" x="7561263" y="5843588"/>
          <p14:tracePt t="100363" x="7572375" y="5868988"/>
          <p14:tracePt t="100372" x="7572375" y="5881688"/>
          <p14:tracePt t="100398" x="7585075" y="5907088"/>
          <p14:tracePt t="100433" x="7597775" y="5919788"/>
          <p14:tracePt t="100464" x="7597775" y="5945188"/>
          <p14:tracePt t="100473" x="7597775" y="5956300"/>
          <p14:tracePt t="100500" x="7597775" y="5981700"/>
          <p14:tracePt t="100527" x="7597775" y="5994400"/>
          <p14:tracePt t="100601" x="7597775" y="6032500"/>
          <p14:tracePt t="100632" x="7585075" y="6045200"/>
          <p14:tracePt t="100650" x="7572375" y="6045200"/>
          <p14:tracePt t="100673" x="7561263" y="6056313"/>
          <p14:tracePt t="100700" x="7548563" y="6069013"/>
          <p14:tracePt t="100719" x="7535863" y="6069013"/>
          <p14:tracePt t="100734" x="7535863" y="6081713"/>
          <p14:tracePt t="100746" x="7523163" y="6081713"/>
          <p14:tracePt t="100766" x="7497763" y="6094413"/>
          <p14:tracePt t="100798" x="7459663" y="6107113"/>
          <p14:tracePt t="100818" x="7410450" y="6107113"/>
          <p14:tracePt t="100825" x="7397750" y="6107113"/>
          <p14:tracePt t="100846" x="7372350" y="6107113"/>
          <p14:tracePt t="100847" x="7348538" y="6119813"/>
          <p14:tracePt t="100857" x="7335838" y="6119813"/>
          <p14:tracePt t="100872" x="7297738" y="6119813"/>
          <p14:tracePt t="100901" x="7246938" y="6132513"/>
          <p14:tracePt t="100913" x="7235825" y="6132513"/>
          <p14:tracePt t="100981" x="7223125" y="6132513"/>
          <p14:tracePt t="101030" x="7210425" y="6132513"/>
          <p14:tracePt t="101065" x="7210425" y="6119813"/>
          <p14:tracePt t="101073" x="7185025" y="6094413"/>
          <p14:tracePt t="101100" x="7185025" y="6056313"/>
          <p14:tracePt t="101112" x="7185025" y="6032500"/>
          <p14:tracePt t="101135" x="7185025" y="6007100"/>
          <p14:tracePt t="101146" x="7185025" y="5994400"/>
          <p14:tracePt t="101179" x="7185025" y="5981700"/>
          <p14:tracePt t="101250" x="7185025" y="5969000"/>
          <p14:tracePt t="101264" x="7197725" y="5956300"/>
          <p14:tracePt t="101317" x="7223125" y="5945188"/>
          <p14:tracePt t="101333" x="7235825" y="5932488"/>
          <p14:tracePt t="101353" x="7272338" y="5919788"/>
          <p14:tracePt t="101383" x="7285038" y="5907088"/>
          <p14:tracePt t="101400" x="7323138" y="5894388"/>
          <p14:tracePt t="101420" x="7335838" y="5894388"/>
          <p14:tracePt t="101431" x="7348538" y="5894388"/>
          <p14:tracePt t="101449" x="7359650" y="5894388"/>
          <p14:tracePt t="101468" x="7372350" y="5894388"/>
          <p14:tracePt t="109170" x="7385050" y="5894388"/>
          <p14:tracePt t="109238" x="7372350" y="5919788"/>
          <p14:tracePt t="109247" x="7359650" y="5932488"/>
          <p14:tracePt t="109266" x="7335838" y="5956300"/>
          <p14:tracePt t="109295" x="7297738" y="5969000"/>
          <p14:tracePt t="109353" x="7272338" y="5994400"/>
          <p14:tracePt t="109372" x="7259638" y="6019800"/>
          <p14:tracePt t="109385" x="7210425" y="6056313"/>
          <p14:tracePt t="109407" x="7197725" y="6069013"/>
          <p14:tracePt t="109424" x="7185025" y="6081713"/>
          <p14:tracePt t="109454" x="7110413" y="6119813"/>
          <p14:tracePt t="109474" x="7046913" y="6145213"/>
          <p14:tracePt t="109486" x="6972300" y="6169025"/>
          <p14:tracePt t="109499" x="6921500" y="6181725"/>
          <p14:tracePt t="109523" x="6772275" y="6245225"/>
          <p14:tracePt t="109535" x="6646863" y="6294438"/>
          <p14:tracePt t="109560" x="6483350" y="6319838"/>
          <p14:tracePt t="109580" x="6446838" y="6319838"/>
          <p14:tracePt t="109603" x="6259513" y="6332538"/>
          <p14:tracePt t="109622" x="6108700" y="6332538"/>
          <p14:tracePt t="109643" x="6021388" y="6345238"/>
          <p14:tracePt t="109654" x="5945188" y="6357938"/>
          <p14:tracePt t="109674" x="5821363" y="6357938"/>
          <p14:tracePt t="109692" x="5795963" y="6381750"/>
          <p14:tracePt t="109707" x="5695950" y="6381750"/>
          <p14:tracePt t="109724" x="5595938" y="6381750"/>
          <p14:tracePt t="109738" x="5519738" y="6381750"/>
          <p14:tracePt t="109755" x="5507038" y="6381750"/>
          <p14:tracePt t="109765" x="5470525" y="6370638"/>
          <p14:tracePt t="109823" x="5445125" y="6319838"/>
          <p14:tracePt t="109836" x="5419725" y="6294438"/>
          <p14:tracePt t="109858" x="5407025" y="6245225"/>
          <p14:tracePt t="109869" x="5407025" y="6219825"/>
          <p14:tracePt t="109871" x="5383213" y="6207125"/>
          <p14:tracePt t="109887" x="5383213" y="6169025"/>
          <p14:tracePt t="109903" x="5383213" y="6145213"/>
          <p14:tracePt t="109927" x="5383213" y="6119813"/>
          <p14:tracePt t="109942" x="5383213" y="6107113"/>
          <p14:tracePt t="109957" x="5394325" y="6094413"/>
          <p14:tracePt t="110138" x="5394325" y="6107113"/>
          <p14:tracePt t="110155" x="5394325" y="6119813"/>
          <p14:tracePt t="110174" x="5383213" y="6169025"/>
          <p14:tracePt t="110190" x="5357813" y="6181725"/>
          <p14:tracePt t="110205" x="5332413" y="6207125"/>
          <p14:tracePt t="110225" x="5307013" y="6219825"/>
          <p14:tracePt t="110237" x="5294313" y="6219825"/>
          <p14:tracePt t="110305" x="5270500" y="6181725"/>
          <p14:tracePt t="110325" x="5270500" y="6145213"/>
          <p14:tracePt t="110336" x="5270500" y="6094413"/>
          <p14:tracePt t="110361" x="5270500" y="6045200"/>
          <p14:tracePt t="110372" x="5270500" y="6019800"/>
          <p14:tracePt t="110387" x="5270500" y="5969000"/>
          <p14:tracePt t="110404" x="5281613" y="5945188"/>
          <p14:tracePt t="110424" x="5319713" y="5868988"/>
          <p14:tracePt t="110455" x="5407025" y="5794375"/>
          <p14:tracePt t="110475" x="5432425" y="5768975"/>
          <p14:tracePt t="110488" x="5457825" y="5756275"/>
          <p14:tracePt t="110498" x="5483225" y="5719763"/>
          <p14:tracePt t="110523" x="5557838" y="5707063"/>
          <p14:tracePt t="110536" x="5570538" y="5694363"/>
          <p14:tracePt t="110555" x="5595938" y="5681663"/>
          <p14:tracePt t="110574" x="5645150" y="5681663"/>
          <p14:tracePt t="110589" x="5657850" y="5681663"/>
          <p14:tracePt t="110590" x="5670550" y="5681663"/>
          <p14:tracePt t="110607" x="5695950" y="5668963"/>
          <p14:tracePt t="110624" x="5708650" y="5668963"/>
          <p14:tracePt t="110638" x="5719763" y="5668963"/>
          <p14:tracePt t="110739" x="5732463" y="5668963"/>
          <p14:tracePt t="111142" x="5757863" y="5694363"/>
          <p14:tracePt t="111173" x="5770563" y="5719763"/>
          <p14:tracePt t="111185" x="5783263" y="5732463"/>
          <p14:tracePt t="111209" x="5795963" y="5743575"/>
          <p14:tracePt t="111228" x="5795963" y="5756275"/>
          <p14:tracePt t="111403" x="5808663" y="5768975"/>
          <p14:tracePt t="111470" x="5832475" y="5768975"/>
          <p14:tracePt t="111491" x="5845175" y="5768975"/>
          <p14:tracePt t="111506" x="5870575" y="5768975"/>
          <p14:tracePt t="111556" x="5883275" y="5768975"/>
          <p14:tracePt t="111823" x="5908675" y="5768975"/>
          <p14:tracePt t="111844" x="5932488" y="5768975"/>
          <p14:tracePt t="111855" x="5945188" y="5768975"/>
          <p14:tracePt t="111874" x="5970588" y="5768975"/>
          <p14:tracePt t="111888" x="5995988" y="5756275"/>
          <p14:tracePt t="111929" x="6021388" y="5743575"/>
          <p14:tracePt t="111959" x="6045200" y="5719763"/>
          <p14:tracePt t="112008" x="6057900" y="5719763"/>
          <p14:tracePt t="112026" x="6057900" y="5707063"/>
          <p14:tracePt t="112057" x="6070600" y="5707063"/>
          <p14:tracePt t="112074" x="6070600" y="5694363"/>
          <p14:tracePt t="112104" x="6096000" y="5681663"/>
          <p14:tracePt t="112694" x="6096000" y="5668963"/>
          <p14:tracePt t="112748" x="6108700" y="5668963"/>
          <p14:tracePt t="112762" x="6121400" y="5668963"/>
          <p14:tracePt t="112796" x="6146800" y="5643563"/>
          <p14:tracePt t="112859" x="6146800" y="5630863"/>
          <p14:tracePt t="112889" x="6157913" y="5607050"/>
          <p14:tracePt t="112927" x="6170613" y="5607050"/>
          <p14:tracePt t="112946" x="6183313" y="5607050"/>
          <p14:tracePt t="113006" x="6208713" y="5607050"/>
          <p14:tracePt t="113104" x="6221413" y="5607050"/>
          <p14:tracePt t="113148" x="6234113" y="5594350"/>
          <p14:tracePt t="113191" x="6246813" y="5594350"/>
          <p14:tracePt t="113230" x="6259513" y="5581650"/>
          <p14:tracePt t="113232" x="6296025" y="5581650"/>
          <p14:tracePt t="113256" x="6308725" y="5581650"/>
          <p14:tracePt t="113278" x="6334125" y="5568950"/>
          <p14:tracePt t="113481" x="6359525" y="5568950"/>
          <p14:tracePt t="113563" x="6370638" y="5568950"/>
          <p14:tracePt t="113609" x="6383338" y="5568950"/>
          <p14:tracePt t="114498" x="6396038" y="5581650"/>
          <p14:tracePt t="114533" x="6408738" y="5594350"/>
          <p14:tracePt t="114554" x="6421438" y="5594350"/>
          <p14:tracePt t="114568" x="6446838" y="5607050"/>
          <p14:tracePt t="114598" x="6508750" y="5607050"/>
          <p14:tracePt t="114616" x="6584950" y="5607050"/>
          <p14:tracePt t="114635" x="6659563" y="5643563"/>
          <p14:tracePt t="114649" x="6734175" y="5656263"/>
          <p14:tracePt t="114673" x="6834188" y="5656263"/>
          <p14:tracePt t="114684" x="6846888" y="5656263"/>
          <p14:tracePt t="114697" x="6884988" y="5656263"/>
          <p14:tracePt t="114716" x="6921500" y="5656263"/>
          <p14:tracePt t="114735" x="6934200" y="5668963"/>
          <p14:tracePt t="114754" x="6959600" y="5668963"/>
          <p14:tracePt t="114766" x="6972300" y="5668963"/>
          <p14:tracePt t="114787" x="6985000" y="5668963"/>
          <p14:tracePt t="114800" x="6997700" y="5668963"/>
          <p14:tracePt t="114817" x="7021513" y="5681663"/>
          <p14:tracePt t="114836" x="7034213" y="5681663"/>
          <p14:tracePt t="114856" x="7046913" y="5681663"/>
          <p14:tracePt t="114871" x="7059613" y="5681663"/>
          <p14:tracePt t="114884" x="7072313" y="5694363"/>
          <p14:tracePt t="114915" x="7110413" y="5694363"/>
          <p14:tracePt t="114934" x="7146925" y="5707063"/>
          <p14:tracePt t="114968" x="7159625" y="5707063"/>
          <p14:tracePt t="115013" x="7172325" y="5719763"/>
          <p14:tracePt t="115038" x="7185025" y="5719763"/>
          <p14:tracePt t="115049" x="7197725" y="5719763"/>
          <p14:tracePt t="115067" x="7223125" y="5732463"/>
          <p14:tracePt t="115087" x="7235825" y="5732463"/>
          <p14:tracePt t="115101" x="7246938" y="5732463"/>
          <p14:tracePt t="115118" x="7272338" y="5732463"/>
          <p14:tracePt t="115155" x="7272338" y="5743575"/>
          <p14:tracePt t="115199" x="7285038" y="5743575"/>
          <p14:tracePt t="115222" x="7285038" y="5756275"/>
          <p14:tracePt t="115232" x="7297738" y="5756275"/>
          <p14:tracePt t="115255" x="7310438" y="5756275"/>
          <p14:tracePt t="115271" x="7323138" y="5768975"/>
          <p14:tracePt t="115315" x="7348538" y="5768975"/>
          <p14:tracePt t="115334" x="7348538" y="5781675"/>
          <p14:tracePt t="115383" x="7372350" y="5781675"/>
          <p14:tracePt t="118178" x="7385050" y="5781675"/>
          <p14:tracePt t="118247" x="7397750" y="5781675"/>
          <p14:tracePt t="118423" x="7397750" y="5768975"/>
          <p14:tracePt t="118479" x="7397750" y="5743575"/>
          <p14:tracePt t="118509" x="7397750" y="5732463"/>
          <p14:tracePt t="118795" x="7397750" y="5719763"/>
          <p14:tracePt t="118809" x="7397750" y="5694363"/>
          <p14:tracePt t="118849" x="7397750" y="5668963"/>
          <p14:tracePt t="118896" x="7397750" y="5656263"/>
          <p14:tracePt t="118921" x="7397750" y="5643563"/>
          <p14:tracePt t="118950" x="7397750" y="5619750"/>
          <p14:tracePt t="118962" x="7397750" y="5607050"/>
          <p14:tracePt t="118980" x="7335838" y="5594350"/>
          <p14:tracePt t="118999" x="7246938" y="5581650"/>
          <p14:tracePt t="119012" x="7210425" y="5581650"/>
          <p14:tracePt t="119028" x="7146925" y="5581650"/>
          <p14:tracePt t="119064" x="7134225" y="5568950"/>
          <p14:tracePt t="119077" x="7123113" y="5568950"/>
          <p14:tracePt t="119078" x="7123113" y="5556250"/>
          <p14:tracePt t="119097" x="7046913" y="5530850"/>
          <p14:tracePt t="119106" x="7010400" y="5518150"/>
          <p14:tracePt t="119122" x="6959600" y="5518150"/>
          <p14:tracePt t="119145" x="6921500" y="5494338"/>
          <p14:tracePt t="119170" x="6897688" y="5468938"/>
          <p14:tracePt t="119183" x="6884988" y="5456238"/>
          <p14:tracePt t="119196" x="6872288" y="5456238"/>
          <p14:tracePt t="119208" x="6846888" y="5430838"/>
          <p14:tracePt t="119222" x="6821488" y="5407025"/>
          <p14:tracePt t="119246" x="6808788" y="5407025"/>
          <p14:tracePt t="119283" x="6797675" y="5381625"/>
          <p14:tracePt t="119315" x="6759575" y="5368925"/>
          <p14:tracePt t="119327" x="6759575" y="5343525"/>
          <p14:tracePt t="119346" x="6721475" y="5318125"/>
          <p14:tracePt t="119363" x="6696075" y="5294313"/>
          <p14:tracePt t="119380" x="6684963" y="5281613"/>
          <p14:tracePt t="119400" x="6646863" y="5218113"/>
          <p14:tracePt t="119415" x="6621463" y="5205413"/>
          <p14:tracePt t="119432" x="6621463" y="5194300"/>
          <p14:tracePt t="119450" x="6621463" y="5168900"/>
          <p14:tracePt t="119469" x="6621463" y="5118100"/>
          <p14:tracePt t="119470" x="6621463" y="5092700"/>
          <p14:tracePt t="119500" x="6621463" y="5030788"/>
          <p14:tracePt t="119513" x="6621463" y="4992688"/>
          <p14:tracePt t="119582" x="6634163" y="4943475"/>
          <p14:tracePt t="119592" x="6659563" y="4930775"/>
          <p14:tracePt t="119616" x="6684963" y="4905375"/>
          <p14:tracePt t="119647" x="6708775" y="4892675"/>
          <p14:tracePt t="119665" x="6721475" y="4879975"/>
          <p14:tracePt t="119677" x="6734175" y="4879975"/>
          <p14:tracePt t="119695" x="6784975" y="4879975"/>
          <p14:tracePt t="119715" x="6872288" y="4879975"/>
          <p14:tracePt t="119724" x="6897688" y="4879975"/>
          <p14:tracePt t="119727" x="6972300" y="4879975"/>
          <p14:tracePt t="119745" x="7085013" y="4879975"/>
          <p14:tracePt t="119767" x="7246938" y="4892675"/>
          <p14:tracePt t="119776" x="7272338" y="4918075"/>
          <p14:tracePt t="119794" x="7359650" y="4943475"/>
          <p14:tracePt t="119818" x="7385050" y="4956175"/>
          <p14:tracePt t="119832" x="7385050" y="4968875"/>
          <p14:tracePt t="119864" x="7410450" y="5005388"/>
          <p14:tracePt t="119879" x="7448550" y="5068888"/>
          <p14:tracePt t="119898" x="7535863" y="5168900"/>
          <p14:tracePt t="119914" x="7610475" y="5268913"/>
          <p14:tracePt t="119927" x="7648575" y="5343525"/>
          <p14:tracePt t="119934" x="7661275" y="5368925"/>
          <p14:tracePt t="119965" x="7685088" y="5430838"/>
          <p14:tracePt t="119978" x="7685088" y="5443538"/>
          <p14:tracePt t="119998" x="7685088" y="5468938"/>
          <p14:tracePt t="120012" x="7685088" y="5494338"/>
          <p14:tracePt t="120028" x="7673975" y="5494338"/>
          <p14:tracePt t="120047" x="7623175" y="5556250"/>
          <p14:tracePt t="120067" x="7597775" y="5581650"/>
          <p14:tracePt t="120078" x="7572375" y="5619750"/>
          <p14:tracePt t="120097" x="7510463" y="5668963"/>
          <p14:tracePt t="120109" x="7497763" y="5668963"/>
          <p14:tracePt t="120110" x="7459663" y="5707063"/>
          <p14:tracePt t="120129" x="7348538" y="5781675"/>
          <p14:tracePt t="120152" x="7272338" y="5807075"/>
          <p14:tracePt t="120168" x="7146925" y="5819775"/>
          <p14:tracePt t="120182" x="7046913" y="5819775"/>
          <p14:tracePt t="120194" x="7034213" y="5819775"/>
          <p14:tracePt t="120217" x="6846888" y="5819775"/>
          <p14:tracePt t="120226" x="6772275" y="5819775"/>
          <p14:tracePt t="120234" x="6708775" y="5807075"/>
          <p14:tracePt t="120247" x="6646863" y="5807075"/>
          <p14:tracePt t="120270" x="6534150" y="5768975"/>
          <p14:tracePt t="120285" x="6521450" y="5768975"/>
          <p14:tracePt t="120286" x="6521450" y="5756275"/>
          <p14:tracePt t="120297" x="6496050" y="5756275"/>
          <p14:tracePt t="120310" x="6483350" y="5743575"/>
          <p14:tracePt t="120328" x="6483350" y="5719763"/>
          <p14:tracePt t="120352" x="6483350" y="5630863"/>
          <p14:tracePt t="120364" x="6483350" y="5594350"/>
          <p14:tracePt t="120380" x="6483350" y="5543550"/>
          <p14:tracePt t="120399" x="6483350" y="5481638"/>
          <p14:tracePt t="120416" x="6483350" y="5418138"/>
          <p14:tracePt t="120432" x="6496050" y="5330825"/>
          <p14:tracePt t="120450" x="6496050" y="5268913"/>
          <p14:tracePt t="120465" x="6546850" y="5218113"/>
          <p14:tracePt t="120478" x="6584950" y="5156200"/>
          <p14:tracePt t="120496" x="6621463" y="5118100"/>
          <p14:tracePt t="120510" x="6634163" y="5105400"/>
          <p14:tracePt t="120583" x="6659563" y="5105400"/>
          <p14:tracePt t="120600" x="6759575" y="5105400"/>
          <p14:tracePt t="120615" x="6921500" y="5081588"/>
          <p14:tracePt t="120627" x="6985000" y="5068888"/>
          <p14:tracePt t="120652" x="7110413" y="5056188"/>
          <p14:tracePt t="120665" x="7210425" y="5056188"/>
          <p14:tracePt t="120683" x="7259638" y="5056188"/>
          <p14:tracePt t="120700" x="7297738" y="5056188"/>
          <p14:tracePt t="120727" x="7335838" y="5056188"/>
          <p14:tracePt t="120752" x="7385050" y="5056188"/>
          <p14:tracePt t="120766" x="7435850" y="5081588"/>
          <p14:tracePt t="120783" x="7497763" y="5130800"/>
          <p14:tracePt t="120801" x="7510463" y="5156200"/>
          <p14:tracePt t="120816" x="7548563" y="5181600"/>
          <p14:tracePt t="120833" x="7561263" y="5194300"/>
          <p14:tracePt t="120850" x="7561263" y="5218113"/>
          <p14:tracePt t="120865" x="7561263" y="5230813"/>
          <p14:tracePt t="120884" x="7561263" y="5243513"/>
          <p14:tracePt t="120901" x="7585075" y="5268913"/>
          <p14:tracePt t="120915" x="7585075" y="5305425"/>
          <p14:tracePt t="120927" x="7585075" y="5330825"/>
          <p14:tracePt t="120935" x="7585075" y="5356225"/>
          <p14:tracePt t="120951" x="7585075" y="5381625"/>
          <p14:tracePt t="120967" x="7561263" y="5407025"/>
          <p14:tracePt t="120984" x="7535863" y="5430838"/>
          <p14:tracePt t="120996" x="7535863" y="5443538"/>
          <p14:tracePt t="121018" x="7497763" y="5468938"/>
          <p14:tracePt t="121028" x="7485063" y="5481638"/>
          <p14:tracePt t="121052" x="7459663" y="5494338"/>
          <p14:tracePt t="121064" x="7435850" y="5507038"/>
          <p14:tracePt t="121091" x="7423150" y="5518150"/>
          <p14:tracePt t="121115" x="7385050" y="5530850"/>
          <p14:tracePt t="121126" x="7323138" y="5556250"/>
          <p14:tracePt t="121151" x="7246938" y="5568950"/>
          <p14:tracePt t="121178" x="7210425" y="5581650"/>
          <p14:tracePt t="121186" x="7197725" y="5581650"/>
          <p14:tracePt t="121198" x="7172325" y="5594350"/>
          <p14:tracePt t="121231" x="7134225" y="5594350"/>
          <p14:tracePt t="121260" x="7085013" y="5607050"/>
          <p14:tracePt t="121270" x="7059613" y="5607050"/>
          <p14:tracePt t="121280" x="7034213" y="5607050"/>
          <p14:tracePt t="121298" x="7010400" y="5607050"/>
          <p14:tracePt t="121311" x="6972300" y="5607050"/>
          <p14:tracePt t="121375" x="6946900" y="5607050"/>
          <p14:tracePt t="121633" x="6972300" y="5607050"/>
          <p14:tracePt t="121650" x="6985000" y="5594350"/>
          <p14:tracePt t="121675" x="7010400" y="5594350"/>
          <p14:tracePt t="121683" x="7046913" y="5581650"/>
          <p14:tracePt t="121702" x="7123113" y="5556250"/>
          <p14:tracePt t="121713" x="7134225" y="5556250"/>
          <p14:tracePt t="121732" x="7172325" y="5556250"/>
          <p14:tracePt t="121759" x="7259638" y="5518150"/>
          <p14:tracePt t="121773" x="7285038" y="5507038"/>
          <p14:tracePt t="121774" x="7310438" y="5507038"/>
          <p14:tracePt t="121788" x="7323138" y="5494338"/>
          <p14:tracePt t="121798" x="7348538" y="5494338"/>
          <p14:tracePt t="121818" x="7372350" y="5481638"/>
          <p14:tracePt t="121828" x="7397750" y="5481638"/>
          <p14:tracePt t="121855" x="7448550" y="5468938"/>
          <p14:tracePt t="121882" x="7472363" y="5456238"/>
          <p14:tracePt t="121902" x="7485063" y="5456238"/>
          <p14:tracePt t="121934" x="7535863" y="5443538"/>
          <p14:tracePt t="121951" x="7548563" y="5443538"/>
          <p14:tracePt t="121966" x="7561263" y="5443538"/>
          <p14:tracePt t="122016" x="7572375" y="5430838"/>
          <p14:tracePt t="122359" x="7548563" y="5430838"/>
          <p14:tracePt t="122371" x="7535863" y="5443538"/>
          <p14:tracePt t="122384" x="7523163" y="5443538"/>
          <p14:tracePt t="122408" x="7485063" y="5443538"/>
          <p14:tracePt t="122432" x="7410450" y="5468938"/>
          <p14:tracePt t="122443" x="7348538" y="5481638"/>
          <p14:tracePt t="122452" x="7297738" y="5494338"/>
          <p14:tracePt t="122476" x="7185025" y="5507038"/>
          <p14:tracePt t="122484" x="7123113" y="5507038"/>
          <p14:tracePt t="122501" x="7010400" y="5530850"/>
          <p14:tracePt t="122514" x="6934200" y="5543550"/>
          <p14:tracePt t="122532" x="6897688" y="5543550"/>
          <p14:tracePt t="122561" x="6884988" y="5543550"/>
          <p14:tracePt t="122705" x="6897688" y="5530850"/>
          <p14:tracePt t="122732" x="6910388" y="5530850"/>
          <p14:tracePt t="122758" x="6934200" y="5494338"/>
          <p14:tracePt t="122768" x="6946900" y="5494338"/>
          <p14:tracePt t="122794" x="6997700" y="5443538"/>
          <p14:tracePt t="122803" x="7021513" y="5418138"/>
          <p14:tracePt t="122815" x="7059613" y="5368925"/>
          <p14:tracePt t="122830" x="7085013" y="5343525"/>
          <p14:tracePt t="122842" x="7097713" y="5330825"/>
          <p14:tracePt t="122901" x="7110413" y="5318125"/>
          <p14:tracePt t="122934" x="7159625" y="5281613"/>
          <p14:tracePt t="122964" x="7223125" y="5256213"/>
          <p14:tracePt t="122976" x="7259638" y="5218113"/>
          <p14:tracePt t="122984" x="7272338" y="5218113"/>
          <p14:tracePt t="123007" x="7385050" y="5194300"/>
          <p14:tracePt t="123017" x="7459663" y="5168900"/>
          <p14:tracePt t="123033" x="7472363" y="5168900"/>
          <p14:tracePt t="123062" x="7535863" y="5181600"/>
          <p14:tracePt t="123074" x="7561263" y="5218113"/>
          <p14:tracePt t="123092" x="7585075" y="5268913"/>
          <p14:tracePt t="123100" x="7597775" y="5294313"/>
          <p14:tracePt t="123127" x="7648575" y="5394325"/>
          <p14:tracePt t="123143" x="7648575" y="5430838"/>
          <p14:tracePt t="123162" x="7673975" y="5481638"/>
          <p14:tracePt t="123175" x="7673975" y="5507038"/>
          <p14:tracePt t="123193" x="7673975" y="5530850"/>
          <p14:tracePt t="123228" x="7673975" y="5543550"/>
          <p14:tracePt t="123239" x="7673975" y="5568950"/>
          <p14:tracePt t="123263" x="7572375" y="5630863"/>
          <p14:tracePt t="123293" x="7472363" y="5668963"/>
          <p14:tracePt t="123294" x="7435850" y="5668963"/>
          <p14:tracePt t="123304" x="7423150" y="5668963"/>
          <p14:tracePt t="123330" x="7335838" y="5668963"/>
          <p14:tracePt t="123340" x="7310438" y="5681663"/>
          <p14:tracePt t="123360" x="7085013" y="5694363"/>
          <p14:tracePt t="123372" x="7021513" y="5694363"/>
          <p14:tracePt t="123391" x="6910388" y="5694363"/>
          <p14:tracePt t="123411" x="6846888" y="5681663"/>
          <p14:tracePt t="123424" x="6808788" y="5656263"/>
          <p14:tracePt t="123437" x="6797675" y="5656263"/>
          <p14:tracePt t="123460" x="6721475" y="5607050"/>
          <p14:tracePt t="123472" x="6721475" y="5594350"/>
          <p14:tracePt t="123490" x="6684963" y="5568950"/>
          <p14:tracePt t="123513" x="6634163" y="5518150"/>
          <p14:tracePt t="123527" x="6634163" y="5494338"/>
          <p14:tracePt t="123542" x="6621463" y="5443538"/>
          <p14:tracePt t="123559" x="6596063" y="5407025"/>
          <p14:tracePt t="123574" x="6596063" y="5381625"/>
          <p14:tracePt t="123575" x="6584950" y="5368925"/>
          <p14:tracePt t="123592" x="6584950" y="5318125"/>
          <p14:tracePt t="123611" x="6584950" y="5281613"/>
          <p14:tracePt t="123625" x="6572250" y="5243513"/>
          <p14:tracePt t="123658" x="6572250" y="5205413"/>
          <p14:tracePt t="123679" x="6608763" y="5143500"/>
          <p14:tracePt t="123697" x="6659563" y="5105400"/>
          <p14:tracePt t="123710" x="6684963" y="5081588"/>
          <p14:tracePt t="123722" x="6696075" y="5081588"/>
          <p14:tracePt t="123739" x="6734175" y="5068888"/>
          <p14:tracePt t="123758" x="6784975" y="5068888"/>
          <p14:tracePt t="123779" x="6846888" y="5118100"/>
          <p14:tracePt t="123790" x="6872288" y="5205413"/>
          <p14:tracePt t="123810" x="6910388" y="5256213"/>
          <p14:tracePt t="123823" x="6934200" y="5294313"/>
          <p14:tracePt t="123838" x="6934200" y="5305425"/>
          <p14:tracePt t="123889" x="6934200" y="5318125"/>
          <p14:tracePt t="123908" x="6934200" y="5330825"/>
          <p14:tracePt t="123930" x="6897688" y="5381625"/>
          <p14:tracePt t="123946" x="6821488" y="5443538"/>
          <p14:tracePt t="123959" x="6772275" y="5481638"/>
          <p14:tracePt t="123980" x="6646863" y="5556250"/>
          <p14:tracePt t="123993" x="6634163" y="5568950"/>
          <p14:tracePt t="124013" x="6596063" y="5568950"/>
          <p14:tracePt t="124039" x="6596063" y="5581650"/>
          <p14:tracePt t="124057" x="6584950" y="5581650"/>
          <p14:tracePt t="124079" x="6572250" y="5581650"/>
          <p14:tracePt t="124111" x="6559550" y="5607050"/>
          <p14:tracePt t="124124" x="6546850" y="5607050"/>
          <p14:tracePt t="124140" x="6534150" y="5607050"/>
          <p14:tracePt t="124158" x="6534150" y="5619750"/>
          <p14:tracePt t="124178" x="6521450" y="5619750"/>
          <p14:tracePt t="124207" x="6508750" y="5643563"/>
          <p14:tracePt t="155793" x="6496050" y="5643563"/>
          <p14:tracePt t="155825" x="6496050" y="5656263"/>
          <p14:tracePt t="155843" x="6483350" y="5656263"/>
          <p14:tracePt t="155862" x="6446838" y="5681663"/>
          <p14:tracePt t="155877" x="6434138" y="5694363"/>
          <p14:tracePt t="155888" x="6396038" y="5732463"/>
          <p14:tracePt t="155911" x="6321425" y="5768975"/>
          <p14:tracePt t="155919" x="6308725" y="5794375"/>
          <p14:tracePt t="155942" x="6259513" y="5807075"/>
          <p14:tracePt t="155961" x="6234113" y="5832475"/>
          <p14:tracePt t="155996" x="6221413" y="5843588"/>
          <p14:tracePt t="156010" x="6134100" y="5932488"/>
          <p14:tracePt t="156025" x="6057900" y="6007100"/>
          <p14:tracePt t="156041" x="5970588" y="6094413"/>
          <p14:tracePt t="156062" x="5870575" y="6207125"/>
          <p14:tracePt t="156073" x="5845175" y="6232525"/>
          <p14:tracePt t="156091" x="5832475" y="6257925"/>
          <p14:tracePt t="156111" x="5783263" y="6307138"/>
          <p14:tracePt t="156126" x="5745163" y="6332538"/>
          <p14:tracePt t="156144" x="5708650" y="6345238"/>
          <p14:tracePt t="156172" x="5683250" y="6357938"/>
          <p14:tracePt t="156190" x="5670550" y="6357938"/>
          <p14:tracePt t="156212" x="5645150" y="6370638"/>
          <p14:tracePt t="156225" x="5632450" y="6370638"/>
          <p14:tracePt t="156244" x="5619750" y="6370638"/>
          <p14:tracePt t="156257" x="5595938" y="6370638"/>
          <p14:tracePt t="156279" x="5570538" y="6370638"/>
          <p14:tracePt t="156289" x="5545138" y="6370638"/>
          <p14:tracePt t="156323" x="5495925" y="6370638"/>
          <p14:tracePt t="156329" x="5383213" y="6370638"/>
          <p14:tracePt t="156342" x="5294313" y="6370638"/>
          <p14:tracePt t="156360" x="5245100" y="6370638"/>
          <p14:tracePt t="156378" x="5207000" y="6370638"/>
          <p14:tracePt t="156389" x="5194300" y="6370638"/>
          <p14:tracePt t="156411" x="5157788" y="6370638"/>
          <p14:tracePt t="156424" x="5145088" y="6370638"/>
          <p14:tracePt t="156442" x="5119688" y="6381750"/>
          <p14:tracePt t="156460" x="5094288" y="6381750"/>
          <p14:tracePt t="156478" x="5081588" y="6381750"/>
          <p14:tracePt t="156490" x="5081588" y="6394450"/>
          <p14:tracePt t="156512" x="5170488" y="6445250"/>
          <p14:tracePt t="156711" x="4656138" y="6257925"/>
          <p14:tracePt t="156719" x="4268788" y="6107113"/>
          <p14:tracePt t="156743" x="3429000" y="5819775"/>
          <p14:tracePt t="156762" x="3192463" y="5743575"/>
          <p14:tracePt t="156774" x="2979738" y="5694363"/>
          <p14:tracePt t="156791" x="2854325" y="5681663"/>
          <p14:tracePt t="156811" x="2816225" y="5681663"/>
          <p14:tracePt t="156826" x="2790825" y="5681663"/>
          <p14:tracePt t="156844" x="2778125" y="5681663"/>
          <p14:tracePt t="156891" x="2754313" y="5681663"/>
          <p14:tracePt t="156977" x="2754313" y="5694363"/>
          <p14:tracePt t="156993" x="2754313" y="5732463"/>
          <p14:tracePt t="157010" x="2767013" y="5743575"/>
          <p14:tracePt t="157025" x="2790825" y="5756275"/>
          <p14:tracePt t="157048" x="2816225" y="5756275"/>
          <p14:tracePt t="157062" x="2879725" y="5756275"/>
          <p14:tracePt t="157079" x="2967038" y="5756275"/>
          <p14:tracePt t="157095" x="3003550" y="5756275"/>
          <p14:tracePt t="157109" x="3054350" y="5756275"/>
          <p14:tracePt t="157126" x="3205163" y="5719763"/>
          <p14:tracePt t="157148" x="3317875" y="5707063"/>
          <p14:tracePt t="157162" x="3579813" y="5681663"/>
          <p14:tracePt t="157178" x="3930650" y="5643563"/>
          <p14:tracePt t="157190" x="4130675" y="5594350"/>
          <p14:tracePt t="157212" x="4481513" y="5543550"/>
          <p14:tracePt t="157228" x="4781550" y="5468938"/>
          <p14:tracePt t="157247" x="5194300" y="5418138"/>
          <p14:tracePt t="157259" x="5294313" y="5418138"/>
          <p14:tracePt t="157277" x="5419725" y="5407025"/>
          <p14:tracePt t="157292" x="5495925" y="5407025"/>
          <p14:tracePt t="157305" x="5519738" y="5407025"/>
          <p14:tracePt t="157446" x="5532438" y="5407025"/>
          <p14:tracePt t="157479" x="5557838" y="5407025"/>
          <p14:tracePt t="157495" x="5595938" y="5407025"/>
          <p14:tracePt t="157526" x="5619750" y="5443538"/>
          <p14:tracePt t="157547" x="5670550" y="5468938"/>
          <p14:tracePt t="157561" x="5719763" y="5481638"/>
          <p14:tracePt t="157578" x="5783263" y="5481638"/>
          <p14:tracePt t="157594" x="5883275" y="5518150"/>
          <p14:tracePt t="157607" x="6034088" y="5530850"/>
          <p14:tracePt t="157632" x="6183313" y="5530850"/>
          <p14:tracePt t="157652" x="6196013" y="5556250"/>
          <p14:tracePt t="157661" x="6246813" y="5556250"/>
          <p14:tracePt t="157679" x="6459538" y="5556250"/>
          <p14:tracePt t="157695" x="6521450" y="5568950"/>
          <p14:tracePt t="157726" x="6584950" y="5607050"/>
          <p14:tracePt t="157846" x="6584950" y="5619750"/>
          <p14:tracePt t="157872" x="6596063" y="5643563"/>
          <p14:tracePt t="157881" x="6608763" y="5643563"/>
          <p14:tracePt t="157912" x="6621463" y="5681663"/>
          <p14:tracePt t="157928" x="6634163" y="5681663"/>
          <p14:tracePt t="157946" x="6659563" y="5694363"/>
          <p14:tracePt t="157970" x="6684963" y="5719763"/>
          <p14:tracePt t="157977" x="6684963" y="5732463"/>
          <p14:tracePt t="157996" x="6696075" y="5743575"/>
          <p14:tracePt t="158008" x="6721475" y="5756275"/>
          <p14:tracePt t="158023" x="6721475" y="5768975"/>
          <p14:tracePt t="158063" x="6759575" y="5794375"/>
          <p14:tracePt t="158079" x="6772275" y="5807075"/>
          <p14:tracePt t="158111" x="6784975" y="5819775"/>
          <p14:tracePt t="158131" x="6784975" y="5832475"/>
          <p14:tracePt t="158152" x="6797675" y="5843588"/>
          <p14:tracePt t="158178" x="6797675" y="5868988"/>
          <p14:tracePt t="158194" x="6797675" y="5881688"/>
          <p14:tracePt t="158230" x="6797675" y="5894388"/>
          <p14:tracePt t="158246" x="6797675" y="5907088"/>
          <p14:tracePt t="158328" x="6797675" y="5919788"/>
          <p14:tracePt t="158352" x="6808788" y="5919788"/>
          <p14:tracePt t="158967" x="6808788" y="5932488"/>
          <p14:tracePt t="158987" x="6808788" y="5945188"/>
          <p14:tracePt t="158996" x="6808788" y="5956300"/>
          <p14:tracePt t="159013" x="6808788" y="5981700"/>
          <p14:tracePt t="159031" x="6797675" y="5994400"/>
          <p14:tracePt t="159068" x="6797675" y="6007100"/>
          <p14:tracePt t="159088" x="6784975" y="6019800"/>
          <p14:tracePt t="159215" x="6772275" y="6056313"/>
          <p14:tracePt t="159230" x="6759575" y="6056313"/>
          <p14:tracePt t="159271" x="6746875" y="6069013"/>
          <p14:tracePt t="159318" x="6734175" y="6081713"/>
          <p14:tracePt t="159335" x="6734175" y="6094413"/>
          <p14:tracePt t="159352" x="6721475" y="6107113"/>
          <p14:tracePt t="159374" x="6696075" y="6119813"/>
          <p14:tracePt t="159387" x="6684963" y="6145213"/>
          <p14:tracePt t="159395" x="6672263" y="6145213"/>
          <p14:tracePt t="159419" x="6646863" y="6157913"/>
          <p14:tracePt t="159435" x="6634163" y="6169025"/>
          <p14:tracePt t="159567" x="6621463" y="6181725"/>
          <p14:tracePt t="159653" x="6608763" y="6181725"/>
          <p14:tracePt t="160687" x="6572250" y="6181725"/>
          <p14:tracePt t="160735" x="6534150" y="6181725"/>
          <p14:tracePt t="160752" x="6496050" y="6181725"/>
          <p14:tracePt t="160774" x="6408738" y="6169025"/>
          <p14:tracePt t="160788" x="6396038" y="6157913"/>
          <p14:tracePt t="160806" x="6370638" y="6132513"/>
          <p14:tracePt t="160834" x="6334125" y="6119813"/>
          <p14:tracePt t="160840" x="6283325" y="6119813"/>
          <p14:tracePt t="160857" x="6146800" y="6069013"/>
          <p14:tracePt t="160871" x="6034088" y="6019800"/>
          <p14:tracePt t="160888" x="5895975" y="5945188"/>
          <p14:tracePt t="160900" x="5832475" y="5907088"/>
          <p14:tracePt t="160921" x="5419725" y="5743575"/>
          <p14:tracePt t="160937" x="5270500" y="5630863"/>
          <p14:tracePt t="160954" x="5081588" y="5518150"/>
          <p14:tracePt t="160977" x="4843463" y="5394325"/>
          <p14:tracePt t="160992" x="4732338" y="5218113"/>
          <p14:tracePt t="161002" x="4668838" y="5130800"/>
          <p14:tracePt t="161023" x="4443413" y="4768850"/>
          <p14:tracePt t="161033" x="4343400" y="4643438"/>
          <p14:tracePt t="161057" x="4205288" y="4367213"/>
          <p14:tracePt t="161076" x="4156075" y="4167188"/>
          <p14:tracePt t="161086" x="4068763" y="3967163"/>
          <p14:tracePt t="161104" x="4030663" y="3803650"/>
          <p14:tracePt t="161117" x="3968750" y="3692525"/>
          <p14:tracePt t="161118" x="3930650" y="3616325"/>
          <p14:tracePt t="161140" x="3930650" y="3603625"/>
          <p14:tracePt t="161857" x="4156075" y="3754438"/>
          <p14:tracePt t="161876" x="4205288" y="3803650"/>
          <p14:tracePt t="162008" x="4192588" y="3892550"/>
          <p14:tracePt t="162020" x="4192588" y="3905250"/>
          <p14:tracePt t="162158" x="4518025" y="4029075"/>
          <p14:tracePt t="162177" x="4668838" y="4067175"/>
          <p14:tracePt t="162187" x="4694238" y="4092575"/>
          <p14:tracePt t="162205" x="4706938" y="4105275"/>
          <p14:tracePt t="162263" x="4743450" y="4117975"/>
          <p14:tracePt t="162272" x="4743450" y="4129088"/>
          <p14:tracePt t="162288" x="4743450" y="4192588"/>
          <p14:tracePt t="162307" x="4743450" y="4305300"/>
          <p14:tracePt t="162320" x="4643438" y="4530725"/>
          <p14:tracePt t="162338" x="4506913" y="4779963"/>
          <p14:tracePt t="162347" x="4443413" y="4856163"/>
          <p14:tracePt t="162366" x="4294188" y="5318125"/>
          <p14:tracePt t="162376" x="4230688" y="5481638"/>
          <p14:tracePt t="162388" x="4205288" y="5630863"/>
          <p14:tracePt t="162408" x="4205288" y="6145213"/>
          <p14:tracePt t="162422" x="4318000" y="6394450"/>
          <p14:tracePt t="162439" x="4530725" y="6696075"/>
          <p14:tracePt t="162680" x="6321425" y="6757988"/>
          <p14:tracePt t="162689" x="6321425" y="6683375"/>
          <p14:tracePt t="162708" x="6259513" y="6507163"/>
          <p14:tracePt t="162720" x="6121400" y="6294438"/>
          <p14:tracePt t="162739" x="6034088" y="6157913"/>
          <p14:tracePt t="162767" x="5845175" y="5919788"/>
          <p14:tracePt t="162781" x="5757863" y="5856288"/>
          <p14:tracePt t="162793" x="5557838" y="5732463"/>
          <p14:tracePt t="162804" x="5495925" y="5681663"/>
          <p14:tracePt t="162826" x="5294313" y="5530850"/>
          <p14:tracePt t="162835" x="5257800" y="5494338"/>
          <p14:tracePt t="162843" x="5181600" y="5481638"/>
          <p14:tracePt t="162866" x="5157788" y="5468938"/>
          <p14:tracePt t="162921" x="5145088" y="5468938"/>
          <p14:tracePt t="162974" x="5145088" y="5456238"/>
          <p14:tracePt t="163006" x="5145088" y="5494338"/>
          <p14:tracePt t="163025" x="5181600" y="5568950"/>
          <p14:tracePt t="163036" x="5245100" y="5630863"/>
          <p14:tracePt t="163048" x="5407025" y="5756275"/>
          <p14:tracePt t="163067" x="5507038" y="5881688"/>
          <p14:tracePt t="163080" x="5657850" y="5945188"/>
          <p14:tracePt t="163094" x="5732463" y="6007100"/>
          <p14:tracePt t="163105" x="5757863" y="6007100"/>
          <p14:tracePt t="163179" x="5757863" y="5981700"/>
          <p14:tracePt t="163200" x="5757863" y="5945188"/>
          <p14:tracePt t="163265" x="5757863" y="5919788"/>
          <p14:tracePt t="163475" x="5757863" y="5907088"/>
          <p14:tracePt t="163629" x="5770563" y="5907088"/>
          <p14:tracePt t="163630" x="5821363" y="5907088"/>
          <p14:tracePt t="163668" x="6157913" y="5781675"/>
          <p14:tracePt t="163681" x="6308725" y="5694363"/>
          <p14:tracePt t="163694" x="6446838" y="5630863"/>
          <p14:tracePt t="163697" x="6521450" y="5543550"/>
          <p14:tracePt t="163716" x="6596063" y="5430838"/>
          <p14:tracePt t="163726" x="6646863" y="5343525"/>
          <p14:tracePt t="163740" x="6696075" y="5294313"/>
          <p14:tracePt t="163751" x="6734175" y="5181600"/>
          <p14:tracePt t="163770" x="6734175" y="5081588"/>
          <p14:tracePt t="163782" x="6734175" y="5005388"/>
          <p14:tracePt t="163800" x="6696075" y="4943475"/>
          <p14:tracePt t="163807" x="6672263" y="4905375"/>
          <p14:tracePt t="163829" x="6608763" y="4843463"/>
          <p14:tracePt t="163838" x="6572250" y="4756150"/>
          <p14:tracePt t="163864" x="6383338" y="4579938"/>
          <p14:tracePt t="163888" x="6146800" y="4430713"/>
          <p14:tracePt t="163901" x="6083300" y="4405313"/>
          <p14:tracePt t="163915" x="5970588" y="4354513"/>
          <p14:tracePt t="163924" x="5932488" y="4354513"/>
          <p14:tracePt t="163942" x="5870575" y="4341813"/>
          <p14:tracePt t="163970" x="5808663" y="4341813"/>
          <p14:tracePt t="163982" x="5757863" y="4341813"/>
          <p14:tracePt t="163995" x="5732463" y="4341813"/>
          <p14:tracePt t="164017" x="5670550" y="4367213"/>
          <p14:tracePt t="164110" x="5657850" y="4379913"/>
          <p14:tracePt t="164165" x="5632450" y="4379913"/>
          <p14:tracePt t="164199" x="5632450" y="4392613"/>
          <p14:tracePt t="164217" x="5632450" y="4418013"/>
          <p14:tracePt t="164232" x="5645150" y="4443413"/>
          <p14:tracePt t="164239" x="5670550" y="4479925"/>
          <p14:tracePt t="164268" x="5670550" y="4492625"/>
          <p14:tracePt t="166499" x="5670550" y="4518025"/>
          <p14:tracePt t="166516" x="7034213" y="3741738"/>
          <p14:tracePt t="166536" x="7673975" y="3454400"/>
          <p14:tracePt t="166547" x="8061325" y="3216275"/>
          <p14:tracePt t="166571" x="9075738" y="2803525"/>
          <p14:tracePt t="166589" x="9099550" y="2778125"/>
          <p14:tracePt t="166836" x="9012238" y="2890838"/>
          <p14:tracePt t="166848" x="8899525" y="2928938"/>
          <p14:tracePt t="166861" x="8812213" y="3016250"/>
          <p14:tracePt t="166862" x="8586788" y="3141663"/>
          <p14:tracePt t="166887" x="7146925" y="3441700"/>
          <p14:tracePt t="166905" x="6772275" y="3441700"/>
          <p14:tracePt t="166916" x="6672263" y="3416300"/>
          <p14:tracePt t="166937" x="6359525" y="3341688"/>
          <p14:tracePt t="166947" x="6221413" y="3341688"/>
          <p14:tracePt t="166972" x="5357813" y="3267075"/>
          <p14:tracePt t="166995" x="5170488" y="3267075"/>
          <p14:tracePt t="167006" x="5106988" y="3267075"/>
          <p14:tracePt t="167017" x="5094288" y="3267075"/>
          <p14:tracePt t="167037" x="4981575" y="3267075"/>
          <p14:tracePt t="167038" x="4945063" y="3267075"/>
          <p14:tracePt t="167049" x="4881563" y="3267075"/>
          <p14:tracePt t="167074" x="4794250" y="3267075"/>
          <p14:tracePt t="167095" x="4681538" y="3241675"/>
          <p14:tracePt t="167106" x="4619625" y="3216275"/>
          <p14:tracePt t="167116" x="4530725" y="3203575"/>
          <p14:tracePt t="167136" x="4468813" y="3154363"/>
          <p14:tracePt t="167175" x="4430713" y="3128963"/>
          <p14:tracePt t="167221" x="4406900" y="3103563"/>
          <p14:tracePt t="167286" x="4394200" y="3103563"/>
          <p14:tracePt t="167335" x="4430713" y="3003550"/>
          <p14:tracePt t="167351" x="4430713" y="2990850"/>
          <p14:tracePt t="167548" x="4394200" y="2990850"/>
          <p14:tracePt t="167580" x="4318000" y="3041650"/>
          <p14:tracePt t="167592" x="4305300" y="3065463"/>
          <p14:tracePt t="167605" x="4281488" y="3065463"/>
          <p14:tracePt t="167607" x="4256088" y="3103563"/>
          <p14:tracePt t="167627" x="4256088" y="3178175"/>
          <p14:tracePt t="167635" x="4230688" y="3216275"/>
          <p14:tracePt t="167651" x="4230688" y="3341688"/>
          <p14:tracePt t="167660" x="4230688" y="3441700"/>
          <p14:tracePt t="167678" x="4281488" y="3703638"/>
          <p14:tracePt t="167688" x="4281488" y="3754438"/>
          <p14:tracePt t="167711" x="4330700" y="3905250"/>
          <p14:tracePt t="167719" x="4356100" y="3929063"/>
          <p14:tracePt t="167737" x="4356100" y="3979863"/>
          <p14:tracePt t="167773" x="4356100" y="3992563"/>
          <p14:tracePt t="167795" x="4356100" y="4017963"/>
          <p14:tracePt t="167839" x="4356100" y="4029075"/>
          <p14:tracePt t="167862" x="4356100" y="4054475"/>
          <p14:tracePt t="167893" x="4356100" y="4067175"/>
          <p14:tracePt t="167908" x="4356100" y="4092575"/>
          <p14:tracePt t="167926" x="4343400" y="4117975"/>
          <p14:tracePt t="167936" x="4330700" y="4141788"/>
          <p14:tracePt t="167951" x="4294188" y="4167188"/>
          <p14:tracePt t="167981" x="4256088" y="4205288"/>
          <p14:tracePt t="167992" x="4217988" y="4230688"/>
          <p14:tracePt t="168010" x="4168775" y="4241800"/>
          <p14:tracePt t="168028" x="4156075" y="4241800"/>
          <p14:tracePt t="168037" x="4117975" y="4241800"/>
          <p14:tracePt t="168054" x="4092575" y="4241800"/>
          <p14:tracePt t="168073" x="4056063" y="4241800"/>
          <p14:tracePt t="168097" x="4005263" y="4205288"/>
          <p14:tracePt t="168110" x="3979863" y="4179888"/>
          <p14:tracePt t="168119" x="3979863" y="4141788"/>
          <p14:tracePt t="168144" x="3943350" y="4041775"/>
          <p14:tracePt t="168151" x="3930650" y="4017963"/>
          <p14:tracePt t="168177" x="3930650" y="3967163"/>
          <p14:tracePt t="168191" x="3905250" y="3916363"/>
          <p14:tracePt t="168220" x="3905250" y="3867150"/>
          <p14:tracePt t="168224" x="3905250" y="3841750"/>
          <p14:tracePt t="168233" x="3905250" y="3816350"/>
          <p14:tracePt t="168251" x="3905250" y="3792538"/>
          <p14:tracePt t="168277" x="3905250" y="3667125"/>
          <p14:tracePt t="168291" x="3943350" y="3579813"/>
          <p14:tracePt t="168314" x="4068763" y="3341688"/>
          <p14:tracePt t="168325" x="4143375" y="3254375"/>
          <p14:tracePt t="168326" x="4243388" y="3141663"/>
          <p14:tracePt t="168338" x="4268788" y="3078163"/>
          <p14:tracePt t="168343" x="4343400" y="2990850"/>
          <p14:tracePt t="168352" x="4381500" y="2928938"/>
          <p14:tracePt t="168362" x="4430713" y="2865438"/>
          <p14:tracePt t="168382" x="4556125" y="2765425"/>
          <p14:tracePt t="168395" x="4568825" y="2740025"/>
          <p14:tracePt t="168404" x="4619625" y="2728913"/>
          <p14:tracePt t="168407" x="4656138" y="2678113"/>
          <p14:tracePt t="168426" x="4794250" y="2590800"/>
          <p14:tracePt t="168435" x="4832350" y="2565400"/>
          <p14:tracePt t="168461" x="4932363" y="2439988"/>
          <p14:tracePt t="168480" x="5181600" y="2303463"/>
          <p14:tracePt t="168492" x="5207000" y="2290763"/>
          <p14:tracePt t="168510" x="5457825" y="2190750"/>
          <p14:tracePt t="168529" x="5607050" y="2101850"/>
          <p14:tracePt t="168542" x="5783263" y="2065338"/>
          <p14:tracePt t="168554" x="5845175" y="2052638"/>
          <p14:tracePt t="168576" x="6034088" y="2039938"/>
          <p14:tracePt t="168597" x="6121400" y="2052638"/>
          <p14:tracePt t="168604" x="6157913" y="2065338"/>
          <p14:tracePt t="168619" x="6283325" y="2089150"/>
          <p14:tracePt t="168650" x="6508750" y="2152650"/>
          <p14:tracePt t="168682" x="6696075" y="2201863"/>
          <p14:tracePt t="168694" x="6746875" y="2227263"/>
          <p14:tracePt t="168711" x="6784975" y="2252663"/>
          <p14:tracePt t="168729" x="6834188" y="2290763"/>
          <p14:tracePt t="168743" x="6872288" y="2327275"/>
          <p14:tracePt t="168759" x="6910388" y="2378075"/>
          <p14:tracePt t="168777" x="6946900" y="2427288"/>
          <p14:tracePt t="168796" x="6946900" y="2490788"/>
          <p14:tracePt t="168813" x="6972300" y="2527300"/>
          <p14:tracePt t="168824" x="6972300" y="2616200"/>
          <p14:tracePt t="168857" x="6972300" y="2752725"/>
          <p14:tracePt t="168876" x="6959600" y="2828925"/>
          <p14:tracePt t="168897" x="6910388" y="2952750"/>
          <p14:tracePt t="168906" x="6872288" y="3003550"/>
          <p14:tracePt t="168922" x="6772275" y="3090863"/>
          <p14:tracePt t="168948" x="6646863" y="3203575"/>
          <p14:tracePt t="168959" x="6521450" y="3290888"/>
          <p14:tracePt t="168978" x="6296025" y="3416300"/>
          <p14:tracePt t="168998" x="6045200" y="3616325"/>
          <p14:tracePt t="169008" x="5945188" y="3654425"/>
          <p14:tracePt t="169027" x="5719763" y="3741738"/>
          <p14:tracePt t="169040" x="5495925" y="3841750"/>
          <p14:tracePt t="169055" x="5281613" y="3879850"/>
          <p14:tracePt t="169065" x="5145088" y="3916363"/>
          <p14:tracePt t="169093" x="4956175" y="3916363"/>
          <p14:tracePt t="169112" x="4732338" y="3967163"/>
          <p14:tracePt t="169129" x="4568825" y="3967163"/>
          <p14:tracePt t="169142" x="4518025" y="3967163"/>
          <p14:tracePt t="169159" x="4418013" y="3967163"/>
          <p14:tracePt t="169177" x="4356100" y="3979863"/>
          <p14:tracePt t="169197" x="4268788" y="4017963"/>
          <p14:tracePt t="169208" x="4168775" y="4017963"/>
          <p14:tracePt t="169231" x="4081463" y="4017963"/>
          <p14:tracePt t="169245" x="4056063" y="4017963"/>
          <p14:tracePt t="169277" x="4043363" y="4017963"/>
          <p14:tracePt t="169296" x="4017963" y="3967163"/>
          <p14:tracePt t="169308" x="4005263" y="3905250"/>
          <p14:tracePt t="169328" x="3979863" y="3767138"/>
          <p14:tracePt t="169339" x="3968750" y="3716338"/>
          <p14:tracePt t="169342" x="3968750" y="3641725"/>
          <p14:tracePt t="169357" x="3968750" y="3579813"/>
          <p14:tracePt t="169359" x="3968750" y="3503613"/>
          <p14:tracePt t="169378" x="4030663" y="3367088"/>
          <p14:tracePt t="169397" x="4130675" y="3154363"/>
          <p14:tracePt t="169409" x="4268788" y="2916238"/>
          <p14:tracePt t="169428" x="4406900" y="2765425"/>
          <p14:tracePt t="169450" x="4719638" y="2490788"/>
          <p14:tracePt t="169463" x="4806950" y="2390775"/>
          <p14:tracePt t="169478" x="4843463" y="2327275"/>
          <p14:tracePt t="169498" x="4881563" y="2278063"/>
          <p14:tracePt t="169508" x="4932363" y="2265363"/>
          <p14:tracePt t="169526" x="5106988" y="2165350"/>
          <p14:tracePt t="169548" x="5207000" y="2114550"/>
          <p14:tracePt t="169560" x="5383213" y="2089150"/>
          <p14:tracePt t="169578" x="5645150" y="2027238"/>
          <p14:tracePt t="169591" x="5832475" y="2001838"/>
          <p14:tracePt t="169614" x="6034088" y="1978025"/>
          <p14:tracePt t="169626" x="6096000" y="1978025"/>
          <p14:tracePt t="169648" x="6259513" y="1939925"/>
          <p14:tracePt t="169657" x="6283325" y="1939925"/>
          <p14:tracePt t="169681" x="6421438" y="1939925"/>
          <p14:tracePt t="169694" x="6496050" y="1952625"/>
          <p14:tracePt t="169709" x="6546850" y="1978025"/>
          <p14:tracePt t="169728" x="6621463" y="1989138"/>
          <p14:tracePt t="169742" x="6672263" y="2027238"/>
          <p14:tracePt t="169755" x="6684963" y="2027238"/>
          <p14:tracePt t="169764" x="6696075" y="2039938"/>
          <p14:tracePt t="169775" x="6721475" y="2065338"/>
          <p14:tracePt t="169795" x="6721475" y="2078038"/>
          <p14:tracePt t="169813" x="6734175" y="2114550"/>
          <p14:tracePt t="169825" x="6759575" y="2178050"/>
          <p14:tracePt t="169847" x="6797675" y="2227263"/>
          <p14:tracePt t="169863" x="6797675" y="2278063"/>
          <p14:tracePt t="169881" x="6821488" y="2339975"/>
          <p14:tracePt t="169894" x="6821488" y="2390775"/>
          <p14:tracePt t="169912" x="6834188" y="2452688"/>
          <p14:tracePt t="169929" x="6834188" y="2552700"/>
          <p14:tracePt t="169941" x="6834188" y="2590800"/>
          <p14:tracePt t="169965" x="6821488" y="2690813"/>
          <p14:tracePt t="169966" x="6808788" y="2716213"/>
          <p14:tracePt t="169982" x="6734175" y="2790825"/>
          <p14:tracePt t="169996" x="6708775" y="2816225"/>
          <p14:tracePt t="170013" x="6621463" y="2865438"/>
          <p14:tracePt t="170014" x="6559550" y="2890838"/>
          <p14:tracePt t="170024" x="6534150" y="2928938"/>
          <p14:tracePt t="170045" x="6308725" y="2952750"/>
          <p14:tracePt t="170060" x="6157913" y="2965450"/>
          <p14:tracePt t="170079" x="5995988" y="2978150"/>
          <p14:tracePt t="170093" x="5932488" y="2978150"/>
          <p14:tracePt t="170115" x="5732463" y="2978150"/>
          <p14:tracePt t="170127" x="5619750" y="2978150"/>
          <p14:tracePt t="170149" x="5532438" y="2952750"/>
          <p14:tracePt t="170162" x="5407025" y="2916238"/>
          <p14:tracePt t="170181" x="5357813" y="2890838"/>
          <p14:tracePt t="170192" x="5345113" y="2890838"/>
          <p14:tracePt t="170211" x="5332413" y="2878138"/>
          <p14:tracePt t="170230" x="5332413" y="2865438"/>
          <p14:tracePt t="170258" x="5319713" y="2852738"/>
          <p14:tracePt t="170267" x="5319713" y="2828925"/>
          <p14:tracePt t="170278" x="5319713" y="2790825"/>
          <p14:tracePt t="170299" x="5319713" y="2728913"/>
          <p14:tracePt t="170310" x="5319713" y="2627313"/>
          <p14:tracePt t="170328" x="5319713" y="2540000"/>
          <p14:tracePt t="170340" x="5357813" y="2465388"/>
          <p14:tracePt t="170363" x="5407025" y="2365375"/>
          <p14:tracePt t="170382" x="5532438" y="2265363"/>
          <p14:tracePt t="170409" x="5570538" y="2252663"/>
          <p14:tracePt t="170428" x="5657850" y="2252663"/>
          <p14:tracePt t="170441" x="5832475" y="2252663"/>
          <p14:tracePt t="170459" x="6070600" y="2227263"/>
          <p14:tracePt t="170465" x="6196013" y="2214563"/>
          <p14:tracePt t="170482" x="6496050" y="2214563"/>
          <p14:tracePt t="170497" x="6708775" y="2214563"/>
          <p14:tracePt t="170514" x="6797675" y="2214563"/>
          <p14:tracePt t="170530" x="6884988" y="2227263"/>
          <p14:tracePt t="170545" x="6946900" y="2239963"/>
          <p14:tracePt t="170561" x="7010400" y="2265363"/>
          <p14:tracePt t="170583" x="7072313" y="2265363"/>
          <p14:tracePt t="170597" x="7085013" y="2278063"/>
          <p14:tracePt t="170767" x="7085013" y="2290763"/>
          <p14:tracePt t="172215" x="7085013" y="2303463"/>
          <p14:tracePt t="172257" x="7085013" y="2314575"/>
          <p14:tracePt t="172266" x="7085013" y="2327275"/>
          <p14:tracePt t="172292" x="7085013" y="2339975"/>
          <p14:tracePt t="172300" x="7085013" y="2352675"/>
          <p14:tracePt t="172315" x="7085013" y="2365375"/>
          <p14:tracePt t="172555" x="7072313" y="2378075"/>
          <p14:tracePt t="172607" x="7059613" y="2390775"/>
          <p14:tracePt t="172986" x="7059613" y="2403475"/>
          <p14:tracePt t="179004" x="7046913" y="2414588"/>
          <p14:tracePt t="179034" x="7021513" y="2414588"/>
          <p14:tracePt t="179085" x="7010400" y="2414588"/>
          <p14:tracePt t="179137" x="6985000" y="2414588"/>
          <p14:tracePt t="179186" x="6972300" y="2414588"/>
          <p14:tracePt t="179233" x="6959600" y="2414588"/>
          <p14:tracePt t="179253" x="6934200" y="2414588"/>
          <p14:tracePt t="179283" x="6921500" y="2414588"/>
          <p14:tracePt t="179318" x="6897688" y="2414588"/>
          <p14:tracePt t="179350" x="6884988" y="2427288"/>
          <p14:tracePt t="179369" x="6834188" y="2465388"/>
          <p14:tracePt t="179387" x="6821488" y="2465388"/>
          <p14:tracePt t="179404" x="6808788" y="2478088"/>
          <p14:tracePt t="179417" x="6784975" y="2478088"/>
          <p14:tracePt t="180339" x="6734175" y="2478088"/>
          <p14:tracePt t="180354" x="6684963" y="2503488"/>
          <p14:tracePt t="180370" x="6634163" y="2540000"/>
          <p14:tracePt t="180384" x="6584950" y="2565400"/>
          <p14:tracePt t="180396" x="6572250" y="2578100"/>
          <p14:tracePt t="180403" x="6546850" y="2603500"/>
          <p14:tracePt t="180425" x="6508750" y="2627313"/>
          <p14:tracePt t="180439" x="6472238" y="2652713"/>
          <p14:tracePt t="180455" x="6459538" y="2665413"/>
          <p14:tracePt t="180470" x="6446838" y="2665413"/>
          <p14:tracePt t="180507" x="6446838" y="2690813"/>
          <p14:tracePt t="180527" x="6434138" y="2703513"/>
          <p14:tracePt t="180687" x="6434138" y="2716213"/>
          <p14:tracePt t="181039" x="6396038" y="2740025"/>
          <p14:tracePt t="181056" x="6334125" y="2778125"/>
          <p14:tracePt t="181069" x="6321425" y="2803525"/>
          <p14:tracePt t="181088" x="6196013" y="2941638"/>
          <p14:tracePt t="181097" x="6121400" y="3065463"/>
          <p14:tracePt t="181115" x="6070600" y="3303588"/>
          <p14:tracePt t="181126" x="6034088" y="3467100"/>
          <p14:tracePt t="181137" x="6021388" y="3829050"/>
          <p14:tracePt t="181157" x="6096000" y="4305300"/>
          <p14:tracePt t="181169" x="6383338" y="4743450"/>
          <p14:tracePt t="181187" x="6634163" y="5092700"/>
          <p14:tracePt t="181213" x="7146925" y="5518150"/>
          <p14:tracePt t="181222" x="7285038" y="5681663"/>
          <p14:tracePt t="181247" x="7435850" y="5756275"/>
          <p14:tracePt t="181255" x="7435850" y="5768975"/>
          <p14:tracePt t="181278" x="7448550" y="5768975"/>
          <p14:tracePt t="181327" x="7472363" y="5768975"/>
          <p14:tracePt t="181372" x="7485063" y="5719763"/>
          <p14:tracePt t="181388" x="7485063" y="5694363"/>
          <p14:tracePt t="181416" x="7485063" y="5556250"/>
          <p14:tracePt t="181428" x="7485063" y="5518150"/>
          <p14:tracePt t="181439" x="7485063" y="5468938"/>
          <p14:tracePt t="181462" x="7448550" y="5343525"/>
          <p14:tracePt t="181472" x="7410450" y="5294313"/>
          <p14:tracePt t="181488" x="7397750" y="5181600"/>
          <p14:tracePt t="181516" x="7285038" y="4956175"/>
          <p14:tracePt t="181529" x="7246938" y="4805363"/>
          <p14:tracePt t="181544" x="7134225" y="4567238"/>
          <p14:tracePt t="181564" x="6997700" y="4318000"/>
          <p14:tracePt t="181574" x="6872288" y="4117975"/>
          <p14:tracePt t="181590" x="6784975" y="3979863"/>
          <p14:tracePt t="181612" x="6759575" y="3929063"/>
          <p14:tracePt t="181623" x="6708775" y="3867150"/>
          <p14:tracePt t="181649" x="6634163" y="3729038"/>
          <p14:tracePt t="181657" x="6608763" y="3654425"/>
          <p14:tracePt t="181671" x="6496050" y="3454400"/>
          <p14:tracePt t="181688" x="6472238" y="3378200"/>
          <p14:tracePt t="181715" x="6396038" y="3203575"/>
          <p14:tracePt t="181727" x="6383338" y="3154363"/>
          <p14:tracePt t="181749" x="6383338" y="3078163"/>
          <p14:tracePt t="181750" x="6383338" y="3054350"/>
          <p14:tracePt t="181760" x="6383338" y="3003550"/>
          <p14:tracePt t="181770" x="6383338" y="2952750"/>
          <p14:tracePt t="181787" x="6383338" y="2865438"/>
          <p14:tracePt t="181798" x="6383338" y="2803525"/>
          <p14:tracePt t="181817" x="6383338" y="2778125"/>
          <p14:tracePt t="181830" x="6383338" y="2740025"/>
          <p14:tracePt t="181846" x="6383338" y="2728913"/>
          <p14:tracePt t="181865" x="6396038" y="2690813"/>
          <p14:tracePt t="181876" x="6421438" y="2678113"/>
          <p14:tracePt t="181889" x="6446838" y="2640013"/>
          <p14:tracePt t="181912" x="6483350" y="2565400"/>
          <p14:tracePt t="181937" x="6534150" y="2516188"/>
          <p14:tracePt t="181949" x="6572250" y="2503488"/>
          <p14:tracePt t="181950" x="6572250" y="2490788"/>
          <p14:tracePt t="181962" x="6584950" y="2490788"/>
          <p14:tracePt t="181971" x="6621463" y="2478088"/>
          <p14:tracePt t="181988" x="6646863" y="2452688"/>
          <p14:tracePt t="181994" x="6659563" y="2452688"/>
          <p14:tracePt t="182012" x="6696075" y="2427288"/>
          <p14:tracePt t="182036" x="6759575" y="2378075"/>
          <p14:tracePt t="182048" x="6808788" y="2365375"/>
          <p14:tracePt t="182061" x="6834188" y="2339975"/>
          <p14:tracePt t="182071" x="6859588" y="2339975"/>
          <p14:tracePt t="182089" x="6910388" y="2327275"/>
          <p14:tracePt t="182116" x="6997700" y="2314575"/>
          <p14:tracePt t="182134" x="7097713" y="2314575"/>
          <p14:tracePt t="182147" x="7146925" y="2290763"/>
          <p14:tracePt t="182164" x="7246938" y="2290763"/>
          <p14:tracePt t="182173" x="7285038" y="2290763"/>
          <p14:tracePt t="182175" x="7348538" y="2290763"/>
          <p14:tracePt t="182195" x="7459663" y="2290763"/>
          <p14:tracePt t="182214" x="7597775" y="2303463"/>
          <p14:tracePt t="182236" x="7661275" y="2327275"/>
          <p14:tracePt t="182250" x="7697788" y="2352675"/>
          <p14:tracePt t="182266" x="7723188" y="2352675"/>
          <p14:tracePt t="182278" x="7748588" y="2365375"/>
          <p14:tracePt t="182286" x="7748588" y="2378075"/>
          <p14:tracePt t="182297" x="7761288" y="2378075"/>
          <p14:tracePt t="182315" x="7797800" y="2427288"/>
          <p14:tracePt t="182334" x="7835900" y="2465388"/>
          <p14:tracePt t="182349" x="7835900" y="2503488"/>
          <p14:tracePt t="182362" x="7861300" y="2540000"/>
          <p14:tracePt t="182372" x="7874000" y="2565400"/>
          <p14:tracePt t="182397" x="7897813" y="2616200"/>
          <p14:tracePt t="182398" x="7897813" y="2640013"/>
          <p14:tracePt t="182416" x="7910513" y="2690813"/>
          <p14:tracePt t="182431" x="7910513" y="2740025"/>
          <p14:tracePt t="182447" x="7910513" y="2765425"/>
          <p14:tracePt t="182465" x="7910513" y="2803525"/>
          <p14:tracePt t="182478" x="7910513" y="2816225"/>
          <p14:tracePt t="182496" x="7910513" y="2852738"/>
          <p14:tracePt t="182515" x="7910513" y="2890838"/>
          <p14:tracePt t="182527" x="7910513" y="2952750"/>
          <p14:tracePt t="182551" x="7874000" y="3016250"/>
          <p14:tracePt t="182582" x="7861300" y="3041650"/>
          <p14:tracePt t="182615" x="7861300" y="3054350"/>
          <p14:tracePt t="182649" x="7861300" y="3078163"/>
          <p14:tracePt t="182681" x="7861300" y="3090863"/>
          <p14:tracePt t="182689" x="7861300" y="3103563"/>
          <p14:tracePt t="182726" x="7861300" y="3116263"/>
          <p14:tracePt t="182749" x="7874000" y="3128963"/>
          <p14:tracePt t="182750" x="7874000" y="3141663"/>
          <p14:tracePt t="182762" x="7897813" y="3141663"/>
          <p14:tracePt t="182792" x="7923213" y="3154363"/>
          <p14:tracePt t="182799" x="7935913" y="3154363"/>
          <p14:tracePt t="182812" x="7948613" y="3154363"/>
          <p14:tracePt t="182848" x="7974013" y="3154363"/>
          <p14:tracePt t="182866" x="7986713" y="3154363"/>
          <p14:tracePt t="182879" x="8010525" y="3154363"/>
          <p14:tracePt t="182931" x="8023225" y="3154363"/>
          <p14:tracePt t="182979" x="8048625" y="3154363"/>
          <p14:tracePt t="182997" x="8061325" y="3141663"/>
          <p14:tracePt t="183061" x="8061325" y="3128963"/>
          <p14:tracePt t="183081" x="8061325" y="3103563"/>
          <p14:tracePt t="183090" x="8061325" y="3078163"/>
          <p14:tracePt t="183116" x="8061325" y="3054350"/>
          <p14:tracePt t="183130" x="8061325" y="3028950"/>
          <p14:tracePt t="183164" x="8061325" y="3016250"/>
          <p14:tracePt t="183177" x="8061325" y="2990850"/>
          <p14:tracePt t="183195" x="8061325" y="2978150"/>
          <p14:tracePt t="183214" x="8048625" y="2952750"/>
          <p14:tracePt t="183562" x="8048625" y="2941638"/>
          <p14:tracePt t="183762" x="8035925" y="2941638"/>
          <p14:tracePt t="184317" x="8023225" y="2941638"/>
          <p14:tracePt t="184362" x="8023225" y="2928938"/>
          <p14:tracePt t="184467" x="8010525" y="2916238"/>
          <p14:tracePt t="184496" x="8010525" y="2903538"/>
          <p14:tracePt t="184519" x="7999413" y="2903538"/>
          <p14:tracePt t="184548" x="7999413" y="2878138"/>
          <p14:tracePt t="184566" x="7986713" y="2852738"/>
          <p14:tracePt t="184579" x="7974013" y="2840038"/>
          <p14:tracePt t="184597" x="7974013" y="2828925"/>
          <p14:tracePt t="184625" x="7948613" y="2816225"/>
          <p14:tracePt t="184667" x="7935913" y="2803525"/>
          <p14:tracePt t="184681" x="7935913" y="2790825"/>
          <p14:tracePt t="184880" x="7923213" y="2790825"/>
          <p14:tracePt t="184894" x="7897813" y="2778125"/>
          <p14:tracePt t="184967" x="7886700" y="2778125"/>
          <p14:tracePt t="184978" x="7874000" y="2778125"/>
          <p14:tracePt t="184997" x="7861300" y="2778125"/>
          <p14:tracePt t="185034" x="7797800" y="2778125"/>
          <p14:tracePt t="185048" x="7710488" y="2816225"/>
          <p14:tracePt t="185067" x="7635875" y="2890838"/>
          <p14:tracePt t="185081" x="7597775" y="2928938"/>
          <p14:tracePt t="185098" x="7572375" y="2965450"/>
          <p14:tracePt t="185123" x="7535863" y="3016250"/>
          <p14:tracePt t="185134" x="7535863" y="3028950"/>
          <p14:tracePt t="185183" x="7535863" y="3041650"/>
          <p14:tracePt t="185200" x="7497763" y="3103563"/>
          <p14:tracePt t="185218" x="7472363" y="3128963"/>
          <p14:tracePt t="185244" x="7472363" y="3141663"/>
          <p14:tracePt t="185746" x="7448550" y="3078163"/>
          <p14:tracePt t="185756" x="7435850" y="3041650"/>
          <p14:tracePt t="185766" x="7423150" y="3028950"/>
          <p14:tracePt t="185780" x="7397750" y="3003550"/>
          <p14:tracePt t="185798" x="7397750" y="2990850"/>
          <p14:tracePt t="185826" x="7385050" y="2978150"/>
          <p14:tracePt t="185840" x="7372350" y="2965450"/>
          <p14:tracePt t="185853" x="7359650" y="2952750"/>
          <p14:tracePt t="185879" x="7310438" y="2916238"/>
          <p14:tracePt t="185903" x="7134225" y="2916238"/>
          <p14:tracePt t="185925" x="6985000" y="2916238"/>
          <p14:tracePt t="185934" x="6797675" y="2952750"/>
          <p14:tracePt t="185952" x="6672263" y="3065463"/>
          <p14:tracePt t="185974" x="6521450" y="3190875"/>
          <p14:tracePt t="185975" x="6421438" y="3254375"/>
          <p14:tracePt t="185984" x="6308725" y="3290888"/>
          <p14:tracePt t="185996" x="6259513" y="3328988"/>
          <p14:tracePt t="186027" x="5870575" y="3516313"/>
          <p14:tracePt t="186043" x="5770563" y="3590925"/>
          <p14:tracePt t="186058" x="5670550" y="3667125"/>
          <p14:tracePt t="186068" x="5619750" y="3729038"/>
          <p14:tracePt t="186071" x="5570538" y="3767138"/>
          <p14:tracePt t="186081" x="5532438" y="3829050"/>
          <p14:tracePt t="186104" x="5419725" y="4017963"/>
          <p14:tracePt t="186124" x="5357813" y="4117975"/>
          <p14:tracePt t="186135" x="5307013" y="4192588"/>
          <p14:tracePt t="186161" x="5270500" y="4341813"/>
          <p14:tracePt t="186171" x="5257800" y="4379913"/>
          <p14:tracePt t="186183" x="5257800" y="4454525"/>
          <p14:tracePt t="186203" x="5257800" y="4530725"/>
          <p14:tracePt t="186224" x="5257800" y="4618038"/>
          <p14:tracePt t="186236" x="5257800" y="4643438"/>
          <p14:tracePt t="186238" x="5257800" y="4656138"/>
          <p14:tracePt t="186250" x="5270500" y="4679950"/>
          <p14:tracePt t="186275" x="5294313" y="4718050"/>
          <p14:tracePt t="186337" x="5294313" y="4730750"/>
          <p14:tracePt t="186368" x="5307013" y="4743450"/>
          <p14:tracePt t="186426" x="5307013" y="4718050"/>
          <p14:tracePt t="186440" x="5245100" y="4630738"/>
          <p14:tracePt t="186457" x="5181600" y="4554538"/>
          <p14:tracePt t="186478" x="5068888" y="4430713"/>
          <p14:tracePt t="186490" x="5045075" y="4392613"/>
          <p14:tracePt t="186497" x="5032375" y="4367213"/>
          <p14:tracePt t="186526" x="4994275" y="4267200"/>
          <p14:tracePt t="186538" x="4994275" y="4254500"/>
          <p14:tracePt t="186563" x="4956175" y="4179888"/>
          <p14:tracePt t="186575" x="4956175" y="4129088"/>
          <p14:tracePt t="186590" x="4956175" y="4079875"/>
          <p14:tracePt t="186598" x="4945063" y="4041775"/>
          <p14:tracePt t="186608" x="4932363" y="4029075"/>
          <p14:tracePt t="186629" x="4932363" y="4005263"/>
          <p14:tracePt t="186644" x="4919663" y="3979863"/>
          <p14:tracePt t="186660" x="4919663" y="3954463"/>
          <p14:tracePt t="186671" x="4919663" y="3929063"/>
          <p14:tracePt t="186693" x="4919663" y="3916363"/>
          <p14:tracePt t="186755" x="4919663" y="3905250"/>
          <p14:tracePt t="186791" x="4919663" y="3892550"/>
          <p14:tracePt t="186926" x="4919663" y="3879850"/>
          <p14:tracePt t="186972" x="4956175" y="3879850"/>
          <p14:tracePt t="186985" x="4981575" y="3879850"/>
          <p14:tracePt t="187011" x="5106988" y="3916363"/>
          <p14:tracePt t="187030" x="5181600" y="3929063"/>
          <p14:tracePt t="187046" x="5345113" y="4005263"/>
          <p14:tracePt t="187063" x="5519738" y="4067175"/>
          <p14:tracePt t="187073" x="5670550" y="4129088"/>
          <p14:tracePt t="187099" x="5945188" y="4330700"/>
          <p14:tracePt t="187109" x="6259513" y="4467225"/>
          <p14:tracePt t="187128" x="6383338" y="4579938"/>
          <p14:tracePt t="187140" x="6483350" y="4618038"/>
          <p14:tracePt t="187159" x="6746875" y="4730750"/>
          <p14:tracePt t="187178" x="6872288" y="4768850"/>
          <p14:tracePt t="187192" x="6921500" y="4768850"/>
          <p14:tracePt t="187200" x="6934200" y="4768850"/>
          <p14:tracePt t="187228" x="6997700" y="4768850"/>
          <p14:tracePt t="187241" x="7046913" y="4756150"/>
          <p14:tracePt t="187264" x="7097713" y="4730750"/>
          <p14:tracePt t="187276" x="7123113" y="4718050"/>
          <p14:tracePt t="187292" x="7159625" y="4679950"/>
          <p14:tracePt t="187300" x="7172325" y="4667250"/>
          <p14:tracePt t="187308" x="7210425" y="4630738"/>
          <p14:tracePt t="187327" x="7259638" y="4592638"/>
          <p14:tracePt t="187342" x="7297738" y="4567238"/>
          <p14:tracePt t="187360" x="7348538" y="4530725"/>
          <p14:tracePt t="187377" x="7372350" y="4505325"/>
          <p14:tracePt t="187391" x="7385050" y="4492625"/>
          <p14:tracePt t="187400" x="7397750" y="4492625"/>
          <p14:tracePt t="187428" x="7397750" y="4479925"/>
          <p14:tracePt t="187462" x="7410450" y="4467225"/>
          <p14:tracePt t="187729" x="7448550" y="4467225"/>
          <p14:tracePt t="187740" x="7459663" y="4467225"/>
          <p14:tracePt t="187758" x="7485063" y="4467225"/>
          <p14:tracePt t="187776" x="7497763" y="4467225"/>
          <p14:tracePt t="187808" x="7510463" y="4467225"/>
          <p14:tracePt t="188609" x="7497763" y="4492625"/>
          <p14:tracePt t="188646" x="7459663" y="4530725"/>
          <p14:tracePt t="188656" x="7459663" y="4543425"/>
          <p14:tracePt t="188675" x="7448550" y="4543425"/>
          <p14:tracePt t="188689" x="7435850" y="4543425"/>
          <p14:tracePt t="188707" x="7410450" y="4554538"/>
          <p14:tracePt t="188827" x="7397750" y="4554538"/>
          <p14:tracePt t="188889" x="7385050" y="4554538"/>
          <p14:tracePt t="188926" x="7359650" y="4554538"/>
          <p14:tracePt t="188959" x="7310438" y="4530725"/>
          <p14:tracePt t="188976" x="7285038" y="4492625"/>
          <p14:tracePt t="188993" x="7235825" y="4479925"/>
          <p14:tracePt t="189010" x="7197725" y="4467225"/>
          <p14:tracePt t="189028" x="7146925" y="4454525"/>
          <p14:tracePt t="189042" x="7059613" y="4418013"/>
          <p14:tracePt t="189061" x="6910388" y="4379913"/>
          <p14:tracePt t="189080" x="6834188" y="4367213"/>
          <p14:tracePt t="189094" x="6672263" y="4318000"/>
          <p14:tracePt t="189106" x="6608763" y="4318000"/>
          <p14:tracePt t="189129" x="6359525" y="4267200"/>
          <p14:tracePt t="189148" x="6157913" y="4267200"/>
          <p14:tracePt t="189162" x="5957888" y="4267200"/>
          <p14:tracePt t="189174" x="5670550" y="4330700"/>
          <p14:tracePt t="189194" x="5495925" y="4405313"/>
          <p14:tracePt t="189205" x="5370513" y="4430713"/>
          <p14:tracePt t="189206" x="5194300" y="4505325"/>
          <p14:tracePt t="189230" x="4968875" y="4554538"/>
          <p14:tracePt t="189257" x="4743450" y="4656138"/>
          <p14:tracePt t="189278" x="4630738" y="4756150"/>
          <p14:tracePt t="189291" x="4594225" y="4779963"/>
          <p14:tracePt t="189314" x="4456113" y="4868863"/>
          <p14:tracePt t="189337" x="4406900" y="4905375"/>
          <p14:tracePt t="189347" x="4368800" y="4930775"/>
          <p14:tracePt t="189363" x="4330700" y="4956175"/>
          <p14:tracePt t="189374" x="4305300" y="4968875"/>
          <p14:tracePt t="189395" x="4281488" y="4968875"/>
          <p14:tracePt t="189410" x="4268788" y="4968875"/>
          <p14:tracePt t="189462" x="4256088" y="4968875"/>
          <p14:tracePt t="189491" x="4243388" y="4956175"/>
          <p14:tracePt t="189508" x="4243388" y="4905375"/>
          <p14:tracePt t="189517" x="4243388" y="4868863"/>
          <p14:tracePt t="189538" x="4243388" y="4743450"/>
          <p14:tracePt t="189552" x="4243388" y="4605338"/>
          <p14:tracePt t="189564" x="4256088" y="4518025"/>
          <p14:tracePt t="189576" x="4268788" y="4418013"/>
          <p14:tracePt t="189596" x="4281488" y="4330700"/>
          <p14:tracePt t="189606" x="4330700" y="4267200"/>
          <p14:tracePt t="189632" x="4356100" y="4179888"/>
          <p14:tracePt t="189656" x="4356100" y="4154488"/>
          <p14:tracePt t="189665" x="4368800" y="4141788"/>
          <p14:tracePt t="189851" x="4368800" y="4167188"/>
          <p14:tracePt t="189869" x="4368800" y="4179888"/>
          <p14:tracePt t="189870" x="4368800" y="4192588"/>
          <p14:tracePt t="189878" x="4368800" y="4217988"/>
          <p14:tracePt t="189909" x="4381500" y="4230688"/>
          <p14:tracePt t="189936" x="4381500" y="4241800"/>
          <p14:tracePt t="189996" x="4394200" y="4254500"/>
          <p14:tracePt t="190022" x="4406900" y="4254500"/>
          <p14:tracePt t="190054" x="4430713" y="4254500"/>
          <p14:tracePt t="190295" x="4443413" y="4267200"/>
          <p14:tracePt t="190335" x="4468813" y="4292600"/>
          <p14:tracePt t="190369" x="4481513" y="4292600"/>
          <p14:tracePt t="190377" x="4494213" y="4292600"/>
          <p14:tracePt t="190400" x="4530725" y="4292600"/>
          <p14:tracePt t="190408" x="4556125" y="4292600"/>
          <p14:tracePt t="190419" x="4581525" y="4292600"/>
          <p14:tracePt t="190438" x="4619625" y="4292600"/>
          <p14:tracePt t="190452" x="4630738" y="4292600"/>
          <p14:tracePt t="190485" x="4681538" y="4292600"/>
          <p14:tracePt t="190494" x="4719638" y="4292600"/>
          <p14:tracePt t="190511" x="4743450" y="4292600"/>
          <p14:tracePt t="190540" x="4843463" y="4292600"/>
          <p14:tracePt t="190552" x="4932363" y="4292600"/>
          <p14:tracePt t="190570" x="4994275" y="4292600"/>
          <p14:tracePt t="190577" x="5032375" y="4292600"/>
          <p14:tracePt t="190600" x="5081588" y="4292600"/>
          <p14:tracePt t="190800" x="5132388" y="4292600"/>
          <p14:tracePt t="190817" x="5232400" y="4318000"/>
          <p14:tracePt t="190838" x="5319713" y="4341813"/>
          <p14:tracePt t="190847" x="5383213" y="4379913"/>
          <p14:tracePt t="190875" x="5507038" y="4405313"/>
          <p14:tracePt t="190887" x="5619750" y="4405313"/>
          <p14:tracePt t="190904" x="5732463" y="4405313"/>
          <p14:tracePt t="190915" x="5783263" y="4405313"/>
          <p14:tracePt t="190936" x="5970588" y="4405313"/>
          <p14:tracePt t="190957" x="6070600" y="4405313"/>
          <p14:tracePt t="190967" x="6157913" y="4405313"/>
          <p14:tracePt t="190986" x="6234113" y="4379913"/>
          <p14:tracePt t="191007" x="6308725" y="4367213"/>
          <p14:tracePt t="191038" x="6321425" y="4367213"/>
          <p14:tracePt t="191211" x="6296025" y="4354513"/>
          <p14:tracePt t="191220" x="6270625" y="4354513"/>
          <p14:tracePt t="191240" x="6221413" y="4354513"/>
          <p14:tracePt t="191256" x="6146800" y="4354513"/>
          <p14:tracePt t="191274" x="6070600" y="4354513"/>
          <p14:tracePt t="191286" x="5970588" y="4392613"/>
          <p14:tracePt t="191298" x="5921375" y="4405313"/>
          <p14:tracePt t="191302" x="5870575" y="4430713"/>
          <p14:tracePt t="191316" x="5795963" y="4479925"/>
          <p14:tracePt t="191337" x="5632450" y="4592638"/>
          <p14:tracePt t="191358" x="5507038" y="4705350"/>
          <p14:tracePt t="191370" x="5419725" y="4779963"/>
          <p14:tracePt t="191389" x="5332413" y="4843463"/>
          <p14:tracePt t="191403" x="5245100" y="4905375"/>
          <p14:tracePt t="191421" x="5119688" y="4943475"/>
          <p14:tracePt t="191440" x="5032375" y="4943475"/>
          <p14:tracePt t="191454" x="4945063" y="4956175"/>
          <p14:tracePt t="191473" x="4819650" y="4981575"/>
          <p14:tracePt t="191484" x="4768850" y="4981575"/>
          <p14:tracePt t="191510" x="4568825" y="4981575"/>
          <p14:tracePt t="191542" x="4418013" y="4930775"/>
          <p14:tracePt t="191554" x="4356100" y="4905375"/>
          <p14:tracePt t="191573" x="4243388" y="4868863"/>
          <p14:tracePt t="191574" x="4181475" y="4830763"/>
          <p14:tracePt t="191584" x="4168775" y="4805363"/>
          <p14:tracePt t="191602" x="4056063" y="4743450"/>
          <p14:tracePt t="191616" x="3992563" y="4679950"/>
          <p14:tracePt t="191636" x="3917950" y="4656138"/>
          <p14:tracePt t="191657" x="3905250" y="4605338"/>
          <p14:tracePt t="191668" x="3892550" y="4605338"/>
          <p14:tracePt t="191687" x="3867150" y="4543425"/>
          <p14:tracePt t="191697" x="3867150" y="4518025"/>
          <p14:tracePt t="191722" x="3867150" y="4418013"/>
          <p14:tracePt t="191740" x="3867150" y="4341813"/>
          <p14:tracePt t="191755" x="3867150" y="4267200"/>
          <p14:tracePt t="191774" x="4005263" y="4129088"/>
          <p14:tracePt t="191785" x="4043363" y="4092575"/>
          <p14:tracePt t="191801" x="4243388" y="3979863"/>
          <p14:tracePt t="191820" x="4406900" y="3905250"/>
          <p14:tracePt t="191839" x="4581525" y="3854450"/>
          <p14:tracePt t="191855" x="4743450" y="3816350"/>
          <p14:tracePt t="191870" x="4806950" y="3779838"/>
          <p14:tracePt t="191890" x="4881563" y="3779838"/>
          <p14:tracePt t="191907" x="5081588" y="3754438"/>
          <p14:tracePt t="191922" x="5281613" y="3703638"/>
          <p14:tracePt t="191940" x="5383213" y="3703638"/>
          <p14:tracePt t="191955" x="5519738" y="3703638"/>
          <p14:tracePt t="191974" x="5645150" y="3703638"/>
          <p14:tracePt t="191984" x="5683250" y="3716338"/>
          <p14:tracePt t="192007" x="5821363" y="3779838"/>
          <p14:tracePt t="192021" x="5845175" y="3803650"/>
          <p14:tracePt t="192022" x="5895975" y="3829050"/>
          <p14:tracePt t="192042" x="5957888" y="3892550"/>
          <p14:tracePt t="192054" x="5957888" y="3967163"/>
          <p14:tracePt t="192073" x="6008688" y="4067175"/>
          <p14:tracePt t="192084" x="6021388" y="4092575"/>
          <p14:tracePt t="192109" x="6045200" y="4167188"/>
          <p14:tracePt t="192123" x="6045200" y="4267200"/>
          <p14:tracePt t="192137" x="6045200" y="4341813"/>
          <p14:tracePt t="192158" x="5995988" y="4443413"/>
          <p14:tracePt t="192170" x="5908675" y="4530725"/>
          <p14:tracePt t="192189" x="5607050" y="4630738"/>
          <p14:tracePt t="192202" x="5470525" y="4667250"/>
          <p14:tracePt t="192220" x="5219700" y="4730750"/>
          <p14:tracePt t="192238" x="4781550" y="4779963"/>
          <p14:tracePt t="192256" x="4568825" y="4868863"/>
          <p14:tracePt t="192273" x="4506913" y="4879975"/>
          <p14:tracePt t="192284" x="4418013" y="4879975"/>
          <p14:tracePt t="192310" x="4268788" y="4879975"/>
          <p14:tracePt t="192321" x="4230688" y="4879975"/>
          <p14:tracePt t="192339" x="4205288" y="4879975"/>
          <p14:tracePt t="193627" x="4205288" y="4868863"/>
          <p14:tracePt t="193643" x="4305300" y="4918075"/>
          <p14:tracePt t="193657" x="4343400" y="4930775"/>
          <p14:tracePt t="193847" x="4192588" y="4943475"/>
          <p14:tracePt t="193857" x="4092575" y="4905375"/>
          <p14:tracePt t="193873" x="4056063" y="4843463"/>
          <p14:tracePt t="193892" x="4056063" y="4830763"/>
          <p14:tracePt t="194048" x="4068763" y="4879975"/>
          <p14:tracePt t="194062" x="4068763" y="4892675"/>
          <p14:tracePt t="194063" x="4156075" y="4918075"/>
          <p14:tracePt t="194072" x="4192588" y="4930775"/>
          <p14:tracePt t="194092" x="4268788" y="4981575"/>
          <p14:tracePt t="194106" x="4305300" y="5018088"/>
          <p14:tracePt t="194123" x="4430713" y="5018088"/>
          <p14:tracePt t="194140" x="4481513" y="5018088"/>
          <p14:tracePt t="194165" x="4594225" y="4905375"/>
          <p14:tracePt t="194166" x="4630738" y="4868863"/>
          <p14:tracePt t="194191" x="4768850" y="4667250"/>
          <p14:tracePt t="194205" x="4768850" y="4605338"/>
          <p14:tracePt t="194221" x="4794250" y="4505325"/>
          <p14:tracePt t="194246" x="4794250" y="4330700"/>
          <p14:tracePt t="194248" x="4794250" y="4279900"/>
          <p14:tracePt t="194257" x="4756150" y="4241800"/>
          <p14:tracePt t="194275" x="4668838" y="4105275"/>
          <p14:tracePt t="194287" x="4543425" y="3941763"/>
          <p14:tracePt t="194312" x="4381500" y="3816350"/>
          <p14:tracePt t="194322" x="4318000" y="3779838"/>
          <p14:tracePt t="194334" x="4156075" y="3716338"/>
          <p14:tracePt t="194342" x="4092575" y="3703638"/>
          <p14:tracePt t="194366" x="3968750" y="3667125"/>
          <p14:tracePt t="194390" x="3830638" y="3667125"/>
          <p14:tracePt t="194410" x="3743325" y="3754438"/>
          <p14:tracePt t="194426" x="3705225" y="3867150"/>
          <p14:tracePt t="194444" x="3679825" y="4129088"/>
          <p14:tracePt t="194448" x="3679825" y="4305300"/>
          <p14:tracePt t="194457" x="3679825" y="4443413"/>
          <p14:tracePt t="194472" x="3817938" y="4730750"/>
          <p14:tracePt t="194491" x="4092575" y="5056188"/>
          <p14:tracePt t="194504" x="4506913" y="5330825"/>
          <p14:tracePt t="194521" x="5145088" y="5594350"/>
          <p14:tracePt t="194530" x="5419725" y="5607050"/>
          <p14:tracePt t="194548" x="5870575" y="5607050"/>
          <p14:tracePt t="194559" x="6083300" y="5507038"/>
          <p14:tracePt t="194575" x="6196013" y="5368925"/>
          <p14:tracePt t="194598" x="6270625" y="4981575"/>
          <p14:tracePt t="194608" x="6259513" y="4805363"/>
          <p14:tracePt t="194623" x="6121400" y="4518025"/>
          <p14:tracePt t="194643" x="5921375" y="4241800"/>
          <p14:tracePt t="194667" x="5519738" y="3905250"/>
          <p14:tracePt t="194673" x="5383213" y="3829050"/>
          <p14:tracePt t="194691" x="5094288" y="3692525"/>
          <p14:tracePt t="194705" x="4543425" y="3554413"/>
          <p14:tracePt t="194722" x="4156075" y="3516313"/>
          <p14:tracePt t="194749" x="3454400" y="3816350"/>
          <p14:tracePt t="194760" x="3328988" y="3929063"/>
          <p14:tracePt t="194776" x="3205163" y="4141788"/>
          <p14:tracePt t="194788" x="3192463" y="4267200"/>
          <p14:tracePt t="194815" x="3192463" y="4879975"/>
          <p14:tracePt t="194828" x="3292475" y="5043488"/>
          <p14:tracePt t="194845" x="3567113" y="5330825"/>
          <p14:tracePt t="194869" x="4130675" y="5543550"/>
          <p14:tracePt t="194876" x="4356100" y="5543550"/>
          <p14:tracePt t="194879" x="4643438" y="5518150"/>
          <p14:tracePt t="194889" x="4868863" y="5418138"/>
          <p14:tracePt t="194916" x="5232400" y="5181600"/>
          <p14:tracePt t="194926" x="5294313" y="5056188"/>
          <p14:tracePt t="194926" x="5332413" y="4892675"/>
          <p14:tracePt t="194946" x="5332413" y="4643438"/>
          <p14:tracePt t="194968" x="5281613" y="4367213"/>
          <p14:tracePt t="194976" x="5181600" y="4267200"/>
          <p14:tracePt t="194993" x="5045075" y="4117975"/>
          <p14:tracePt t="195006" x="4768850" y="3992563"/>
          <p14:tracePt t="195028" x="4594225" y="3916363"/>
          <p14:tracePt t="195050" x="4281488" y="3879850"/>
          <p14:tracePt t="195062" x="4181475" y="3879850"/>
          <p14:tracePt t="195063" x="4043363" y="3879850"/>
          <p14:tracePt t="195081" x="3879850" y="3992563"/>
          <p14:tracePt t="195103" x="3654425" y="4192588"/>
          <p14:tracePt t="195115" x="3654425" y="4267200"/>
          <p14:tracePt t="195125" x="3654425" y="4367213"/>
          <p14:tracePt t="195127" x="3654425" y="4479925"/>
          <p14:tracePt t="195147" x="3692525" y="4730750"/>
          <p14:tracePt t="195159" x="3830638" y="5056188"/>
          <p14:tracePt t="195184" x="4668838" y="5330825"/>
          <p14:tracePt t="195192" x="5106988" y="5418138"/>
          <p14:tracePt t="195208" x="5507038" y="5443538"/>
          <p14:tracePt t="195223" x="5821363" y="5343525"/>
          <p14:tracePt t="195233" x="5970588" y="5268913"/>
          <p14:tracePt t="195255" x="6208713" y="4943475"/>
          <p14:tracePt t="195268" x="6208713" y="4830763"/>
          <p14:tracePt t="195279" x="6196013" y="4692650"/>
          <p14:tracePt t="195300" x="6096000" y="4492625"/>
          <p14:tracePt t="195313" x="5983288" y="4379913"/>
          <p14:tracePt t="195325" x="5808663" y="4292600"/>
          <p14:tracePt t="195327" x="5695950" y="4205288"/>
          <p14:tracePt t="195347" x="5595938" y="4141788"/>
          <p14:tracePt t="195368" x="5057775" y="4092575"/>
          <p14:tracePt t="195375" x="4868863" y="4129088"/>
          <p14:tracePt t="195392" x="4719638" y="4192588"/>
          <p14:tracePt t="195398" x="4706938" y="4230688"/>
          <p14:tracePt t="195407" x="4694238" y="4241800"/>
          <p14:tracePt t="195422" x="4681538" y="4318000"/>
          <p14:tracePt t="195445" x="4681538" y="4443413"/>
          <p14:tracePt t="195447" x="4743450" y="4543425"/>
          <p14:tracePt t="195470" x="5057775" y="4768850"/>
          <p14:tracePt t="195480" x="5281613" y="4843463"/>
          <p14:tracePt t="195499" x="5495925" y="4918075"/>
          <p14:tracePt t="195512" x="6121400" y="4892675"/>
          <p14:tracePt t="195522" x="6421438" y="4818063"/>
          <p14:tracePt t="195536" x="6584950" y="4792663"/>
          <p14:tracePt t="195548" x="6646863" y="4730750"/>
          <p14:tracePt t="195569" x="6746875" y="4518025"/>
          <p14:tracePt t="195580" x="6746875" y="4467225"/>
          <p14:tracePt t="195601" x="6734175" y="4292600"/>
          <p14:tracePt t="195623" x="6608763" y="4217988"/>
          <p14:tracePt t="195648" x="6359525" y="4054475"/>
          <p14:tracePt t="195668" x="6359525" y="3992563"/>
          <p14:tracePt t="195678" x="6246813" y="3967163"/>
          <p14:tracePt t="195680" x="6121400" y="3929063"/>
          <p14:tracePt t="195699" x="6021388" y="3867150"/>
          <p14:tracePt t="195712" x="5883275" y="3829050"/>
          <p14:tracePt t="195724" x="5857875" y="3829050"/>
          <p14:tracePt t="195800" x="5845175" y="3829050"/>
          <p14:tracePt t="196128" x="5857875" y="3829050"/>
          <p14:tracePt t="196252" x="5870575" y="3816350"/>
          <p14:tracePt t="196383" x="5883275" y="3803650"/>
          <p14:tracePt t="196552" x="5883275" y="3816350"/>
          <p14:tracePt t="196564" x="5908675" y="3867150"/>
          <p14:tracePt t="196583" x="5945188" y="4041775"/>
          <p14:tracePt t="196600" x="6008688" y="4167188"/>
          <p14:tracePt t="196615" x="6057900" y="4418013"/>
          <p14:tracePt t="196632" x="6157913" y="4692650"/>
          <p14:tracePt t="196649" x="6270625" y="5005388"/>
          <p14:tracePt t="196670" x="6408738" y="5481638"/>
          <p14:tracePt t="196682" x="6459538" y="5630863"/>
          <p14:tracePt t="196702" x="6483350" y="6019800"/>
          <p14:tracePt t="196714" x="6496050" y="6157913"/>
          <p14:tracePt t="196736" x="6559550" y="6594475"/>
          <p14:tracePt t="196754" x="6559550" y="6757988"/>
          <p14:tracePt t="197068" x="6070600" y="6732588"/>
          <p14:tracePt t="197080" x="5857875" y="6619875"/>
          <p14:tracePt t="197100" x="5795963" y="6570663"/>
          <p14:tracePt t="197113" x="5719763" y="6507163"/>
          <p14:tracePt t="197136" x="5670550" y="6432550"/>
          <p14:tracePt t="197153" x="5657850" y="6419850"/>
          <p14:tracePt t="197169" x="5645150" y="6381750"/>
          <p14:tracePt t="197185" x="5645150" y="6357938"/>
          <p14:tracePt t="197216" x="5645150" y="6307138"/>
          <p14:tracePt t="197233" x="5645150" y="6245225"/>
          <p14:tracePt t="197253" x="5670550" y="6207125"/>
          <p14:tracePt t="197254" x="5670550" y="6169025"/>
          <p14:tracePt t="197269" x="5683250" y="6145213"/>
          <p14:tracePt t="197282" x="5695950" y="6069013"/>
          <p14:tracePt t="197299" x="5695950" y="6056313"/>
          <p14:tracePt t="197323" x="5719763" y="6032500"/>
          <p14:tracePt t="197718" x="5719763" y="5994400"/>
          <p14:tracePt t="197754" x="5719763" y="5969000"/>
          <p14:tracePt t="197800" x="5719763" y="5956300"/>
          <p14:tracePt t="198672" x="5719763" y="5932488"/>
          <p14:tracePt t="198687" x="5719763" y="5919788"/>
          <p14:tracePt t="199060" x="5719763" y="5907088"/>
          <p14:tracePt t="199185" x="5719763" y="5881688"/>
          <p14:tracePt t="199274" x="5719763" y="5856288"/>
          <p14:tracePt t="199333" x="5719763" y="5843588"/>
          <p14:tracePt t="202728" x="5719763" y="5832475"/>
          <p14:tracePt t="202744" x="5719763" y="5807075"/>
          <p14:tracePt t="202784" x="5683250" y="5807075"/>
          <p14:tracePt t="202810" x="5670550" y="5807075"/>
          <p14:tracePt t="202830" x="5657850" y="5807075"/>
          <p14:tracePt t="202944" x="5657850" y="5794375"/>
          <p14:tracePt t="202968" x="5657850" y="5781675"/>
          <p14:tracePt t="209884" x="5570538" y="5719763"/>
          <p14:tracePt t="209900" x="5445125" y="5719763"/>
          <p14:tracePt t="209914" x="5257800" y="5719763"/>
          <p14:tracePt t="209933" x="5106988" y="5756275"/>
          <p14:tracePt t="209955" x="4894263" y="5856288"/>
          <p14:tracePt t="209966" x="4856163" y="5881688"/>
          <p14:tracePt t="209984" x="4806950" y="5945188"/>
          <p14:tracePt t="210005" x="4768850" y="5981700"/>
          <p14:tracePt t="210020" x="4706938" y="6069013"/>
          <p14:tracePt t="210033" x="4656138" y="6157913"/>
          <p14:tracePt t="210055" x="4530725" y="6307138"/>
          <p14:tracePt t="210067" x="4494213" y="6381750"/>
          <p14:tracePt t="210087" x="4468813" y="6494463"/>
          <p14:tracePt t="210097" x="4468813" y="6519863"/>
          <p14:tracePt t="210116" x="4468813" y="6545263"/>
          <p14:tracePt t="210134" x="4456113" y="6570663"/>
          <p14:tracePt t="210268" x="4468813" y="6570663"/>
          <p14:tracePt t="210287" x="4494213" y="6570663"/>
          <p14:tracePt t="210331" x="4494213" y="6557963"/>
          <p14:tracePt t="210357" x="4506913" y="6532563"/>
          <p14:tracePt t="210367" x="4543425" y="6470650"/>
          <p14:tracePt t="210385" x="4606925" y="6394450"/>
          <p14:tracePt t="210406" x="4630738" y="6319838"/>
          <p14:tracePt t="210417" x="4643438" y="6281738"/>
          <p14:tracePt t="210436" x="4643438" y="6207125"/>
          <p14:tracePt t="210448" x="4643438" y="6145213"/>
          <p14:tracePt t="210467" x="4643438" y="6069013"/>
          <p14:tracePt t="210486" x="4668838" y="5969000"/>
          <p14:tracePt t="210498" x="4668838" y="5932488"/>
          <p14:tracePt t="210517" x="4719638" y="5856288"/>
          <p14:tracePt t="210536" x="4794250" y="5743575"/>
          <p14:tracePt t="210549" x="4819650" y="5707063"/>
          <p14:tracePt t="210567" x="4906963" y="5581650"/>
          <p14:tracePt t="210584" x="4956175" y="5494338"/>
          <p14:tracePt t="210606" x="4994275" y="5456238"/>
          <p14:tracePt t="210620" x="5006975" y="5443538"/>
          <p14:tracePt t="210633" x="5006975" y="5430838"/>
          <p14:tracePt t="210965" x="5006975" y="5418138"/>
          <p14:tracePt t="211363" x="5006975" y="5443538"/>
          <p14:tracePt t="211407" x="5006975" y="5468938"/>
          <p14:tracePt t="211420" x="5019675" y="5468938"/>
          <p14:tracePt t="211434" x="5081588" y="5494338"/>
          <p14:tracePt t="211455" x="5181600" y="5507038"/>
          <p14:tracePt t="211468" x="5194300" y="5518150"/>
          <p14:tracePt t="211487" x="5307013" y="5518150"/>
          <p14:tracePt t="211507" x="5394325" y="5418138"/>
          <p14:tracePt t="211518" x="5483225" y="5318125"/>
          <p14:tracePt t="211538" x="5545138" y="5168900"/>
          <p14:tracePt t="211551" x="5632450" y="5018088"/>
          <p14:tracePt t="211569" x="5670550" y="4892675"/>
          <p14:tracePt t="211587" x="5695950" y="4768850"/>
          <p14:tracePt t="211608" x="5732463" y="4643438"/>
          <p14:tracePt t="211618" x="5732463" y="4630738"/>
          <p14:tracePt t="211636" x="5732463" y="4579938"/>
          <p14:tracePt t="211655" x="5732463" y="4543425"/>
          <p14:tracePt t="211706" x="5732463" y="4518025"/>
          <p14:tracePt t="211722" x="5732463" y="4505325"/>
          <p14:tracePt t="211734" x="5732463" y="4479925"/>
          <p14:tracePt t="211824" x="5732463" y="4443413"/>
          <p14:tracePt t="211834" x="5732463" y="4418013"/>
          <p14:tracePt t="211855" x="5732463" y="4405313"/>
          <p14:tracePt t="211866" x="5719763" y="4392613"/>
          <p14:tracePt t="211923" x="5719763" y="4354513"/>
          <p14:tracePt t="211934" x="5719763" y="4318000"/>
          <p14:tracePt t="211955" x="5708650" y="4267200"/>
          <p14:tracePt t="211971" x="5657850" y="4217988"/>
          <p14:tracePt t="211988" x="5657850" y="4179888"/>
          <p14:tracePt t="212011" x="5619750" y="4141788"/>
          <p14:tracePt t="212020" x="5619750" y="4129088"/>
          <p14:tracePt t="212038" x="5595938" y="4092575"/>
          <p14:tracePt t="212052" x="5583238" y="4079875"/>
          <p14:tracePt t="212064" x="5532438" y="4041775"/>
          <p14:tracePt t="212071" x="5495925" y="4041775"/>
          <p14:tracePt t="212090" x="5445125" y="3992563"/>
          <p14:tracePt t="212114" x="5332413" y="3916363"/>
          <p14:tracePt t="212125" x="5245100" y="3892550"/>
          <p14:tracePt t="212127" x="5170488" y="3854450"/>
          <p14:tracePt t="212138" x="5094288" y="3816350"/>
          <p14:tracePt t="212152" x="5032375" y="3779838"/>
          <p14:tracePt t="212165" x="4981575" y="3729038"/>
          <p14:tracePt t="212166" x="4956175" y="3703638"/>
          <p14:tracePt t="212188" x="4894263" y="3641725"/>
          <p14:tracePt t="212217" x="4843463" y="3529013"/>
          <p14:tracePt t="212235" x="4832350" y="3479800"/>
          <p14:tracePt t="212268" x="4794250" y="3341688"/>
          <p14:tracePt t="212297" x="4794250" y="3103563"/>
          <p14:tracePt t="212309" x="4794250" y="3028950"/>
          <p14:tracePt t="212319" x="4794250" y="2928938"/>
          <p14:tracePt t="212337" x="4794250" y="2828925"/>
          <p14:tracePt t="212351" x="4794250" y="2703513"/>
          <p14:tracePt t="212377" x="4794250" y="2640013"/>
          <p14:tracePt t="213042" x="4868863" y="2640013"/>
          <p14:tracePt t="213052" x="5257800" y="2965450"/>
          <p14:tracePt t="213072" x="5294313" y="3065463"/>
          <p14:tracePt t="213278" x="5307013" y="3065463"/>
          <p14:tracePt t="213297" x="5332413" y="3065463"/>
          <p14:tracePt t="213311" x="5345113" y="3028950"/>
          <p14:tracePt t="213332" x="5345113" y="2978150"/>
          <p14:tracePt t="213340" x="5357813" y="2941638"/>
          <p14:tracePt t="213343" x="5357813" y="2916238"/>
          <p14:tracePt t="213370" x="5357813" y="2903538"/>
          <p14:tracePt t="213415" x="5370513" y="2878138"/>
          <p14:tracePt t="213427" x="5370513" y="2840038"/>
          <p14:tracePt t="213446" x="5370513" y="2765425"/>
          <p14:tracePt t="213455" x="5370513" y="2740025"/>
          <p14:tracePt t="213472" x="5370513" y="2703513"/>
          <p14:tracePt t="213495" x="5370513" y="2678113"/>
          <p14:tracePt t="213515" x="5370513" y="2665413"/>
          <p14:tracePt t="213547" x="5370513" y="2640013"/>
          <p14:tracePt t="213626" x="5370513" y="2627313"/>
          <p14:tracePt t="213779" x="5370513" y="2665413"/>
          <p14:tracePt t="213798" x="5419725" y="2890838"/>
          <p14:tracePt t="213811" x="5445125" y="2978150"/>
          <p14:tracePt t="213830" x="5495925" y="3190875"/>
          <p14:tracePt t="213848" x="5545138" y="3341688"/>
          <p14:tracePt t="213864" x="5619750" y="3416300"/>
          <p14:tracePt t="213879" x="5695950" y="3503613"/>
          <p14:tracePt t="213898" x="5808663" y="3603625"/>
          <p14:tracePt t="213911" x="5895975" y="3679825"/>
          <p14:tracePt t="213930" x="6108700" y="3779838"/>
          <p14:tracePt t="213948" x="6296025" y="3854450"/>
          <p14:tracePt t="213962" x="6496050" y="3941763"/>
          <p14:tracePt t="213978" x="6696075" y="4029075"/>
          <p14:tracePt t="213997" x="6808788" y="4117975"/>
          <p14:tracePt t="214019" x="6910388" y="4141788"/>
          <p14:tracePt t="214031" x="6959600" y="4141788"/>
          <p14:tracePt t="214050" x="6985000" y="4141788"/>
          <p14:tracePt t="214063" x="7010400" y="4141788"/>
          <p14:tracePt t="214078" x="7021513" y="4117975"/>
          <p14:tracePt t="214097" x="7046913" y="4092575"/>
          <p14:tracePt t="214117" x="7046913" y="4041775"/>
          <p14:tracePt t="214128" x="7046913" y="4017963"/>
          <p14:tracePt t="214147" x="7046913" y="3992563"/>
          <p14:tracePt t="214160" x="7046913" y="3954463"/>
          <p14:tracePt t="214186" x="7046913" y="3892550"/>
          <p14:tracePt t="214198" x="7021513" y="3829050"/>
          <p14:tracePt t="214219" x="7021513" y="3792538"/>
          <p14:tracePt t="214228" x="6985000" y="3754438"/>
          <p14:tracePt t="214247" x="6946900" y="3679825"/>
          <p14:tracePt t="214279" x="6872288" y="3541713"/>
          <p14:tracePt t="214297" x="6746875" y="3454400"/>
          <p14:tracePt t="214319" x="6684963" y="3403600"/>
          <p14:tracePt t="214330" x="6659563" y="3403600"/>
          <p14:tracePt t="214349" x="6608763" y="3367088"/>
          <p14:tracePt t="214361" x="6596063" y="3354388"/>
          <p14:tracePt t="214378" x="6584950" y="3341688"/>
          <p14:tracePt t="214397" x="6572250" y="3328988"/>
          <p14:tracePt t="214416" x="6559550" y="3328988"/>
          <p14:tracePt t="214433" x="6546850" y="3328988"/>
          <p14:tracePt t="214468" x="6521450" y="3328988"/>
          <p14:tracePt t="214480" x="6508750" y="3328988"/>
          <p14:tracePt t="214531" x="6483350" y="3328988"/>
          <p14:tracePt t="214548" x="6483350" y="3341688"/>
          <p14:tracePt t="214975" x="6472238" y="3341688"/>
          <p14:tracePt t="215686" x="6446838" y="3341688"/>
          <p14:tracePt t="215815" x="6434138" y="3341688"/>
          <p14:tracePt t="216031" x="6421438" y="3341688"/>
          <p14:tracePt t="216048" x="6408738" y="3341688"/>
          <p14:tracePt t="216062" x="6408738" y="3328988"/>
          <p14:tracePt t="216100" x="6396038" y="3328988"/>
          <p14:tracePt t="216123" x="6383338" y="3328988"/>
          <p14:tracePt t="216166" x="6370638" y="3328988"/>
          <p14:tracePt t="217937" x="6370638" y="3341688"/>
          <p14:tracePt t="217993" x="6370638" y="3367088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169" y="421396"/>
            <a:ext cx="10515600" cy="830629"/>
          </a:xfrm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Routines and business processes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>
              <a:spcAft>
                <a:spcPct val="20000"/>
              </a:spcAft>
              <a:buFontTx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Routines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(standard operating procedures)</a:t>
            </a:r>
          </a:p>
          <a:p>
            <a:pPr marL="1085850" lvl="2" algn="just">
              <a:spcAft>
                <a:spcPct val="2000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Precise rules, procedures, and practices developed to cope with virtually all expected situations</a:t>
            </a:r>
          </a:p>
          <a:p>
            <a:pPr lvl="1" algn="just">
              <a:spcAft>
                <a:spcPct val="20000"/>
              </a:spcAft>
              <a:buFontTx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processes: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Collections of routines</a:t>
            </a:r>
          </a:p>
          <a:p>
            <a:pPr lvl="1" algn="just">
              <a:spcAft>
                <a:spcPct val="20000"/>
              </a:spcAft>
              <a:buFontTx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firm: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business processes</a:t>
            </a:r>
          </a:p>
          <a:p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95720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14770">
        <p15:prstTrans prst="airplane"/>
      </p:transition>
    </mc:Choice>
    <mc:Fallback xmlns="">
      <p:transition spd="slow" advTm="11477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>
    <p:ext uri="{3A86A75C-4F4B-4683-9AE1-C65F6400EC91}">
      <p14:laserTraceLst xmlns:p14="http://schemas.microsoft.com/office/powerpoint/2010/main">
        <p14:tracePtLst>
          <p14:tracePt t="16593" x="9750425" y="5919788"/>
          <p14:tracePt t="16601" x="9650413" y="5919788"/>
          <p14:tracePt t="16609" x="9537700" y="5919788"/>
          <p14:tracePt t="16617" x="9437688" y="5919788"/>
          <p14:tracePt t="16625" x="9288463" y="5919788"/>
          <p14:tracePt t="16633" x="9163050" y="5919788"/>
          <p14:tracePt t="16641" x="9075738" y="5919788"/>
          <p14:tracePt t="16649" x="8924925" y="5894388"/>
          <p14:tracePt t="16657" x="8799513" y="5894388"/>
          <p14:tracePt t="16665" x="8661400" y="5881688"/>
          <p14:tracePt t="16674" x="8548688" y="5868988"/>
          <p14:tracePt t="16681" x="8386763" y="5819775"/>
          <p14:tracePt t="16690" x="8261350" y="5807075"/>
          <p14:tracePt t="16697" x="8135938" y="5794375"/>
          <p14:tracePt t="16706" x="8023225" y="5781675"/>
          <p14:tracePt t="16713" x="7935913" y="5756275"/>
          <p14:tracePt t="16723" x="7810500" y="5743575"/>
          <p14:tracePt t="16729" x="7710488" y="5732463"/>
          <p14:tracePt t="16739" x="7661275" y="5732463"/>
          <p14:tracePt t="16745" x="7585075" y="5719763"/>
          <p14:tracePt t="16755" x="7523163" y="5694363"/>
          <p14:tracePt t="16761" x="7485063" y="5694363"/>
          <p14:tracePt t="16770" x="7435850" y="5681663"/>
          <p14:tracePt t="16777" x="7385050" y="5668963"/>
          <p14:tracePt t="16785" x="7359650" y="5668963"/>
          <p14:tracePt t="16793" x="7310438" y="5668963"/>
          <p14:tracePt t="16801" x="7259638" y="5643563"/>
          <p14:tracePt t="16809" x="7223125" y="5630863"/>
          <p14:tracePt t="16817" x="7210425" y="5630863"/>
          <p14:tracePt t="16825" x="7172325" y="5619750"/>
          <p14:tracePt t="16833" x="7146925" y="5619750"/>
          <p14:tracePt t="16841" x="7134225" y="5619750"/>
          <p14:tracePt t="16849" x="7097713" y="5619750"/>
          <p14:tracePt t="16857" x="7085013" y="5594350"/>
          <p14:tracePt t="16872" x="7072313" y="5594350"/>
          <p14:tracePt t="16875" x="7046913" y="5594350"/>
          <p14:tracePt t="16881" x="7046913" y="5581650"/>
          <p14:tracePt t="16889" x="7034213" y="5568950"/>
          <p14:tracePt t="16897" x="7010400" y="5568950"/>
          <p14:tracePt t="16907" x="7010400" y="5556250"/>
          <p14:tracePt t="16993" x="6997700" y="5543550"/>
          <p14:tracePt t="17137" x="6959600" y="5530850"/>
          <p14:tracePt t="17145" x="6934200" y="5518150"/>
          <p14:tracePt t="17155" x="6897688" y="5494338"/>
          <p14:tracePt t="17161" x="6821488" y="5456238"/>
          <p14:tracePt t="17172" x="6734175" y="5418138"/>
          <p14:tracePt t="17177" x="6608763" y="5368925"/>
          <p14:tracePt t="17185" x="6496050" y="5330825"/>
          <p14:tracePt t="17193" x="6283325" y="5294313"/>
          <p14:tracePt t="17201" x="6034088" y="5230813"/>
          <p14:tracePt t="17209" x="5821363" y="5194300"/>
          <p14:tracePt t="17217" x="5419725" y="5130800"/>
          <p14:tracePt t="17225" x="5170488" y="5105400"/>
          <p14:tracePt t="17233" x="4968875" y="5056188"/>
          <p14:tracePt t="17241" x="4781550" y="5043488"/>
          <p14:tracePt t="17249" x="4643438" y="5043488"/>
          <p14:tracePt t="17257" x="4619625" y="5030788"/>
          <p14:tracePt t="17265" x="4556125" y="5005388"/>
          <p14:tracePt t="17273" x="4418013" y="5005388"/>
          <p14:tracePt t="17281" x="4305300" y="4992688"/>
          <p14:tracePt t="17289" x="4281488" y="4992688"/>
          <p14:tracePt t="17297" x="4168775" y="4981575"/>
          <p14:tracePt t="17306" x="4105275" y="4968875"/>
          <p14:tracePt t="17313" x="4017963" y="4943475"/>
          <p14:tracePt t="17322" x="3956050" y="4930775"/>
          <p14:tracePt t="17329" x="3917950" y="4918075"/>
          <p14:tracePt t="17339" x="3879850" y="4892675"/>
          <p14:tracePt t="17345" x="3830638" y="4879975"/>
          <p14:tracePt t="17355" x="3805238" y="4843463"/>
          <p14:tracePt t="17361" x="3792538" y="4843463"/>
          <p14:tracePt t="17881" x="3805238" y="4843463"/>
          <p14:tracePt t="18089" x="3830638" y="4830763"/>
          <p14:tracePt t="18097" x="3730625" y="4705350"/>
          <p14:tracePt t="18105" x="3630613" y="4630738"/>
          <p14:tracePt t="18113" x="3541713" y="4554538"/>
          <p14:tracePt t="18122" x="3441700" y="4492625"/>
          <p14:tracePt t="18129" x="3392488" y="4443413"/>
          <p14:tracePt t="18138" x="3328988" y="4392613"/>
          <p14:tracePt t="18145" x="3254375" y="4367213"/>
          <p14:tracePt t="18155" x="3179763" y="4305300"/>
          <p14:tracePt t="18161" x="3092450" y="4267200"/>
          <p14:tracePt t="18172" x="2979738" y="4217988"/>
          <p14:tracePt t="18177" x="2903538" y="4192588"/>
          <p14:tracePt t="18188" x="2803525" y="4154488"/>
          <p14:tracePt t="18193" x="2728913" y="4117975"/>
          <p14:tracePt t="18205" x="2628900" y="4092575"/>
          <p14:tracePt t="18209" x="2554288" y="4067175"/>
          <p14:tracePt t="18217" x="2490788" y="4029075"/>
          <p14:tracePt t="18225" x="2428875" y="4017963"/>
          <p14:tracePt t="18233" x="2390775" y="3992563"/>
          <p14:tracePt t="18241" x="2328863" y="3979863"/>
          <p14:tracePt t="18249" x="2303463" y="3967163"/>
          <p14:tracePt t="18257" x="2290763" y="3954463"/>
          <p14:tracePt t="18273" x="2265363" y="3954463"/>
          <p14:tracePt t="18281" x="2252663" y="3954463"/>
          <p14:tracePt t="18289" x="2252663" y="3941763"/>
          <p14:tracePt t="18313" x="2239963" y="3929063"/>
          <p14:tracePt t="18329" x="2239963" y="3916363"/>
          <p14:tracePt t="18338" x="2239963" y="3905250"/>
          <p14:tracePt t="18345" x="2239963" y="3892550"/>
          <p14:tracePt t="18354" x="2239963" y="3867150"/>
          <p14:tracePt t="18361" x="2239963" y="3854450"/>
          <p14:tracePt t="18371" x="2239963" y="3816350"/>
          <p14:tracePt t="18377" x="2239963" y="3779838"/>
          <p14:tracePt t="18387" x="2239963" y="3754438"/>
          <p14:tracePt t="18393" x="2239963" y="3703638"/>
          <p14:tracePt t="18403" x="2239963" y="3667125"/>
          <p14:tracePt t="18409" x="2239963" y="3616325"/>
          <p14:tracePt t="18420" x="2239963" y="3567113"/>
          <p14:tracePt t="18425" x="2252663" y="3516313"/>
          <p14:tracePt t="18433" x="2265363" y="3454400"/>
          <p14:tracePt t="18441" x="2278063" y="3367088"/>
          <p14:tracePt t="18449" x="2290763" y="3316288"/>
          <p14:tracePt t="18457" x="2316163" y="3254375"/>
          <p14:tracePt t="18465" x="2328863" y="3178175"/>
          <p14:tracePt t="18473" x="2328863" y="3116263"/>
          <p14:tracePt t="18481" x="2365375" y="3028950"/>
          <p14:tracePt t="18489" x="2378075" y="2990850"/>
          <p14:tracePt t="18497" x="2428875" y="2916238"/>
          <p14:tracePt t="18505" x="2465388" y="2852738"/>
          <p14:tracePt t="18513" x="2503488" y="2816225"/>
          <p14:tracePt t="18522" x="2565400" y="2740025"/>
          <p14:tracePt t="18529" x="2578100" y="2716213"/>
          <p14:tracePt t="18538" x="2603500" y="2678113"/>
          <p14:tracePt t="18545" x="2616200" y="2665413"/>
          <p14:tracePt t="18555" x="2616200" y="2652713"/>
          <p14:tracePt t="18561" x="2628900" y="2627313"/>
          <p14:tracePt t="18572" x="2654300" y="2616200"/>
          <p14:tracePt t="18650" x="2654300" y="2603500"/>
          <p14:tracePt t="18689" x="2678113" y="2603500"/>
          <p14:tracePt t="18697" x="2690813" y="2603500"/>
          <p14:tracePt t="18705" x="2716213" y="2603500"/>
          <p14:tracePt t="18713" x="2728913" y="2603500"/>
          <p14:tracePt t="18721" x="2754313" y="2603500"/>
          <p14:tracePt t="18729" x="2778125" y="2603500"/>
          <p14:tracePt t="18737" x="2816225" y="2603500"/>
          <p14:tracePt t="18745" x="2854325" y="2603500"/>
          <p14:tracePt t="18753" x="2890838" y="2603500"/>
          <p14:tracePt t="18761" x="2928938" y="2616200"/>
          <p14:tracePt t="18770" x="2967038" y="2627313"/>
          <p14:tracePt t="18777" x="3016250" y="2640013"/>
          <p14:tracePt t="18787" x="3067050" y="2652713"/>
          <p14:tracePt t="18793" x="3128963" y="2665413"/>
          <p14:tracePt t="18803" x="3205163" y="2678113"/>
          <p14:tracePt t="18809" x="3254375" y="2690813"/>
          <p14:tracePt t="18818" x="3279775" y="2703513"/>
          <p14:tracePt t="18825" x="3341688" y="2716213"/>
          <p14:tracePt t="18833" x="3429000" y="2716213"/>
          <p14:tracePt t="18841" x="3492500" y="2716213"/>
          <p14:tracePt t="18849" x="3541713" y="2728913"/>
          <p14:tracePt t="18857" x="3579813" y="2728913"/>
          <p14:tracePt t="18865" x="3617913" y="2728913"/>
          <p14:tracePt t="18886" x="3705225" y="2728913"/>
          <p14:tracePt t="18889" x="3756025" y="2728913"/>
          <p14:tracePt t="18897" x="3792538" y="2728913"/>
          <p14:tracePt t="18905" x="3817938" y="2728913"/>
          <p14:tracePt t="18913" x="3867150" y="2728913"/>
          <p14:tracePt t="18921" x="3892550" y="2728913"/>
          <p14:tracePt t="18929" x="3956050" y="2728913"/>
          <p14:tracePt t="18937" x="3992563" y="2728913"/>
          <p14:tracePt t="18945" x="4017963" y="2716213"/>
          <p14:tracePt t="18953" x="4056063" y="2716213"/>
          <p14:tracePt t="18961" x="4068763" y="2716213"/>
          <p14:tracePt t="18970" x="4105275" y="2690813"/>
          <p14:tracePt t="18977" x="4143375" y="2690813"/>
          <p14:tracePt t="18987" x="4181475" y="2690813"/>
          <p14:tracePt t="18993" x="4217988" y="2690813"/>
          <p14:tracePt t="19003" x="4243388" y="2690813"/>
          <p14:tracePt t="19009" x="4281488" y="2690813"/>
          <p14:tracePt t="19019" x="4294188" y="2690813"/>
          <p14:tracePt t="19025" x="4318000" y="2690813"/>
          <p14:tracePt t="19033" x="4356100" y="2690813"/>
          <p14:tracePt t="19049" x="4368800" y="2690813"/>
          <p14:tracePt t="19065" x="4381500" y="2690813"/>
          <p14:tracePt t="19073" x="4394200" y="2690813"/>
          <p14:tracePt t="19089" x="4406900" y="2690813"/>
          <p14:tracePt t="19218" x="4418013" y="2690813"/>
          <p14:tracePt t="19234" x="4418013" y="2703513"/>
          <p14:tracePt t="19265" x="4430713" y="2716213"/>
          <p14:tracePt t="19281" x="4443413" y="2716213"/>
          <p14:tracePt t="19489" x="4468813" y="2716213"/>
          <p14:tracePt t="19497" x="4481513" y="2728913"/>
          <p14:tracePt t="19505" x="4506913" y="2728913"/>
          <p14:tracePt t="19513" x="4506913" y="2740025"/>
          <p14:tracePt t="19521" x="4530725" y="2752725"/>
          <p14:tracePt t="19529" x="4543425" y="2790825"/>
          <p14:tracePt t="19537" x="4581525" y="2816225"/>
          <p14:tracePt t="19545" x="4606925" y="2903538"/>
          <p14:tracePt t="19553" x="4606925" y="2990850"/>
          <p14:tracePt t="19561" x="4606925" y="3103563"/>
          <p14:tracePt t="19570" x="4606925" y="3241675"/>
          <p14:tracePt t="19577" x="4606925" y="3303588"/>
          <p14:tracePt t="19836" x="4606925" y="3316288"/>
          <p14:tracePt t="19841" x="4594225" y="3303588"/>
          <p14:tracePt t="19850" x="4581525" y="3290888"/>
          <p14:tracePt t="19873" x="4568825" y="3278188"/>
          <p14:tracePt t="19881" x="4568825" y="3267075"/>
          <p14:tracePt t="19897" x="4581525" y="3216275"/>
          <p14:tracePt t="19905" x="4594225" y="3203575"/>
          <p14:tracePt t="19913" x="4594225" y="3178175"/>
          <p14:tracePt t="19921" x="4594225" y="3154363"/>
          <p14:tracePt t="19937" x="4594225" y="3128963"/>
          <p14:tracePt t="19945" x="4594225" y="3116263"/>
          <p14:tracePt t="19953" x="4594225" y="3090863"/>
          <p14:tracePt t="19961" x="4594225" y="3065463"/>
          <p14:tracePt t="19970" x="4594225" y="3041650"/>
          <p14:tracePt t="19977" x="4594225" y="3028950"/>
          <p14:tracePt t="19987" x="4594225" y="3003550"/>
          <p14:tracePt t="19993" x="4594225" y="2990850"/>
          <p14:tracePt t="20002" x="4594225" y="2965450"/>
          <p14:tracePt t="20009" x="4594225" y="2928938"/>
          <p14:tracePt t="20020" x="4594225" y="2890838"/>
          <p14:tracePt t="20025" x="4581525" y="2852738"/>
          <p14:tracePt t="20034" x="4568825" y="2828925"/>
          <p14:tracePt t="20041" x="4568825" y="2778125"/>
          <p14:tracePt t="20051" x="4530725" y="2716213"/>
          <p14:tracePt t="20057" x="4518025" y="2703513"/>
          <p14:tracePt t="20065" x="4494213" y="2652713"/>
          <p14:tracePt t="20073" x="4494213" y="2640013"/>
          <p14:tracePt t="20081" x="4468813" y="2590800"/>
          <p14:tracePt t="20089" x="4443413" y="2552700"/>
          <p14:tracePt t="20097" x="4381500" y="2516188"/>
          <p14:tracePt t="20113" x="4381500" y="2490788"/>
          <p14:tracePt t="20121" x="4356100" y="2452688"/>
          <p14:tracePt t="20137" x="4343400" y="2439988"/>
          <p14:tracePt t="20145" x="4330700" y="2427288"/>
          <p14:tracePt t="20153" x="4318000" y="2414588"/>
          <p14:tracePt t="20170" x="4294188" y="2414588"/>
          <p14:tracePt t="20193" x="4281488" y="2414588"/>
          <p14:tracePt t="20225" x="4268788" y="2414588"/>
          <p14:tracePt t="20393" x="4268788" y="2403475"/>
          <p14:tracePt t="20411" x="4294188" y="2403475"/>
          <p14:tracePt t="20426" x="4294188" y="2414588"/>
          <p14:tracePt t="20435" x="4305300" y="2439988"/>
          <p14:tracePt t="20442" x="4305300" y="2452688"/>
          <p14:tracePt t="20451" x="4330700" y="2478088"/>
          <p14:tracePt t="20457" x="4330700" y="2490788"/>
          <p14:tracePt t="20469" x="4343400" y="2527300"/>
          <p14:tracePt t="20473" x="4356100" y="2590800"/>
          <p14:tracePt t="20481" x="4356100" y="2640013"/>
          <p14:tracePt t="20489" x="4356100" y="2703513"/>
          <p14:tracePt t="20497" x="4356100" y="2765425"/>
          <p14:tracePt t="20505" x="4356100" y="2828925"/>
          <p14:tracePt t="20513" x="4356100" y="2878138"/>
          <p14:tracePt t="20521" x="4356100" y="2916238"/>
          <p14:tracePt t="20529" x="4343400" y="2952750"/>
          <p14:tracePt t="20537" x="4343400" y="2978150"/>
          <p14:tracePt t="20545" x="4330700" y="3003550"/>
          <p14:tracePt t="20553" x="4330700" y="3028950"/>
          <p14:tracePt t="20561" x="4318000" y="3028950"/>
          <p14:tracePt t="20569" x="4305300" y="3054350"/>
          <p14:tracePt t="20585" x="4294188" y="3054350"/>
          <p14:tracePt t="20602" x="4256088" y="3054350"/>
          <p14:tracePt t="20609" x="4230688" y="3054350"/>
          <p14:tracePt t="20619" x="4181475" y="3065463"/>
          <p14:tracePt t="20625" x="4168775" y="3065463"/>
          <p14:tracePt t="20651" x="4105275" y="3065463"/>
          <p14:tracePt t="20657" x="4056063" y="3065463"/>
          <p14:tracePt t="20668" x="4005263" y="3065463"/>
          <p14:tracePt t="20673" x="3979863" y="3065463"/>
          <p14:tracePt t="20681" x="3879850" y="3090863"/>
          <p14:tracePt t="20689" x="3805238" y="3103563"/>
          <p14:tracePt t="20697" x="3717925" y="3116263"/>
          <p14:tracePt t="20705" x="3630613" y="3141663"/>
          <p14:tracePt t="20713" x="3530600" y="3141663"/>
          <p14:tracePt t="20721" x="3429000" y="3190875"/>
          <p14:tracePt t="20729" x="3379788" y="3190875"/>
          <p14:tracePt t="20737" x="3328988" y="3203575"/>
          <p14:tracePt t="20745" x="3267075" y="3228975"/>
          <p14:tracePt t="20761" x="3254375" y="3228975"/>
          <p14:tracePt t="20769" x="3228975" y="3228975"/>
          <p14:tracePt t="20777" x="3216275" y="3228975"/>
          <p14:tracePt t="20785" x="3205163" y="3228975"/>
          <p14:tracePt t="20793" x="3179763" y="3228975"/>
          <p14:tracePt t="20819" x="3167063" y="3228975"/>
          <p14:tracePt t="20825" x="3141663" y="3228975"/>
          <p14:tracePt t="20841" x="3116263" y="3228975"/>
          <p14:tracePt t="20851" x="3103563" y="3228975"/>
          <p14:tracePt t="20857" x="3092450" y="3228975"/>
          <p14:tracePt t="20869" x="3079750" y="3228975"/>
          <p14:tracePt t="20873" x="3054350" y="3228975"/>
          <p14:tracePt t="20881" x="3028950" y="3228975"/>
          <p14:tracePt t="20889" x="3016250" y="3228975"/>
          <p14:tracePt t="20897" x="2992438" y="3228975"/>
          <p14:tracePt t="20905" x="2967038" y="3228975"/>
          <p14:tracePt t="20913" x="2928938" y="3228975"/>
          <p14:tracePt t="20921" x="2890838" y="3228975"/>
          <p14:tracePt t="20929" x="2867025" y="3228975"/>
          <p14:tracePt t="20937" x="2828925" y="3203575"/>
          <p14:tracePt t="20953" x="2816225" y="3190875"/>
          <p14:tracePt t="20969" x="2803525" y="3178175"/>
          <p14:tracePt t="20977" x="2790825" y="3141663"/>
          <p14:tracePt t="20985" x="2767013" y="3128963"/>
          <p14:tracePt t="20993" x="2728913" y="3103563"/>
          <p14:tracePt t="21002" x="2703513" y="3078163"/>
          <p14:tracePt t="21009" x="2667000" y="3054350"/>
          <p14:tracePt t="21019" x="2654300" y="3003550"/>
          <p14:tracePt t="21025" x="2616200" y="2965450"/>
          <p14:tracePt t="21036" x="2590800" y="2928938"/>
          <p14:tracePt t="21041" x="2565400" y="2890838"/>
          <p14:tracePt t="21051" x="2541588" y="2865438"/>
          <p14:tracePt t="21057" x="2516188" y="2840038"/>
          <p14:tracePt t="21067" x="2490788" y="2816225"/>
          <p14:tracePt t="21073" x="2478088" y="2790825"/>
          <p14:tracePt t="21085" x="2478088" y="2778125"/>
          <p14:tracePt t="21089" x="2478088" y="2752725"/>
          <p14:tracePt t="21097" x="2478088" y="2716213"/>
          <p14:tracePt t="21105" x="2478088" y="2703513"/>
          <p14:tracePt t="21113" x="2452688" y="2678113"/>
          <p14:tracePt t="21121" x="2452688" y="2652713"/>
          <p14:tracePt t="21129" x="2452688" y="2616200"/>
          <p14:tracePt t="21137" x="2452688" y="2590800"/>
          <p14:tracePt t="21145" x="2452688" y="2552700"/>
          <p14:tracePt t="21153" x="2452688" y="2503488"/>
          <p14:tracePt t="21161" x="2490788" y="2452688"/>
          <p14:tracePt t="21169" x="2528888" y="2414588"/>
          <p14:tracePt t="21177" x="2590800" y="2327275"/>
          <p14:tracePt t="21185" x="2641600" y="2290763"/>
          <p14:tracePt t="21193" x="2728913" y="2227263"/>
          <p14:tracePt t="21202" x="2828925" y="2165350"/>
          <p14:tracePt t="21218" x="2828925" y="2139950"/>
          <p14:tracePt t="21225" x="2867025" y="2139950"/>
          <p14:tracePt t="21235" x="2916238" y="2114550"/>
          <p14:tracePt t="21241" x="2967038" y="2101850"/>
          <p14:tracePt t="21251" x="3103563" y="2089150"/>
          <p14:tracePt t="21257" x="3141663" y="2065338"/>
          <p14:tracePt t="21268" x="3205163" y="2065338"/>
          <p14:tracePt t="21273" x="3328988" y="2065338"/>
          <p14:tracePt t="21284" x="3341688" y="2065338"/>
          <p14:tracePt t="21289" x="3392488" y="2065338"/>
          <p14:tracePt t="21297" x="3467100" y="2065338"/>
          <p14:tracePt t="21305" x="3592513" y="2065338"/>
          <p14:tracePt t="21313" x="3643313" y="2065338"/>
          <p14:tracePt t="21321" x="3756025" y="2052638"/>
          <p14:tracePt t="21329" x="3830638" y="2039938"/>
          <p14:tracePt t="21337" x="3905250" y="2027238"/>
          <p14:tracePt t="21345" x="3992563" y="2014538"/>
          <p14:tracePt t="21353" x="4005263" y="1978025"/>
          <p14:tracePt t="21361" x="4043363" y="1952625"/>
          <p14:tracePt t="21369" x="4092575" y="1952625"/>
          <p14:tracePt t="21377" x="4130675" y="1952625"/>
          <p14:tracePt t="21385" x="4181475" y="1952625"/>
          <p14:tracePt t="21393" x="4256088" y="1952625"/>
          <p14:tracePt t="21401" x="4294188" y="1952625"/>
          <p14:tracePt t="21409" x="4330700" y="1952625"/>
          <p14:tracePt t="21418" x="4368800" y="1952625"/>
          <p14:tracePt t="21425" x="4456113" y="1952625"/>
          <p14:tracePt t="21436" x="4506913" y="1952625"/>
          <p14:tracePt t="21441" x="4543425" y="1952625"/>
          <p14:tracePt t="21452" x="4556125" y="1952625"/>
          <p14:tracePt t="21457" x="4619625" y="1952625"/>
          <p14:tracePt t="21468" x="4706938" y="1952625"/>
          <p14:tracePt t="21473" x="4732338" y="1939925"/>
          <p14:tracePt t="21484" x="4781550" y="1939925"/>
          <p14:tracePt t="21489" x="4856163" y="1939925"/>
          <p14:tracePt t="21497" x="4945063" y="1952625"/>
          <p14:tracePt t="21505" x="4994275" y="1952625"/>
          <p14:tracePt t="21513" x="5045075" y="1965325"/>
          <p14:tracePt t="21521" x="5106988" y="1978025"/>
          <p14:tracePt t="21529" x="5145088" y="1978025"/>
          <p14:tracePt t="21537" x="5170488" y="1978025"/>
          <p14:tracePt t="21545" x="5194300" y="1989138"/>
          <p14:tracePt t="21553" x="5207000" y="2001838"/>
          <p14:tracePt t="21561" x="5232400" y="2001838"/>
          <p14:tracePt t="21569" x="5257800" y="2014538"/>
          <p14:tracePt t="21577" x="5281613" y="2027238"/>
          <p14:tracePt t="21585" x="5294313" y="2039938"/>
          <p14:tracePt t="21593" x="5332413" y="2065338"/>
          <p14:tracePt t="21601" x="5332413" y="2089150"/>
          <p14:tracePt t="21609" x="5383213" y="2114550"/>
          <p14:tracePt t="21618" x="5394325" y="2139950"/>
          <p14:tracePt t="21625" x="5432425" y="2165350"/>
          <p14:tracePt t="21635" x="5457825" y="2178050"/>
          <p14:tracePt t="21641" x="5483225" y="2201863"/>
          <p14:tracePt t="21650" x="5532438" y="2252663"/>
          <p14:tracePt t="21657" x="5545138" y="2265363"/>
          <p14:tracePt t="21667" x="5557838" y="2290763"/>
          <p14:tracePt t="21673" x="5570538" y="2314575"/>
          <p14:tracePt t="21683" x="5570538" y="2339975"/>
          <p14:tracePt t="21689" x="5570538" y="2365375"/>
          <p14:tracePt t="21700" x="5583238" y="2378075"/>
          <p14:tracePt t="21705" x="5583238" y="2390775"/>
          <p14:tracePt t="21713" x="5583238" y="2414588"/>
          <p14:tracePt t="21729" x="5583238" y="2427288"/>
          <p14:tracePt t="21737" x="5583238" y="2439988"/>
          <p14:tracePt t="21745" x="5583238" y="2465388"/>
          <p14:tracePt t="21753" x="5557838" y="2478088"/>
          <p14:tracePt t="21761" x="5519738" y="2516188"/>
          <p14:tracePt t="21769" x="5495925" y="2527300"/>
          <p14:tracePt t="21777" x="5457825" y="2527300"/>
          <p14:tracePt t="21785" x="5370513" y="2565400"/>
          <p14:tracePt t="21793" x="5281613" y="2578100"/>
          <p14:tracePt t="21801" x="5232400" y="2590800"/>
          <p14:tracePt t="21809" x="5194300" y="2590800"/>
          <p14:tracePt t="21818" x="5094288" y="2590800"/>
          <p14:tracePt t="21825" x="4994275" y="2590800"/>
          <p14:tracePt t="21834" x="4919663" y="2590800"/>
          <p14:tracePt t="21841" x="4868863" y="2590800"/>
          <p14:tracePt t="21851" x="4832350" y="2590800"/>
          <p14:tracePt t="21857" x="4819650" y="2590800"/>
          <p14:tracePt t="21868" x="4794250" y="2590800"/>
          <p14:tracePt t="21873" x="4768850" y="2565400"/>
          <p14:tracePt t="21884" x="4768850" y="2552700"/>
          <p14:tracePt t="21889" x="4768850" y="2540000"/>
          <p14:tracePt t="21900" x="4756150" y="2527300"/>
          <p14:tracePt t="21905" x="4743450" y="2503488"/>
          <p14:tracePt t="21913" x="4743450" y="2478088"/>
          <p14:tracePt t="21921" x="4732338" y="2452688"/>
          <p14:tracePt t="21929" x="4732338" y="2439988"/>
          <p14:tracePt t="21937" x="4732338" y="2403475"/>
          <p14:tracePt t="21945" x="4732338" y="2365375"/>
          <p14:tracePt t="21953" x="4732338" y="2339975"/>
          <p14:tracePt t="21961" x="4732338" y="2303463"/>
          <p14:tracePt t="21969" x="4732338" y="2265363"/>
          <p14:tracePt t="21977" x="4732338" y="2239963"/>
          <p14:tracePt t="21985" x="4732338" y="2227263"/>
          <p14:tracePt t="21993" x="4732338" y="2214563"/>
          <p14:tracePt t="22001" x="4732338" y="2190750"/>
          <p14:tracePt t="22009" x="4732338" y="2152650"/>
          <p14:tracePt t="22017" x="4781550" y="2114550"/>
          <p14:tracePt t="22025" x="4806950" y="2089150"/>
          <p14:tracePt t="22034" x="4868863" y="2052638"/>
          <p14:tracePt t="22041" x="4956175" y="2001838"/>
          <p14:tracePt t="22050" x="4994275" y="2001838"/>
          <p14:tracePt t="22057" x="5068888" y="1978025"/>
          <p14:tracePt t="22067" x="5181600" y="1927225"/>
          <p14:tracePt t="22073" x="5294313" y="1901825"/>
          <p14:tracePt t="22082" x="5332413" y="1889125"/>
          <p14:tracePt t="22089" x="5394325" y="1889125"/>
          <p14:tracePt t="22099" x="5483225" y="1876425"/>
          <p14:tracePt t="22105" x="5557838" y="1876425"/>
          <p14:tracePt t="22113" x="5607050" y="1876425"/>
          <p14:tracePt t="22121" x="5683250" y="1876425"/>
          <p14:tracePt t="22129" x="5719763" y="1876425"/>
          <p14:tracePt t="22145" x="5757863" y="1876425"/>
          <p14:tracePt t="22153" x="5770563" y="1876425"/>
          <p14:tracePt t="22161" x="5795963" y="1876425"/>
          <p14:tracePt t="22177" x="5808663" y="1889125"/>
          <p14:tracePt t="22185" x="5832475" y="1889125"/>
          <p14:tracePt t="22201" x="5832475" y="1914525"/>
          <p14:tracePt t="22209" x="5845175" y="1914525"/>
          <p14:tracePt t="22225" x="5857875" y="1927225"/>
          <p14:tracePt t="22241" x="5870575" y="1927225"/>
          <p14:tracePt t="22257" x="5870575" y="1939925"/>
          <p14:tracePt t="22267" x="5883275" y="1952625"/>
          <p14:tracePt t="22298" x="5895975" y="1989138"/>
          <p14:tracePt t="22321" x="5895975" y="2001838"/>
          <p14:tracePt t="22329" x="5895975" y="2014538"/>
          <p14:tracePt t="22337" x="5895975" y="2027238"/>
          <p14:tracePt t="22345" x="5908675" y="2039938"/>
          <p14:tracePt t="22361" x="5908675" y="2065338"/>
          <p14:tracePt t="22369" x="5908675" y="2078038"/>
          <p14:tracePt t="22377" x="5908675" y="2101850"/>
          <p14:tracePt t="22393" x="5908675" y="2114550"/>
          <p14:tracePt t="22401" x="5908675" y="2127250"/>
          <p14:tracePt t="22409" x="5908675" y="2139950"/>
          <p14:tracePt t="22417" x="5908675" y="2152650"/>
          <p14:tracePt t="22425" x="5908675" y="2178050"/>
          <p14:tracePt t="22441" x="5908675" y="2190750"/>
          <p14:tracePt t="22457" x="5908675" y="2201863"/>
          <p14:tracePt t="22467" x="5908675" y="2214563"/>
          <p14:tracePt t="22801" x="5908675" y="2239963"/>
          <p14:tracePt t="22809" x="5895975" y="2265363"/>
          <p14:tracePt t="22817" x="5821363" y="2314575"/>
          <p14:tracePt t="22825" x="5757863" y="2339975"/>
          <p14:tracePt t="22835" x="5657850" y="2378075"/>
          <p14:tracePt t="22841" x="5545138" y="2403475"/>
          <p14:tracePt t="22850" x="5445125" y="2452688"/>
          <p14:tracePt t="22857" x="5383213" y="2465388"/>
          <p14:tracePt t="22866" x="5319713" y="2503488"/>
          <p14:tracePt t="22883" x="5106988" y="2527300"/>
          <p14:tracePt t="22889" x="5019675" y="2540000"/>
          <p14:tracePt t="22899" x="4945063" y="2565400"/>
          <p14:tracePt t="22905" x="4894263" y="2565400"/>
          <p14:tracePt t="22916" x="4856163" y="2565400"/>
          <p14:tracePt t="22921" x="4832350" y="2565400"/>
          <p14:tracePt t="22932" x="4819650" y="2565400"/>
          <p14:tracePt t="22937" x="4794250" y="2565400"/>
          <p14:tracePt t="22953" x="4768850" y="2565400"/>
          <p14:tracePt t="22961" x="4756150" y="2565400"/>
          <p14:tracePt t="22969" x="4743450" y="2565400"/>
          <p14:tracePt t="22977" x="4732338" y="2565400"/>
          <p14:tracePt t="22985" x="4719638" y="2565400"/>
          <p14:tracePt t="22993" x="4706938" y="2565400"/>
          <p14:tracePt t="23001" x="4668838" y="2578100"/>
          <p14:tracePt t="23009" x="4643438" y="2590800"/>
          <p14:tracePt t="23017" x="4619625" y="2590800"/>
          <p14:tracePt t="23025" x="4594225" y="2590800"/>
          <p14:tracePt t="23041" x="4581525" y="2590800"/>
          <p14:tracePt t="23113" x="4556125" y="2590800"/>
          <p14:tracePt t="23153" x="4543425" y="2590800"/>
          <p14:tracePt t="23161" x="4530725" y="2578100"/>
          <p14:tracePt t="23169" x="4530725" y="2552700"/>
          <p14:tracePt t="23177" x="4506913" y="2540000"/>
          <p14:tracePt t="23185" x="4494213" y="2516188"/>
          <p14:tracePt t="23193" x="4481513" y="2490788"/>
          <p14:tracePt t="23209" x="4430713" y="2452688"/>
          <p14:tracePt t="23217" x="4394200" y="2427288"/>
          <p14:tracePt t="23225" x="4356100" y="2414588"/>
          <p14:tracePt t="23233" x="4330700" y="2403475"/>
          <p14:tracePt t="23241" x="4305300" y="2378075"/>
          <p14:tracePt t="23250" x="4256088" y="2365375"/>
          <p14:tracePt t="23257" x="4181475" y="2365375"/>
          <p14:tracePt t="23267" x="4092575" y="2365375"/>
          <p14:tracePt t="23273" x="4017963" y="2365375"/>
          <p14:tracePt t="23283" x="3943350" y="2365375"/>
          <p14:tracePt t="23289" x="3892550" y="2365375"/>
          <p14:tracePt t="23299" x="3792538" y="2403475"/>
          <p14:tracePt t="23305" x="3705225" y="2414588"/>
          <p14:tracePt t="23315" x="3630613" y="2452688"/>
          <p14:tracePt t="23321" x="3567113" y="2465388"/>
          <p14:tracePt t="23330" x="3454400" y="2478088"/>
          <p14:tracePt t="23337" x="3354388" y="2527300"/>
          <p14:tracePt t="23345" x="3267075" y="2540000"/>
          <p14:tracePt t="23353" x="3179763" y="2540000"/>
          <p14:tracePt t="23361" x="3041650" y="2540000"/>
          <p14:tracePt t="23369" x="2979738" y="2540000"/>
          <p14:tracePt t="23377" x="2867025" y="2540000"/>
          <p14:tracePt t="23385" x="2778125" y="2540000"/>
          <p14:tracePt t="23393" x="2703513" y="2540000"/>
          <p14:tracePt t="23401" x="2603500" y="2540000"/>
          <p14:tracePt t="23409" x="2554288" y="2540000"/>
          <p14:tracePt t="23417" x="2541588" y="2540000"/>
          <p14:tracePt t="23425" x="2490788" y="2540000"/>
          <p14:tracePt t="23433" x="2478088" y="2527300"/>
          <p14:tracePt t="23441" x="2465388" y="2527300"/>
          <p14:tracePt t="23489" x="2452688" y="2516188"/>
          <p14:tracePt t="23505" x="2441575" y="2490788"/>
          <p14:tracePt t="23515" x="2428875" y="2478088"/>
          <p14:tracePt t="23521" x="2416175" y="2465388"/>
          <p14:tracePt t="23530" x="2416175" y="2452688"/>
          <p14:tracePt t="23553" x="2403475" y="2427288"/>
          <p14:tracePt t="23561" x="2390775" y="2414588"/>
          <p14:tracePt t="23569" x="2378075" y="2414588"/>
          <p14:tracePt t="23585" x="2378075" y="2403475"/>
          <p14:tracePt t="23905" x="2378075" y="2378075"/>
          <p14:tracePt t="24001" x="2378075" y="2365375"/>
          <p14:tracePt t="24073" x="2416175" y="2352675"/>
          <p14:tracePt t="24082" x="2441575" y="2327275"/>
          <p14:tracePt t="24089" x="2528888" y="2303463"/>
          <p14:tracePt t="24098" x="2616200" y="2290763"/>
          <p14:tracePt t="24105" x="2703513" y="2252663"/>
          <p14:tracePt t="24115" x="2828925" y="2239963"/>
          <p14:tracePt t="24121" x="2854325" y="2239963"/>
          <p14:tracePt t="24130" x="2903538" y="2239963"/>
          <p14:tracePt t="24137" x="2979738" y="2227263"/>
          <p14:tracePt t="24148" x="3092450" y="2214563"/>
          <p14:tracePt t="24153" x="3216275" y="2178050"/>
          <p14:tracePt t="24169" x="3228975" y="2178050"/>
          <p14:tracePt t="24177" x="3267075" y="2152650"/>
          <p14:tracePt t="24185" x="3305175" y="2152650"/>
          <p14:tracePt t="24193" x="3317875" y="2152650"/>
          <p14:tracePt t="24265" x="3328988" y="2152650"/>
          <p14:tracePt t="24273" x="3341688" y="2152650"/>
          <p14:tracePt t="24281" x="3379788" y="2165350"/>
          <p14:tracePt t="24289" x="3405188" y="2201863"/>
          <p14:tracePt t="24298" x="3417888" y="2201863"/>
          <p14:tracePt t="24305" x="3492500" y="2252663"/>
          <p14:tracePt t="24314" x="3541713" y="2278063"/>
          <p14:tracePt t="24321" x="3617913" y="2327275"/>
          <p14:tracePt t="24331" x="3643313" y="2339975"/>
          <p14:tracePt t="24337" x="3705225" y="2378075"/>
          <p14:tracePt t="24348" x="3779838" y="2414588"/>
          <p14:tracePt t="24353" x="3856038" y="2439988"/>
          <p14:tracePt t="24364" x="3930650" y="2478088"/>
          <p14:tracePt t="24369" x="3968750" y="2478088"/>
          <p14:tracePt t="24377" x="4005263" y="2503488"/>
          <p14:tracePt t="24385" x="4081463" y="2503488"/>
          <p14:tracePt t="24393" x="4143375" y="2527300"/>
          <p14:tracePt t="24401" x="4192588" y="2527300"/>
          <p14:tracePt t="24409" x="4294188" y="2527300"/>
          <p14:tracePt t="24417" x="4368800" y="2527300"/>
          <p14:tracePt t="24425" x="4430713" y="2527300"/>
          <p14:tracePt t="24433" x="4518025" y="2527300"/>
          <p14:tracePt t="24441" x="4556125" y="2516188"/>
          <p14:tracePt t="24449" x="4643438" y="2503488"/>
          <p14:tracePt t="24457" x="4719638" y="2490788"/>
          <p14:tracePt t="24465" x="4756150" y="2478088"/>
          <p14:tracePt t="24473" x="4794250" y="2465388"/>
          <p14:tracePt t="24482" x="4819650" y="2452688"/>
          <p14:tracePt t="24489" x="4881563" y="2439988"/>
          <p14:tracePt t="24499" x="4932363" y="2427288"/>
          <p14:tracePt t="24505" x="4981575" y="2414588"/>
          <p14:tracePt t="24514" x="5019675" y="2403475"/>
          <p14:tracePt t="24531" x="5045075" y="2378075"/>
          <p14:tracePt t="24548" x="5068888" y="2327275"/>
          <p14:tracePt t="24569" x="5068888" y="2303463"/>
          <p14:tracePt t="24577" x="5068888" y="2290763"/>
          <p14:tracePt t="24585" x="5081588" y="2278063"/>
          <p14:tracePt t="24593" x="5081588" y="2265363"/>
          <p14:tracePt t="24601" x="5081588" y="2252663"/>
          <p14:tracePt t="24609" x="5081588" y="2239963"/>
          <p14:tracePt t="24617" x="5081588" y="2227263"/>
          <p14:tracePt t="24625" x="5081588" y="2214563"/>
          <p14:tracePt t="24641" x="5081588" y="2201863"/>
          <p14:tracePt t="24657" x="5081588" y="2178050"/>
          <p14:tracePt t="24673" x="5081588" y="2152650"/>
          <p14:tracePt t="24682" x="5068888" y="2139950"/>
          <p14:tracePt t="24689" x="5057775" y="2127250"/>
          <p14:tracePt t="24698" x="5057775" y="2089150"/>
          <p14:tracePt t="24705" x="5032375" y="2078038"/>
          <p14:tracePt t="24721" x="5019675" y="2039938"/>
          <p14:tracePt t="24737" x="5006975" y="2027238"/>
          <p14:tracePt t="24746" x="4994275" y="2014538"/>
          <p14:tracePt t="24753" x="4994275" y="2001838"/>
          <p14:tracePt t="24764" x="4981575" y="2001838"/>
          <p14:tracePt t="24769" x="4981575" y="1989138"/>
          <p14:tracePt t="24781" x="4968875" y="1989138"/>
          <p14:tracePt t="24785" x="4956175" y="1989138"/>
          <p14:tracePt t="24793" x="4956175" y="1978025"/>
          <p14:tracePt t="24801" x="4945063" y="1965325"/>
          <p14:tracePt t="24825" x="4919663" y="1952625"/>
          <p14:tracePt t="24833" x="4906963" y="1952625"/>
          <p14:tracePt t="24849" x="4881563" y="1952625"/>
          <p14:tracePt t="24865" x="4868863" y="1952625"/>
          <p14:tracePt t="24873" x="4832350" y="1927225"/>
          <p14:tracePt t="24881" x="4806950" y="1927225"/>
          <p14:tracePt t="24889" x="4768850" y="1927225"/>
          <p14:tracePt t="24898" x="4732338" y="1927225"/>
          <p14:tracePt t="24905" x="4668838" y="1927225"/>
          <p14:tracePt t="24914" x="4619625" y="1914525"/>
          <p14:tracePt t="24921" x="4594225" y="1914525"/>
          <p14:tracePt t="24931" x="4581525" y="1914525"/>
          <p14:tracePt t="24937" x="4543425" y="1914525"/>
          <p14:tracePt t="24947" x="4506913" y="1914525"/>
          <p14:tracePt t="24953" x="4481513" y="1914525"/>
          <p14:tracePt t="24963" x="4443413" y="1914525"/>
          <p14:tracePt t="24969" x="4418013" y="1914525"/>
          <p14:tracePt t="24979" x="4406900" y="1914525"/>
          <p14:tracePt t="24985" x="4368800" y="1914525"/>
          <p14:tracePt t="24993" x="4343400" y="1914525"/>
          <p14:tracePt t="25001" x="4318000" y="1914525"/>
          <p14:tracePt t="25009" x="4268788" y="1914525"/>
          <p14:tracePt t="25017" x="4230688" y="1914525"/>
          <p14:tracePt t="25025" x="4205288" y="1914525"/>
          <p14:tracePt t="25033" x="4156075" y="1914525"/>
          <p14:tracePt t="25041" x="4143375" y="1914525"/>
          <p14:tracePt t="25049" x="4117975" y="1914525"/>
          <p14:tracePt t="25057" x="4068763" y="1927225"/>
          <p14:tracePt t="25065" x="4043363" y="1927225"/>
          <p14:tracePt t="25073" x="4030663" y="1939925"/>
          <p14:tracePt t="25081" x="4005263" y="1939925"/>
          <p14:tracePt t="25089" x="3992563" y="1939925"/>
          <p14:tracePt t="25097" x="3979863" y="1965325"/>
          <p14:tracePt t="25114" x="3968750" y="1978025"/>
          <p14:tracePt t="25121" x="3943350" y="1978025"/>
          <p14:tracePt t="25137" x="3905250" y="2001838"/>
          <p14:tracePt t="25148" x="3892550" y="2014538"/>
          <p14:tracePt t="25164" x="3867150" y="2014538"/>
          <p14:tracePt t="25169" x="3856038" y="2027238"/>
          <p14:tracePt t="25181" x="3843338" y="2027238"/>
          <p14:tracePt t="25185" x="3817938" y="2052638"/>
          <p14:tracePt t="25193" x="3805238" y="2065338"/>
          <p14:tracePt t="25209" x="3805238" y="2078038"/>
          <p14:tracePt t="25217" x="3779838" y="2114550"/>
          <p14:tracePt t="25225" x="3767138" y="2127250"/>
          <p14:tracePt t="25233" x="3767138" y="2139950"/>
          <p14:tracePt t="25241" x="3767138" y="2152650"/>
          <p14:tracePt t="25249" x="3767138" y="2190750"/>
          <p14:tracePt t="25257" x="3767138" y="2214563"/>
          <p14:tracePt t="25265" x="3756025" y="2227263"/>
          <p14:tracePt t="25273" x="3756025" y="2239963"/>
          <p14:tracePt t="25281" x="3756025" y="2265363"/>
          <p14:tracePt t="25289" x="3756025" y="2303463"/>
          <p14:tracePt t="25297" x="3756025" y="2314575"/>
          <p14:tracePt t="25305" x="3756025" y="2339975"/>
          <p14:tracePt t="25313" x="3779838" y="2378075"/>
          <p14:tracePt t="25321" x="3817938" y="2414588"/>
          <p14:tracePt t="25331" x="3830638" y="2427288"/>
          <p14:tracePt t="25337" x="3856038" y="2465388"/>
          <p14:tracePt t="25347" x="3892550" y="2478088"/>
          <p14:tracePt t="25353" x="3956050" y="2516188"/>
          <p14:tracePt t="25362" x="4017963" y="2540000"/>
          <p14:tracePt t="25369" x="4068763" y="2565400"/>
          <p14:tracePt t="25379" x="4117975" y="2590800"/>
          <p14:tracePt t="25385" x="4143375" y="2627313"/>
          <p14:tracePt t="25393" x="4192588" y="2627313"/>
          <p14:tracePt t="25401" x="4268788" y="2640013"/>
          <p14:tracePt t="25409" x="4305300" y="2640013"/>
          <p14:tracePt t="25417" x="4330700" y="2640013"/>
          <p14:tracePt t="25425" x="4406900" y="2640013"/>
          <p14:tracePt t="25433" x="4468813" y="2640013"/>
          <p14:tracePt t="25441" x="4518025" y="2640013"/>
          <p14:tracePt t="25449" x="4543425" y="2640013"/>
          <p14:tracePt t="25457" x="4594225" y="2640013"/>
          <p14:tracePt t="25465" x="4694238" y="2603500"/>
          <p14:tracePt t="25473" x="4756150" y="2590800"/>
          <p14:tracePt t="25481" x="4832350" y="2552700"/>
          <p14:tracePt t="25489" x="4881563" y="2527300"/>
          <p14:tracePt t="25497" x="4945063" y="2478088"/>
          <p14:tracePt t="25505" x="4968875" y="2452688"/>
          <p14:tracePt t="25515" x="4994275" y="2414588"/>
          <p14:tracePt t="25521" x="5045075" y="2378075"/>
          <p14:tracePt t="25531" x="5057775" y="2365375"/>
          <p14:tracePt t="25537" x="5081588" y="2339975"/>
          <p14:tracePt t="25553" x="5094288" y="2314575"/>
          <p14:tracePt t="25563" x="5106988" y="2290763"/>
          <p14:tracePt t="25569" x="5106988" y="2265363"/>
          <p14:tracePt t="25580" x="5132388" y="2239963"/>
          <p14:tracePt t="25585" x="5145088" y="2214563"/>
          <p14:tracePt t="25596" x="5157788" y="2201863"/>
          <p14:tracePt t="25601" x="5181600" y="2178050"/>
          <p14:tracePt t="25609" x="5181600" y="2165350"/>
          <p14:tracePt t="25617" x="5194300" y="2165350"/>
          <p14:tracePt t="25633" x="5194300" y="2139950"/>
          <p14:tracePt t="25641" x="5207000" y="2127250"/>
          <p14:tracePt t="25657" x="5207000" y="2114550"/>
          <p14:tracePt t="25665" x="5207000" y="2101850"/>
          <p14:tracePt t="25681" x="5207000" y="2089150"/>
          <p14:tracePt t="25697" x="5207000" y="2065338"/>
          <p14:tracePt t="25721" x="5207000" y="2039938"/>
          <p14:tracePt t="25737" x="5181600" y="2014538"/>
          <p14:tracePt t="25747" x="5157788" y="2014538"/>
          <p14:tracePt t="25753" x="5132388" y="2014538"/>
          <p14:tracePt t="25763" x="5106988" y="2001838"/>
          <p14:tracePt t="25769" x="5094288" y="2001838"/>
          <p14:tracePt t="25779" x="5068888" y="1989138"/>
          <p14:tracePt t="25785" x="5045075" y="1989138"/>
          <p14:tracePt t="25796" x="5032375" y="1989138"/>
          <p14:tracePt t="25801" x="4981575" y="1989138"/>
          <p14:tracePt t="25809" x="4932363" y="1965325"/>
          <p14:tracePt t="25817" x="4894263" y="1965325"/>
          <p14:tracePt t="25825" x="4843463" y="1965325"/>
          <p14:tracePt t="25833" x="4832350" y="1965325"/>
          <p14:tracePt t="25841" x="4756150" y="1965325"/>
          <p14:tracePt t="25849" x="4706938" y="1965325"/>
          <p14:tracePt t="25857" x="4656138" y="1965325"/>
          <p14:tracePt t="25865" x="4630738" y="1965325"/>
          <p14:tracePt t="25881" x="4594225" y="1965325"/>
          <p14:tracePt t="25889" x="4581525" y="1978025"/>
          <p14:tracePt t="25897" x="4556125" y="2001838"/>
          <p14:tracePt t="25905" x="4530725" y="2014538"/>
          <p14:tracePt t="25913" x="4518025" y="2039938"/>
          <p14:tracePt t="25921" x="4506913" y="2052638"/>
          <p14:tracePt t="25930" x="4494213" y="2089150"/>
          <p14:tracePt t="25937" x="4494213" y="2127250"/>
          <p14:tracePt t="25947" x="4468813" y="2190750"/>
          <p14:tracePt t="25953" x="4468813" y="2201863"/>
          <p14:tracePt t="25963" x="4468813" y="2239963"/>
          <p14:tracePt t="25969" x="4468813" y="2252663"/>
          <p14:tracePt t="25980" x="4481513" y="2303463"/>
          <p14:tracePt t="25985" x="4506913" y="2352675"/>
          <p14:tracePt t="25996" x="4518025" y="2390775"/>
          <p14:tracePt t="26001" x="4543425" y="2414588"/>
          <p14:tracePt t="26009" x="4581525" y="2427288"/>
          <p14:tracePt t="26017" x="4606925" y="2452688"/>
          <p14:tracePt t="26025" x="4630738" y="2465388"/>
          <p14:tracePt t="26033" x="4656138" y="2478088"/>
          <p14:tracePt t="26041" x="4656138" y="2490788"/>
          <p14:tracePt t="26049" x="4706938" y="2503488"/>
          <p14:tracePt t="26057" x="4732338" y="2503488"/>
          <p14:tracePt t="26065" x="4743450" y="2503488"/>
          <p14:tracePt t="26073" x="4794250" y="2503488"/>
          <p14:tracePt t="26081" x="4832350" y="2503488"/>
          <p14:tracePt t="26089" x="4868863" y="2503488"/>
          <p14:tracePt t="26097" x="4932363" y="2503488"/>
          <p14:tracePt t="26105" x="4968875" y="2503488"/>
          <p14:tracePt t="26113" x="5006975" y="2503488"/>
          <p14:tracePt t="26121" x="5057775" y="2478088"/>
          <p14:tracePt t="26129" x="5068888" y="2478088"/>
          <p14:tracePt t="26137" x="5094288" y="2439988"/>
          <p14:tracePt t="26146" x="5132388" y="2439988"/>
          <p14:tracePt t="26153" x="5145088" y="2427288"/>
          <p14:tracePt t="26163" x="5181600" y="2390775"/>
          <p14:tracePt t="26169" x="5194300" y="2390775"/>
          <p14:tracePt t="26179" x="5194300" y="2378075"/>
          <p14:tracePt t="26185" x="5219700" y="2352675"/>
          <p14:tracePt t="26201" x="5232400" y="2339975"/>
          <p14:tracePt t="26212" x="5232400" y="2314575"/>
          <p14:tracePt t="26217" x="5232400" y="2303463"/>
          <p14:tracePt t="26225" x="5232400" y="2278063"/>
          <p14:tracePt t="26233" x="5232400" y="2252663"/>
          <p14:tracePt t="26241" x="5207000" y="2214563"/>
          <p14:tracePt t="26249" x="5194300" y="2190750"/>
          <p14:tracePt t="26257" x="5170488" y="2165350"/>
          <p14:tracePt t="26265" x="5157788" y="2152650"/>
          <p14:tracePt t="26273" x="5119688" y="2127250"/>
          <p14:tracePt t="26281" x="5106988" y="2114550"/>
          <p14:tracePt t="26289" x="5045075" y="2089150"/>
          <p14:tracePt t="26297" x="5006975" y="2078038"/>
          <p14:tracePt t="26305" x="4981575" y="2065338"/>
          <p14:tracePt t="26321" x="4894263" y="2052638"/>
          <p14:tracePt t="26329" x="4806950" y="2052638"/>
          <p14:tracePt t="26337" x="4694238" y="2014538"/>
          <p14:tracePt t="26346" x="4606925" y="2014538"/>
          <p14:tracePt t="26353" x="4468813" y="2014538"/>
          <p14:tracePt t="26363" x="4406900" y="2014538"/>
          <p14:tracePt t="26369" x="4330700" y="2014538"/>
          <p14:tracePt t="26379" x="4230688" y="2014538"/>
          <p14:tracePt t="26385" x="4156075" y="2014538"/>
          <p14:tracePt t="26396" x="4117975" y="2014538"/>
          <p14:tracePt t="26401" x="4056063" y="2014538"/>
          <p14:tracePt t="26412" x="4030663" y="2014538"/>
          <p14:tracePt t="26417" x="4017963" y="2039938"/>
          <p14:tracePt t="26425" x="3979863" y="2065338"/>
          <p14:tracePt t="26433" x="3930650" y="2078038"/>
          <p14:tracePt t="26441" x="3930650" y="2089150"/>
          <p14:tracePt t="26449" x="3905250" y="2114550"/>
          <p14:tracePt t="26457" x="3879850" y="2139950"/>
          <p14:tracePt t="26465" x="3856038" y="2178050"/>
          <p14:tracePt t="26473" x="3856038" y="2201863"/>
          <p14:tracePt t="26481" x="3856038" y="2239963"/>
          <p14:tracePt t="26489" x="3856038" y="2252663"/>
          <p14:tracePt t="26497" x="3856038" y="2303463"/>
          <p14:tracePt t="26505" x="3856038" y="2327275"/>
          <p14:tracePt t="26513" x="3856038" y="2339975"/>
          <p14:tracePt t="26521" x="3856038" y="2390775"/>
          <p14:tracePt t="26529" x="3879850" y="2452688"/>
          <p14:tracePt t="26537" x="3917950" y="2503488"/>
          <p14:tracePt t="26547" x="3943350" y="2527300"/>
          <p14:tracePt t="26553" x="3979863" y="2540000"/>
          <p14:tracePt t="26563" x="4030663" y="2552700"/>
          <p14:tracePt t="26569" x="4081463" y="2565400"/>
          <p14:tracePt t="26579" x="4117975" y="2565400"/>
          <p14:tracePt t="26585" x="4143375" y="2565400"/>
          <p14:tracePt t="26594" x="4192588" y="2565400"/>
          <p14:tracePt t="26601" x="4217988" y="2565400"/>
          <p14:tracePt t="26611" x="4243388" y="2565400"/>
          <p14:tracePt t="26617" x="4281488" y="2552700"/>
          <p14:tracePt t="26633" x="4330700" y="2516188"/>
          <p14:tracePt t="26641" x="4381500" y="2478088"/>
          <p14:tracePt t="26649" x="4406900" y="2452688"/>
          <p14:tracePt t="26657" x="4430713" y="2427288"/>
          <p14:tracePt t="26665" x="4430713" y="2403475"/>
          <p14:tracePt t="26673" x="4468813" y="2378075"/>
          <p14:tracePt t="26681" x="4468813" y="2365375"/>
          <p14:tracePt t="26689" x="4481513" y="2327275"/>
          <p14:tracePt t="26697" x="4481513" y="2314575"/>
          <p14:tracePt t="26705" x="4481513" y="2290763"/>
          <p14:tracePt t="26713" x="4481513" y="2278063"/>
          <p14:tracePt t="26721" x="4481513" y="2252663"/>
          <p14:tracePt t="26729" x="4481513" y="2214563"/>
          <p14:tracePt t="26737" x="4456113" y="2214563"/>
          <p14:tracePt t="26746" x="4443413" y="2190750"/>
          <p14:tracePt t="26753" x="4418013" y="2178050"/>
          <p14:tracePt t="26763" x="4394200" y="2165350"/>
          <p14:tracePt t="26769" x="4343400" y="2139950"/>
          <p14:tracePt t="26779" x="4305300" y="2127250"/>
          <p14:tracePt t="26785" x="4243388" y="2114550"/>
          <p14:tracePt t="26794" x="4205288" y="2114550"/>
          <p14:tracePt t="26801" x="4168775" y="2078038"/>
          <p14:tracePt t="26812" x="4130675" y="2078038"/>
          <p14:tracePt t="26817" x="4068763" y="2078038"/>
          <p14:tracePt t="26829" x="3992563" y="2078038"/>
          <p14:tracePt t="26833" x="3943350" y="2078038"/>
          <p14:tracePt t="26841" x="3930650" y="2052638"/>
          <p14:tracePt t="26849" x="3917950" y="2039938"/>
          <p14:tracePt t="26857" x="3867150" y="2039938"/>
          <p14:tracePt t="26865" x="3830638" y="2039938"/>
          <p14:tracePt t="26873" x="3792538" y="2039938"/>
          <p14:tracePt t="26895" x="3743325" y="2039938"/>
          <p14:tracePt t="26897" x="3717925" y="2052638"/>
          <p14:tracePt t="26905" x="3717925" y="2065338"/>
          <p14:tracePt t="26913" x="3692525" y="2078038"/>
          <p14:tracePt t="26921" x="3679825" y="2089150"/>
          <p14:tracePt t="26930" x="3667125" y="2114550"/>
          <p14:tracePt t="26937" x="3667125" y="2127250"/>
          <p14:tracePt t="26953" x="3654425" y="2139950"/>
          <p14:tracePt t="26963" x="3643313" y="2152650"/>
          <p14:tracePt t="26969" x="3630613" y="2165350"/>
          <p14:tracePt t="26985" x="3630613" y="2178050"/>
          <p14:tracePt t="26995" x="3630613" y="2190750"/>
          <p14:tracePt t="27001" x="3630613" y="2201863"/>
          <p14:tracePt t="27011" x="3630613" y="2214563"/>
          <p14:tracePt t="27028" x="3630613" y="2239963"/>
          <p14:tracePt t="27033" x="3630613" y="2252663"/>
          <p14:tracePt t="27041" x="3617913" y="2265363"/>
          <p14:tracePt t="27049" x="3605213" y="2265363"/>
          <p14:tracePt t="27057" x="3605213" y="2290763"/>
          <p14:tracePt t="27073" x="3605213" y="2303463"/>
          <p14:tracePt t="27081" x="3605213" y="2314575"/>
          <p14:tracePt t="27097" x="3592513" y="2327275"/>
          <p14:tracePt t="27113" x="3592513" y="2339975"/>
          <p14:tracePt t="27218" x="3592513" y="2352675"/>
          <p14:tracePt t="27234" x="3579813" y="2352675"/>
          <p14:tracePt t="27251" x="3567113" y="2352675"/>
          <p14:tracePt t="27260" x="3554413" y="2352675"/>
          <p14:tracePt t="27275" x="3541713" y="2339975"/>
          <p14:tracePt t="27281" x="3530600" y="2339975"/>
          <p14:tracePt t="27289" x="3492500" y="2339975"/>
          <p14:tracePt t="27297" x="3454400" y="2339975"/>
          <p14:tracePt t="27305" x="3441700" y="2339975"/>
          <p14:tracePt t="27321" x="3429000" y="2339975"/>
          <p14:tracePt t="27329" x="3417888" y="2339975"/>
          <p14:tracePt t="27369" x="3405188" y="2339975"/>
          <p14:tracePt t="27385" x="3392488" y="2327275"/>
          <p14:tracePt t="27394" x="3379788" y="2327275"/>
          <p14:tracePt t="27401" x="3367088" y="2327275"/>
          <p14:tracePt t="27417" x="3354388" y="2314575"/>
          <p14:tracePt t="27426" x="3341688" y="2314575"/>
          <p14:tracePt t="27433" x="3328988" y="2314575"/>
          <p14:tracePt t="27442" x="3317875" y="2314575"/>
          <p14:tracePt t="27449" x="3305175" y="2314575"/>
          <p14:tracePt t="27457" x="3292475" y="2314575"/>
          <p14:tracePt t="27481" x="3267075" y="2314575"/>
          <p14:tracePt t="27489" x="3254375" y="2314575"/>
          <p14:tracePt t="27497" x="3241675" y="2314575"/>
          <p14:tracePt t="27537" x="3241675" y="2303463"/>
          <p14:tracePt t="27593" x="3216275" y="2290763"/>
          <p14:tracePt t="27641" x="3216275" y="2278063"/>
          <p14:tracePt t="27665" x="3216275" y="2265363"/>
          <p14:tracePt t="27681" x="3216275" y="2252663"/>
          <p14:tracePt t="27689" x="3216275" y="2239963"/>
          <p14:tracePt t="27737" x="3216275" y="2227263"/>
          <p14:tracePt t="27753" x="3216275" y="2214563"/>
          <p14:tracePt t="27769" x="3216275" y="2201863"/>
          <p14:tracePt t="27802" x="3216275" y="2190750"/>
          <p14:tracePt t="27817" x="3216275" y="2178050"/>
          <p14:tracePt t="27833" x="3216275" y="2165350"/>
          <p14:tracePt t="27842" x="3216275" y="2152650"/>
          <p14:tracePt t="27857" x="3228975" y="2127250"/>
          <p14:tracePt t="27873" x="3254375" y="2089150"/>
          <p14:tracePt t="27881" x="3279775" y="2078038"/>
          <p14:tracePt t="27889" x="3292475" y="2065338"/>
          <p14:tracePt t="27897" x="3305175" y="2052638"/>
          <p14:tracePt t="27905" x="3317875" y="2039938"/>
          <p14:tracePt t="27913" x="3328988" y="2039938"/>
          <p14:tracePt t="27921" x="3341688" y="2039938"/>
          <p14:tracePt t="27929" x="3379788" y="2027238"/>
          <p14:tracePt t="27937" x="3392488" y="2027238"/>
          <p14:tracePt t="27945" x="3441700" y="2027238"/>
          <p14:tracePt t="27953" x="3467100" y="2027238"/>
          <p14:tracePt t="27961" x="3492500" y="2027238"/>
          <p14:tracePt t="27969" x="3554413" y="2001838"/>
          <p14:tracePt t="27978" x="3567113" y="2001838"/>
          <p14:tracePt t="27985" x="3605213" y="2001838"/>
          <p14:tracePt t="27995" x="3643313" y="2001838"/>
          <p14:tracePt t="28001" x="3730625" y="1989138"/>
          <p14:tracePt t="28011" x="3743325" y="1978025"/>
          <p14:tracePt t="28017" x="3792538" y="1978025"/>
          <p14:tracePt t="28027" x="3817938" y="1978025"/>
          <p14:tracePt t="28033" x="3867150" y="1978025"/>
          <p14:tracePt t="28044" x="3943350" y="1978025"/>
          <p14:tracePt t="28049" x="3979863" y="1978025"/>
          <p14:tracePt t="28061" x="4017963" y="1978025"/>
          <p14:tracePt t="28073" x="4043363" y="1978025"/>
          <p14:tracePt t="28081" x="4092575" y="1978025"/>
          <p14:tracePt t="28089" x="4143375" y="1978025"/>
          <p14:tracePt t="28097" x="4192588" y="1978025"/>
          <p14:tracePt t="28105" x="4281488" y="1989138"/>
          <p14:tracePt t="28113" x="4343400" y="1989138"/>
          <p14:tracePt t="28121" x="4394200" y="1989138"/>
          <p14:tracePt t="28129" x="4456113" y="2001838"/>
          <p14:tracePt t="28137" x="4518025" y="2027238"/>
          <p14:tracePt t="28145" x="4568825" y="2052638"/>
          <p14:tracePt t="28153" x="4630738" y="2065338"/>
          <p14:tracePt t="28161" x="4694238" y="2078038"/>
          <p14:tracePt t="28169" x="4732338" y="2078038"/>
          <p14:tracePt t="28177" x="4768850" y="2101850"/>
          <p14:tracePt t="28185" x="4794250" y="2114550"/>
          <p14:tracePt t="28194" x="4832350" y="2114550"/>
          <p14:tracePt t="28201" x="4856163" y="2127250"/>
          <p14:tracePt t="28210" x="4881563" y="2139950"/>
          <p14:tracePt t="28227" x="4894263" y="2152650"/>
          <p14:tracePt t="28233" x="4906963" y="2152650"/>
          <p14:tracePt t="28243" x="4919663" y="2165350"/>
          <p14:tracePt t="28265" x="4932363" y="2165350"/>
          <p14:tracePt t="28281" x="4945063" y="2165350"/>
          <p14:tracePt t="28329" x="4956175" y="2178050"/>
          <p14:tracePt t="28377" x="4968875" y="2190750"/>
          <p14:tracePt t="28419" x="4968875" y="2201863"/>
          <p14:tracePt t="28449" x="4968875" y="2214563"/>
          <p14:tracePt t="28465" x="4968875" y="2227263"/>
          <p14:tracePt t="28489" x="4968875" y="2252663"/>
          <p14:tracePt t="28505" x="4968875" y="2265363"/>
          <p14:tracePt t="28513" x="4968875" y="2290763"/>
          <p14:tracePt t="28521" x="4956175" y="2314575"/>
          <p14:tracePt t="28529" x="4919663" y="2339975"/>
          <p14:tracePt t="28537" x="4894263" y="2365375"/>
          <p14:tracePt t="28545" x="4868863" y="2378075"/>
          <p14:tracePt t="28553" x="4843463" y="2390775"/>
          <p14:tracePt t="28561" x="4806950" y="2414588"/>
          <p14:tracePt t="28577" x="4794250" y="2414588"/>
          <p14:tracePt t="28585" x="4794250" y="2427288"/>
          <p14:tracePt t="28594" x="4781550" y="2427288"/>
          <p14:tracePt t="28626" x="4781550" y="2439988"/>
          <p14:tracePt t="28643" x="4768850" y="2439988"/>
          <p14:tracePt t="28673" x="4743450" y="2452688"/>
          <p14:tracePt t="28681" x="4732338" y="2465388"/>
          <p14:tracePt t="28698" x="4719638" y="2478088"/>
          <p14:tracePt t="28714" x="4668838" y="2490788"/>
          <p14:tracePt t="28721" x="4656138" y="2516188"/>
          <p14:tracePt t="28737" x="4643438" y="2527300"/>
          <p14:tracePt t="28746" x="4619625" y="2540000"/>
          <p14:tracePt t="28753" x="4594225" y="2565400"/>
          <p14:tracePt t="28761" x="4556125" y="2565400"/>
          <p14:tracePt t="28769" x="4543425" y="2565400"/>
          <p14:tracePt t="28777" x="4518025" y="2565400"/>
          <p14:tracePt t="28785" x="4494213" y="2565400"/>
          <p14:tracePt t="28794" x="4418013" y="2565400"/>
          <p14:tracePt t="28801" x="4330700" y="2578100"/>
          <p14:tracePt t="28810" x="4243388" y="2616200"/>
          <p14:tracePt t="28817" x="4205288" y="2627313"/>
          <p14:tracePt t="28827" x="4143375" y="2627313"/>
          <p14:tracePt t="28833" x="4056063" y="2627313"/>
          <p14:tracePt t="28844" x="3968750" y="2627313"/>
          <p14:tracePt t="28849" x="3867150" y="2627313"/>
          <p14:tracePt t="28859" x="3779838" y="2627313"/>
          <p14:tracePt t="28877" x="3605213" y="2627313"/>
          <p14:tracePt t="28881" x="3505200" y="2627313"/>
          <p14:tracePt t="28889" x="3429000" y="2627313"/>
          <p14:tracePt t="28897" x="3367088" y="2627313"/>
          <p14:tracePt t="28905" x="3317875" y="2627313"/>
          <p14:tracePt t="28913" x="3279775" y="2627313"/>
          <p14:tracePt t="28921" x="3228975" y="2627313"/>
          <p14:tracePt t="28929" x="3167063" y="2627313"/>
          <p14:tracePt t="28937" x="3128963" y="2627313"/>
          <p14:tracePt t="28945" x="3092450" y="2627313"/>
          <p14:tracePt t="28953" x="3041650" y="2627313"/>
          <p14:tracePt t="28961" x="3028950" y="2603500"/>
          <p14:tracePt t="28969" x="3003550" y="2590800"/>
          <p14:tracePt t="28977" x="2979738" y="2578100"/>
          <p14:tracePt t="28986" x="2967038" y="2565400"/>
          <p14:tracePt t="28995" x="2941638" y="2552700"/>
          <p14:tracePt t="29002" x="2941638" y="2527300"/>
          <p14:tracePt t="29012" x="2941638" y="2516188"/>
          <p14:tracePt t="29017" x="2903538" y="2490788"/>
          <p14:tracePt t="29026" x="2890838" y="2465388"/>
          <p14:tracePt t="29033" x="2867025" y="2427288"/>
          <p14:tracePt t="29043" x="2854325" y="2414588"/>
          <p14:tracePt t="29049" x="2828925" y="2390775"/>
          <p14:tracePt t="29059" x="2790825" y="2352675"/>
          <p14:tracePt t="29065" x="2790825" y="2339975"/>
          <p14:tracePt t="29075" x="2778125" y="2327275"/>
          <p14:tracePt t="29081" x="2767013" y="2303463"/>
          <p14:tracePt t="29105" x="2754313" y="2303463"/>
          <p14:tracePt t="29153" x="2728913" y="2303463"/>
          <p14:tracePt t="29161" x="2716213" y="2303463"/>
          <p14:tracePt t="29201" x="2690813" y="2303463"/>
          <p14:tracePt t="29209" x="2667000" y="2303463"/>
          <p14:tracePt t="29217" x="2667000" y="2290763"/>
          <p14:tracePt t="29234" x="2654300" y="2278063"/>
          <p14:tracePt t="29260" x="2628900" y="2278063"/>
          <p14:tracePt t="29265" x="2603500" y="2278063"/>
          <p14:tracePt t="29281" x="2590800" y="2290763"/>
          <p14:tracePt t="29289" x="2554288" y="2303463"/>
          <p14:tracePt t="29297" x="2565400" y="2314575"/>
          <p14:tracePt t="29313" x="2541588" y="2352675"/>
          <p14:tracePt t="29329" x="2516188" y="2352675"/>
          <p14:tracePt t="29345" x="2503488" y="2352675"/>
          <p14:tracePt t="29377" x="2490788" y="2352675"/>
          <p14:tracePt t="29385" x="2478088" y="2352675"/>
          <p14:tracePt t="29393" x="2465388" y="2352675"/>
          <p14:tracePt t="29401" x="2441575" y="2352675"/>
          <p14:tracePt t="29410" x="2428875" y="2352675"/>
          <p14:tracePt t="29443" x="2416175" y="2352675"/>
          <p14:tracePt t="29449" x="2378075" y="2339975"/>
          <p14:tracePt t="29459" x="2352675" y="2339975"/>
          <p14:tracePt t="29465" x="2328863" y="2314575"/>
          <p14:tracePt t="29475" x="2303463" y="2303463"/>
          <p14:tracePt t="29481" x="2278063" y="2290763"/>
          <p14:tracePt t="29497" x="2265363" y="2278063"/>
          <p14:tracePt t="29505" x="2252663" y="2265363"/>
          <p14:tracePt t="29521" x="2239963" y="2252663"/>
          <p14:tracePt t="29537" x="2239963" y="2227263"/>
          <p14:tracePt t="29545" x="2239963" y="2214563"/>
          <p14:tracePt t="29553" x="2228850" y="2201863"/>
          <p14:tracePt t="29569" x="2228850" y="2190750"/>
          <p14:tracePt t="29585" x="2228850" y="2178050"/>
          <p14:tracePt t="29593" x="2228850" y="2165350"/>
          <p14:tracePt t="29601" x="2228850" y="2152650"/>
          <p14:tracePt t="29617" x="2228850" y="2139950"/>
          <p14:tracePt t="29626" x="2228850" y="2114550"/>
          <p14:tracePt t="29633" x="2265363" y="2089150"/>
          <p14:tracePt t="29643" x="2316163" y="2089150"/>
          <p14:tracePt t="29649" x="2365375" y="2065338"/>
          <p14:tracePt t="29660" x="2416175" y="2039938"/>
          <p14:tracePt t="29665" x="2478088" y="2001838"/>
          <p14:tracePt t="29675" x="2516188" y="2001838"/>
          <p14:tracePt t="29681" x="2554288" y="2001838"/>
          <p14:tracePt t="29692" x="2590800" y="1989138"/>
          <p14:tracePt t="29697" x="2641600" y="1989138"/>
          <p14:tracePt t="29705" x="2690813" y="1989138"/>
          <p14:tracePt t="29713" x="2767013" y="1989138"/>
          <p14:tracePt t="29721" x="2828925" y="1989138"/>
          <p14:tracePt t="29729" x="2916238" y="1989138"/>
          <p14:tracePt t="29737" x="3003550" y="1989138"/>
          <p14:tracePt t="29745" x="3128963" y="2001838"/>
          <p14:tracePt t="29753" x="3179763" y="2014538"/>
          <p14:tracePt t="29761" x="3292475" y="2039938"/>
          <p14:tracePt t="29769" x="3417888" y="2078038"/>
          <p14:tracePt t="29777" x="3492500" y="2101850"/>
          <p14:tracePt t="29793" x="3479800" y="2114550"/>
          <p14:tracePt t="29801" x="3479800" y="2127250"/>
          <p14:tracePt t="29833" x="3479800" y="2152650"/>
          <p14:tracePt t="29842" x="3492500" y="2152650"/>
          <p14:tracePt t="29849" x="3505200" y="2165350"/>
          <p14:tracePt t="29859" x="3505200" y="2178050"/>
          <p14:tracePt t="29875" x="3517900" y="2178050"/>
          <p14:tracePt t="29881" x="3517900" y="2190750"/>
          <p14:tracePt t="29898" x="3517900" y="2201863"/>
          <p14:tracePt t="29910" x="3530600" y="2214563"/>
          <p14:tracePt t="29937" x="3541713" y="2227263"/>
          <p14:tracePt t="29945" x="3541713" y="2239963"/>
          <p14:tracePt t="29953" x="3541713" y="2252663"/>
          <p14:tracePt t="29961" x="3554413" y="2278063"/>
          <p14:tracePt t="29985" x="3567113" y="2290763"/>
          <p14:tracePt t="29993" x="3579813" y="2303463"/>
          <p14:tracePt t="30001" x="3579813" y="2314575"/>
          <p14:tracePt t="30017" x="3592513" y="2327275"/>
          <p14:tracePt t="30033" x="3605213" y="2327275"/>
          <p14:tracePt t="30049" x="3643313" y="2339975"/>
          <p14:tracePt t="30065" x="3654425" y="2352675"/>
          <p14:tracePt t="30075" x="3654425" y="2365375"/>
          <p14:tracePt t="30081" x="3679825" y="2365375"/>
          <p14:tracePt t="30097" x="3705225" y="2378075"/>
          <p14:tracePt t="30108" x="3717925" y="2390775"/>
          <p14:tracePt t="30121" x="3730625" y="2403475"/>
          <p14:tracePt t="30443" x="3730625" y="2414588"/>
          <p14:tracePt t="30601" x="3692525" y="2414588"/>
          <p14:tracePt t="30609" x="3630613" y="2414588"/>
          <p14:tracePt t="30617" x="3579813" y="2414588"/>
          <p14:tracePt t="30627" x="3492500" y="2414588"/>
          <p14:tracePt t="30633" x="3341688" y="2414588"/>
          <p14:tracePt t="30642" x="3241675" y="2414588"/>
          <p14:tracePt t="30649" x="3103563" y="2414588"/>
          <p14:tracePt t="30658" x="2967038" y="2414588"/>
          <p14:tracePt t="30665" x="2778125" y="2414588"/>
          <p14:tracePt t="30675" x="2678113" y="2414588"/>
          <p14:tracePt t="30681" x="2528888" y="2414588"/>
          <p14:tracePt t="30691" x="2416175" y="2414588"/>
          <p14:tracePt t="30697" x="2365375" y="2414588"/>
          <p14:tracePt t="30707" x="2316163" y="2414588"/>
          <p14:tracePt t="30713" x="2290763" y="2414588"/>
          <p14:tracePt t="30724" x="2252663" y="2414588"/>
          <p14:tracePt t="30785" x="2239963" y="2414588"/>
          <p14:tracePt t="30977" x="2228850" y="2390775"/>
          <p14:tracePt t="30985" x="2216150" y="2390775"/>
          <p14:tracePt t="31020" x="2203450" y="2378075"/>
          <p14:tracePt t="31025" x="2190750" y="2378075"/>
          <p14:tracePt t="31034" x="2190750" y="2365375"/>
          <p14:tracePt t="31049" x="2190750" y="2352675"/>
          <p14:tracePt t="31059" x="2190750" y="2339975"/>
          <p14:tracePt t="31065" x="2190750" y="2314575"/>
          <p14:tracePt t="31081" x="2190750" y="2290763"/>
          <p14:tracePt t="31090" x="2190750" y="2278063"/>
          <p14:tracePt t="31097" x="2190750" y="2265363"/>
          <p14:tracePt t="31107" x="2190750" y="2239963"/>
          <p14:tracePt t="31113" x="2190750" y="2227263"/>
          <p14:tracePt t="31129" x="2190750" y="2201863"/>
          <p14:tracePt t="31137" x="2190750" y="2190750"/>
          <p14:tracePt t="31153" x="2190750" y="2178050"/>
          <p14:tracePt t="31161" x="2190750" y="2165350"/>
          <p14:tracePt t="31169" x="2190750" y="2152650"/>
          <p14:tracePt t="31217" x="2190750" y="2139950"/>
          <p14:tracePt t="31250" x="2203450" y="2139950"/>
          <p14:tracePt t="31260" x="2203450" y="2127250"/>
          <p14:tracePt t="31266" x="2216150" y="2127250"/>
          <p14:tracePt t="31274" x="2228850" y="2127250"/>
          <p14:tracePt t="31281" x="2239963" y="2127250"/>
          <p14:tracePt t="31291" x="2265363" y="2114550"/>
          <p14:tracePt t="31297" x="2303463" y="2114550"/>
          <p14:tracePt t="31308" x="2339975" y="2114550"/>
          <p14:tracePt t="31313" x="2378075" y="2114550"/>
          <p14:tracePt t="31324" x="2416175" y="2114550"/>
          <p14:tracePt t="31329" x="2465388" y="2114550"/>
          <p14:tracePt t="31340" x="2516188" y="2114550"/>
          <p14:tracePt t="31345" x="2578100" y="2114550"/>
          <p14:tracePt t="31353" x="2628900" y="2114550"/>
          <p14:tracePt t="31361" x="2678113" y="2114550"/>
          <p14:tracePt t="31369" x="2703513" y="2114550"/>
          <p14:tracePt t="31377" x="2741613" y="2114550"/>
          <p14:tracePt t="31385" x="2778125" y="2114550"/>
          <p14:tracePt t="31393" x="2828925" y="2114550"/>
          <p14:tracePt t="31401" x="2867025" y="2114550"/>
          <p14:tracePt t="31409" x="2879725" y="2114550"/>
          <p14:tracePt t="31441" x="2890838" y="2114550"/>
          <p14:tracePt t="31641" x="2903538" y="2114550"/>
          <p14:tracePt t="31649" x="2916238" y="2127250"/>
          <p14:tracePt t="31657" x="2928938" y="2178050"/>
          <p14:tracePt t="31665" x="2941638" y="2190750"/>
          <p14:tracePt t="31675" x="2979738" y="2227263"/>
          <p14:tracePt t="31681" x="3028950" y="2278063"/>
          <p14:tracePt t="31691" x="3079750" y="2327275"/>
          <p14:tracePt t="31697" x="3128963" y="2352675"/>
          <p14:tracePt t="31708" x="3167063" y="2403475"/>
          <p14:tracePt t="31713" x="3241675" y="2452688"/>
          <p14:tracePt t="31723" x="3267075" y="2465388"/>
          <p14:tracePt t="31729" x="3328988" y="2516188"/>
          <p14:tracePt t="31740" x="3354388" y="2527300"/>
          <p14:tracePt t="31745" x="3367088" y="2565400"/>
          <p14:tracePt t="31757" x="3405188" y="2590800"/>
          <p14:tracePt t="31761" x="3417888" y="2627313"/>
          <p14:tracePt t="31769" x="3441700" y="2652713"/>
          <p14:tracePt t="31777" x="3441700" y="2665413"/>
          <p14:tracePt t="31785" x="3454400" y="2678113"/>
          <p14:tracePt t="31793" x="3467100" y="2690813"/>
          <p14:tracePt t="31825" x="3479800" y="2690813"/>
          <p14:tracePt t="31833" x="3479800" y="2703513"/>
          <p14:tracePt t="31889" x="3517900" y="2716213"/>
          <p14:tracePt t="31897" x="3530600" y="2716213"/>
          <p14:tracePt t="31913" x="3541713" y="2728913"/>
          <p14:tracePt t="31922" x="3567113" y="2740025"/>
          <p14:tracePt t="31929" x="3592513" y="2740025"/>
          <p14:tracePt t="31939" x="3617913" y="2752725"/>
          <p14:tracePt t="31945" x="3643313" y="2765425"/>
          <p14:tracePt t="31956" x="3654425" y="2778125"/>
          <p14:tracePt t="31961" x="3667125" y="2790825"/>
          <p14:tracePt t="31969" x="3692525" y="2790825"/>
          <p14:tracePt t="31977" x="3705225" y="2803525"/>
          <p14:tracePt t="31985" x="3717925" y="2816225"/>
          <p14:tracePt t="31993" x="3743325" y="2816225"/>
          <p14:tracePt t="32001" x="3756025" y="2828925"/>
          <p14:tracePt t="32009" x="3756025" y="2840038"/>
          <p14:tracePt t="32017" x="3767138" y="2840038"/>
          <p14:tracePt t="32025" x="3779838" y="2852738"/>
          <p14:tracePt t="32041" x="3817938" y="2852738"/>
          <p14:tracePt t="32073" x="3830638" y="2852738"/>
          <p14:tracePt t="32081" x="3856038" y="2865438"/>
          <p14:tracePt t="32123" x="3867150" y="2878138"/>
          <p14:tracePt t="32177" x="3867150" y="2890838"/>
          <p14:tracePt t="32203" x="3867150" y="2916238"/>
          <p14:tracePt t="32249" x="3867150" y="2928938"/>
          <p14:tracePt t="32329" x="3867150" y="2941638"/>
          <p14:tracePt t="32441" x="3867150" y="2952750"/>
          <p14:tracePt t="32569" x="3879850" y="2952750"/>
          <p14:tracePt t="32609" x="3892550" y="2952750"/>
          <p14:tracePt t="32617" x="3905250" y="2952750"/>
          <p14:tracePt t="32625" x="3930650" y="2952750"/>
          <p14:tracePt t="32641" x="3956050" y="2952750"/>
          <p14:tracePt t="32649" x="3968750" y="2941638"/>
          <p14:tracePt t="32657" x="3979863" y="2928938"/>
          <p14:tracePt t="32665" x="3992563" y="2890838"/>
          <p14:tracePt t="32673" x="4017963" y="2865438"/>
          <p14:tracePt t="32681" x="4068763" y="2852738"/>
          <p14:tracePt t="32690" x="4081463" y="2828925"/>
          <p14:tracePt t="32697" x="4092575" y="2816225"/>
          <p14:tracePt t="32706" x="4092575" y="2803525"/>
          <p14:tracePt t="32713" x="4117975" y="2778125"/>
          <p14:tracePt t="32724" x="4117975" y="2765425"/>
          <p14:tracePt t="32739" x="4117975" y="2752725"/>
          <p14:tracePt t="32745" x="4117975" y="2740025"/>
          <p14:tracePt t="32761" x="4130675" y="2728913"/>
          <p14:tracePt t="32802" x="4130675" y="2716213"/>
          <p14:tracePt t="32921" x="4143375" y="2716213"/>
          <p14:tracePt t="32938" x="4156075" y="2716213"/>
          <p14:tracePt t="32945" x="4156075" y="2728913"/>
          <p14:tracePt t="32955" x="4156075" y="2752725"/>
          <p14:tracePt t="32961" x="4168775" y="2752725"/>
          <p14:tracePt t="32977" x="4181475" y="2778125"/>
          <p14:tracePt t="33009" x="4181475" y="2790825"/>
          <p14:tracePt t="33561" x="4181475" y="2765425"/>
          <p14:tracePt t="33570" x="4181475" y="2740025"/>
          <p14:tracePt t="33577" x="4156075" y="2728913"/>
          <p14:tracePt t="33586" x="4143375" y="2703513"/>
          <p14:tracePt t="33601" x="4143375" y="2690813"/>
          <p14:tracePt t="33609" x="4130675" y="2665413"/>
          <p14:tracePt t="33617" x="4105275" y="2652713"/>
          <p14:tracePt t="33625" x="4092575" y="2640013"/>
          <p14:tracePt t="33633" x="4092575" y="2627313"/>
          <p14:tracePt t="33641" x="4081463" y="2603500"/>
          <p14:tracePt t="33649" x="4056063" y="2578100"/>
          <p14:tracePt t="33657" x="4017963" y="2516188"/>
          <p14:tracePt t="33665" x="3956050" y="2503488"/>
          <p14:tracePt t="33673" x="3867150" y="2439988"/>
          <p14:tracePt t="33681" x="3817938" y="2414588"/>
          <p14:tracePt t="33689" x="3756025" y="2378075"/>
          <p14:tracePt t="33697" x="3667125" y="2352675"/>
          <p14:tracePt t="33705" x="3592513" y="2327275"/>
          <p14:tracePt t="33713" x="3579813" y="2303463"/>
          <p14:tracePt t="33729" x="3479800" y="2278063"/>
          <p14:tracePt t="33738" x="3479800" y="2265363"/>
          <p14:tracePt t="33745" x="3441700" y="2252663"/>
          <p14:tracePt t="33755" x="3405188" y="2239963"/>
          <p14:tracePt t="33761" x="3392488" y="2239963"/>
          <p14:tracePt t="33772" x="3354388" y="2239963"/>
          <p14:tracePt t="33777" x="3317875" y="2239963"/>
          <p14:tracePt t="33787" x="3279775" y="2252663"/>
          <p14:tracePt t="33793" x="3254375" y="2265363"/>
          <p14:tracePt t="33804" x="3216275" y="2303463"/>
          <p14:tracePt t="33809" x="3167063" y="2365375"/>
          <p14:tracePt t="33817" x="3103563" y="2427288"/>
          <p14:tracePt t="33825" x="3054350" y="2478088"/>
          <p14:tracePt t="33833" x="3016250" y="2516188"/>
          <p14:tracePt t="33841" x="2954338" y="2616200"/>
          <p14:tracePt t="33849" x="2903538" y="2690813"/>
          <p14:tracePt t="33857" x="2890838" y="2740025"/>
          <p14:tracePt t="33865" x="2879725" y="2816225"/>
          <p14:tracePt t="33873" x="2867025" y="2865438"/>
          <p14:tracePt t="33888" x="2867025" y="2916238"/>
          <p14:tracePt t="33890" x="2867025" y="2941638"/>
          <p14:tracePt t="33897" x="2867025" y="2978150"/>
          <p14:tracePt t="33905" x="2867025" y="2990850"/>
          <p14:tracePt t="33913" x="2867025" y="3003550"/>
          <p14:tracePt t="33922" x="2867025" y="3016250"/>
          <p14:tracePt t="34065" x="2854325" y="3016250"/>
          <p14:tracePt t="34073" x="2841625" y="3003550"/>
          <p14:tracePt t="34081" x="2828925" y="2990850"/>
          <p14:tracePt t="34089" x="2828925" y="2978150"/>
          <p14:tracePt t="34097" x="2803525" y="2952750"/>
          <p14:tracePt t="34105" x="2790825" y="2928938"/>
          <p14:tracePt t="34113" x="2754313" y="2903538"/>
          <p14:tracePt t="34121" x="2754313" y="2878138"/>
          <p14:tracePt t="34129" x="2741613" y="2878138"/>
          <p14:tracePt t="34137" x="2741613" y="2865438"/>
          <p14:tracePt t="34145" x="2716213" y="2840038"/>
          <p14:tracePt t="34289" x="2728913" y="2852738"/>
          <p14:tracePt t="34297" x="2778125" y="2878138"/>
          <p14:tracePt t="34305" x="2803525" y="2916238"/>
          <p14:tracePt t="34313" x="2879725" y="2952750"/>
          <p14:tracePt t="34321" x="2928938" y="2978150"/>
          <p14:tracePt t="34329" x="2954338" y="3016250"/>
          <p14:tracePt t="34338" x="2992438" y="3028950"/>
          <p14:tracePt t="34345" x="3054350" y="3041650"/>
          <p14:tracePt t="34354" x="3092450" y="3065463"/>
          <p14:tracePt t="34361" x="3128963" y="3065463"/>
          <p14:tracePt t="34370" x="3167063" y="3090863"/>
          <p14:tracePt t="34377" x="3192463" y="3103563"/>
          <p14:tracePt t="34387" x="3254375" y="3116263"/>
          <p14:tracePt t="34393" x="3292475" y="3116263"/>
          <p14:tracePt t="34404" x="3328988" y="3116263"/>
          <p14:tracePt t="34409" x="3341688" y="3116263"/>
          <p14:tracePt t="34420" x="3367088" y="3116263"/>
          <p14:tracePt t="34433" x="3417888" y="3116263"/>
          <p14:tracePt t="34441" x="3429000" y="3116263"/>
          <p14:tracePt t="34457" x="3479800" y="3065463"/>
          <p14:tracePt t="34473" x="3492500" y="3041650"/>
          <p14:tracePt t="34481" x="3492500" y="3028950"/>
          <p14:tracePt t="34489" x="3492500" y="3016250"/>
          <p14:tracePt t="34497" x="3492500" y="2978150"/>
          <p14:tracePt t="34505" x="3505200" y="2965450"/>
          <p14:tracePt t="34513" x="3517900" y="2941638"/>
          <p14:tracePt t="34529" x="3517900" y="2928938"/>
          <p14:tracePt t="34969" x="3530600" y="2928938"/>
          <p14:tracePt t="34988" x="3541713" y="2928938"/>
          <p14:tracePt t="35003" x="3541713" y="2916238"/>
          <p14:tracePt t="35011" x="3554413" y="2903538"/>
          <p14:tracePt t="35026" x="3567113" y="2878138"/>
          <p14:tracePt t="35037" x="3567113" y="2865438"/>
          <p14:tracePt t="35041" x="3592513" y="2852738"/>
          <p14:tracePt t="35051" x="3605213" y="2840038"/>
          <p14:tracePt t="35057" x="3605213" y="2828925"/>
          <p14:tracePt t="35065" x="3617913" y="2816225"/>
          <p14:tracePt t="35081" x="3617913" y="2803525"/>
          <p14:tracePt t="35122" x="3630613" y="2803525"/>
          <p14:tracePt t="35193" x="3643313" y="2790825"/>
          <p14:tracePt t="35473" x="3654425" y="2790825"/>
          <p14:tracePt t="35489" x="3679825" y="2790825"/>
          <p14:tracePt t="35505" x="3692525" y="2816225"/>
          <p14:tracePt t="35521" x="3705225" y="2840038"/>
          <p14:tracePt t="35649" x="3705225" y="2828925"/>
          <p14:tracePt t="35675" x="3705225" y="2816225"/>
          <p14:tracePt t="35713" x="3705225" y="2803525"/>
          <p14:tracePt t="37153" x="3717925" y="2803525"/>
          <p14:tracePt t="37161" x="3756025" y="2803525"/>
          <p14:tracePt t="37169" x="3856038" y="2803525"/>
          <p14:tracePt t="37177" x="3930650" y="2828925"/>
          <p14:tracePt t="37185" x="3992563" y="2828925"/>
          <p14:tracePt t="37193" x="4092575" y="2828925"/>
          <p14:tracePt t="37201" x="4192588" y="2840038"/>
          <p14:tracePt t="37209" x="4256088" y="2852738"/>
          <p14:tracePt t="37218" x="4294188" y="2852738"/>
          <p14:tracePt t="37225" x="4318000" y="2890838"/>
          <p14:tracePt t="37235" x="4381500" y="2890838"/>
          <p14:tracePt t="37241" x="4443413" y="2903538"/>
          <p14:tracePt t="37250" x="4506913" y="2903538"/>
          <p14:tracePt t="37257" x="4568825" y="2903538"/>
          <p14:tracePt t="37268" x="4606925" y="2928938"/>
          <p14:tracePt t="37273" x="4643438" y="2928938"/>
          <p14:tracePt t="37284" x="4681538" y="2941638"/>
          <p14:tracePt t="37289" x="4719638" y="2941638"/>
          <p14:tracePt t="37298" x="4756150" y="2952750"/>
          <p14:tracePt t="37305" x="4768850" y="2952750"/>
          <p14:tracePt t="37313" x="4806950" y="2952750"/>
          <p14:tracePt t="37321" x="4868863" y="2990850"/>
          <p14:tracePt t="37329" x="4894263" y="2990850"/>
          <p14:tracePt t="37337" x="4945063" y="3003550"/>
          <p14:tracePt t="37345" x="4994275" y="3016250"/>
          <p14:tracePt t="37353" x="5006975" y="3016250"/>
          <p14:tracePt t="37361" x="5032375" y="3016250"/>
          <p14:tracePt t="37369" x="5045075" y="3016250"/>
          <p14:tracePt t="37377" x="5057775" y="3028950"/>
          <p14:tracePt t="37393" x="5068888" y="3028950"/>
          <p14:tracePt t="37401" x="5081588" y="3028950"/>
          <p14:tracePt t="37409" x="5081588" y="3041650"/>
          <p14:tracePt t="37425" x="5106988" y="3041650"/>
          <p14:tracePt t="37441" x="5119688" y="3041650"/>
          <p14:tracePt t="37451" x="5132388" y="3041650"/>
          <p14:tracePt t="37467" x="5145088" y="3041650"/>
          <p14:tracePt t="37489" x="5157788" y="3041650"/>
          <p14:tracePt t="37721" x="5170488" y="3041650"/>
          <p14:tracePt t="37745" x="5170488" y="3028950"/>
          <p14:tracePt t="37793" x="5170488" y="3003550"/>
          <p14:tracePt t="37849" x="5170488" y="2990850"/>
          <p14:tracePt t="37889" x="5157788" y="2978150"/>
          <p14:tracePt t="38193" x="5145088" y="2978150"/>
          <p14:tracePt t="38201" x="5132388" y="2978150"/>
          <p14:tracePt t="38209" x="5106988" y="2978150"/>
          <p14:tracePt t="38217" x="5068888" y="2965450"/>
          <p14:tracePt t="38225" x="5045075" y="2952750"/>
          <p14:tracePt t="38233" x="5006975" y="2941638"/>
          <p14:tracePt t="38251" x="4968875" y="2928938"/>
          <p14:tracePt t="38257" x="4906963" y="2916238"/>
          <p14:tracePt t="38267" x="4868863" y="2903538"/>
          <p14:tracePt t="38273" x="4856163" y="2890838"/>
          <p14:tracePt t="38283" x="4832350" y="2878138"/>
          <p14:tracePt t="38289" x="4806950" y="2878138"/>
          <p14:tracePt t="38299" x="4768850" y="2878138"/>
          <p14:tracePt t="38305" x="4743450" y="2878138"/>
          <p14:tracePt t="38316" x="4732338" y="2878138"/>
          <p14:tracePt t="38321" x="4694238" y="2865438"/>
          <p14:tracePt t="38337" x="4681538" y="2865438"/>
          <p14:tracePt t="38547" x="4681538" y="2852738"/>
          <p14:tracePt t="38601" x="4694238" y="2852738"/>
          <p14:tracePt t="38625" x="4719638" y="2852738"/>
          <p14:tracePt t="38649" x="4732338" y="2852738"/>
          <p14:tracePt t="38666" x="4756150" y="2840038"/>
          <p14:tracePt t="38683" x="4781550" y="2828925"/>
          <p14:tracePt t="38689" x="4781550" y="2816225"/>
          <p14:tracePt t="38699" x="4806950" y="2803525"/>
          <p14:tracePt t="38721" x="4819650" y="2803525"/>
          <p14:tracePt t="38745" x="4843463" y="2803525"/>
          <p14:tracePt t="38763" x="4856163" y="2803525"/>
          <p14:tracePt t="38770" x="4868863" y="2803525"/>
          <p14:tracePt t="38778" x="4881563" y="2803525"/>
          <p14:tracePt t="38786" x="4894263" y="2803525"/>
          <p14:tracePt t="38817" x="4919663" y="2803525"/>
          <p14:tracePt t="38841" x="4932363" y="2803525"/>
          <p14:tracePt t="38857" x="4945063" y="2803525"/>
          <p14:tracePt t="38905" x="4956175" y="2803525"/>
          <p14:tracePt t="38923" x="4956175" y="2816225"/>
          <p14:tracePt t="38946" x="4956175" y="2828925"/>
          <p14:tracePt t="38962" x="4956175" y="2852738"/>
          <p14:tracePt t="38977" x="4919663" y="2852738"/>
          <p14:tracePt t="38985" x="4906963" y="2865438"/>
          <p14:tracePt t="38993" x="4881563" y="2878138"/>
          <p14:tracePt t="39001" x="4856163" y="2878138"/>
          <p14:tracePt t="39009" x="4806950" y="2890838"/>
          <p14:tracePt t="39017" x="4756150" y="2903538"/>
          <p14:tracePt t="39025" x="4719638" y="2903538"/>
          <p14:tracePt t="39033" x="4694238" y="2916238"/>
          <p14:tracePt t="39041" x="4668838" y="2916238"/>
          <p14:tracePt t="39049" x="4643438" y="2916238"/>
          <p14:tracePt t="39057" x="4630738" y="2916238"/>
          <p14:tracePt t="39066" x="4619625" y="2916238"/>
          <p14:tracePt t="39073" x="4606925" y="2916238"/>
          <p14:tracePt t="39225" x="4619625" y="2916238"/>
          <p14:tracePt t="39233" x="4630738" y="2916238"/>
          <p14:tracePt t="39241" x="4656138" y="2916238"/>
          <p14:tracePt t="39249" x="4694238" y="2916238"/>
          <p14:tracePt t="39257" x="4719638" y="2916238"/>
          <p14:tracePt t="39266" x="4756150" y="2916238"/>
          <p14:tracePt t="39273" x="4781550" y="2903538"/>
          <p14:tracePt t="39282" x="4819650" y="2903538"/>
          <p14:tracePt t="39289" x="4868863" y="2903538"/>
          <p14:tracePt t="39298" x="4881563" y="2890838"/>
          <p14:tracePt t="39305" x="4919663" y="2878138"/>
          <p14:tracePt t="39321" x="4956175" y="2878138"/>
          <p14:tracePt t="39330" x="4968875" y="2865438"/>
          <p14:tracePt t="39337" x="4994275" y="2852738"/>
          <p14:tracePt t="39353" x="5006975" y="2840038"/>
          <p14:tracePt t="39369" x="5019675" y="2828925"/>
          <p14:tracePt t="39377" x="5032375" y="2816225"/>
          <p14:tracePt t="39393" x="5068888" y="2816225"/>
          <p14:tracePt t="39401" x="5081588" y="2816225"/>
          <p14:tracePt t="39409" x="5106988" y="2816225"/>
          <p14:tracePt t="39417" x="5119688" y="2816225"/>
          <p14:tracePt t="39425" x="5157788" y="2803525"/>
          <p14:tracePt t="39433" x="5170488" y="2803525"/>
          <p14:tracePt t="39441" x="5194300" y="2803525"/>
          <p14:tracePt t="39449" x="5232400" y="2803525"/>
          <p14:tracePt t="39457" x="5257800" y="2803525"/>
          <p14:tracePt t="39466" x="5270500" y="2803525"/>
          <p14:tracePt t="39473" x="5307013" y="2803525"/>
          <p14:tracePt t="39483" x="5345113" y="2803525"/>
          <p14:tracePt t="39489" x="5370513" y="2803525"/>
          <p14:tracePt t="39499" x="5419725" y="2803525"/>
          <p14:tracePt t="39505" x="5432425" y="2803525"/>
          <p14:tracePt t="39515" x="5483225" y="2803525"/>
          <p14:tracePt t="39521" x="5519738" y="2803525"/>
          <p14:tracePt t="39532" x="5545138" y="2803525"/>
          <p14:tracePt t="39537" x="5570538" y="2803525"/>
          <p14:tracePt t="39549" x="5595938" y="2803525"/>
          <p14:tracePt t="39553" x="5645150" y="2803525"/>
          <p14:tracePt t="39561" x="5670550" y="2803525"/>
          <p14:tracePt t="39569" x="5695950" y="2803525"/>
          <p14:tracePt t="39585" x="5708650" y="2816225"/>
          <p14:tracePt t="39601" x="5719763" y="2828925"/>
          <p14:tracePt t="39641" x="5732463" y="2828925"/>
          <p14:tracePt t="39929" x="5745163" y="2828925"/>
          <p14:tracePt t="39945" x="5770563" y="2828925"/>
          <p14:tracePt t="39953" x="5783263" y="2828925"/>
          <p14:tracePt t="39962" x="5832475" y="2852738"/>
          <p14:tracePt t="39969" x="5870575" y="2878138"/>
          <p14:tracePt t="39977" x="5895975" y="2903538"/>
          <p14:tracePt t="39985" x="5957888" y="2928938"/>
          <p14:tracePt t="39993" x="5995988" y="2952750"/>
          <p14:tracePt t="40001" x="6034088" y="2965450"/>
          <p14:tracePt t="40009" x="6057900" y="2978150"/>
          <p14:tracePt t="40017" x="6096000" y="3003550"/>
          <p14:tracePt t="40025" x="6121400" y="3016250"/>
          <p14:tracePt t="40033" x="6134100" y="3016250"/>
          <p14:tracePt t="40041" x="6146800" y="3028950"/>
          <p14:tracePt t="40081" x="6157913" y="3028950"/>
          <p14:tracePt t="40130" x="6170613" y="3028950"/>
          <p14:tracePt t="40162" x="6183313" y="3028950"/>
          <p14:tracePt t="40178" x="6196013" y="3028950"/>
          <p14:tracePt t="40225" x="6196013" y="3016250"/>
          <p14:tracePt t="40233" x="6208713" y="3016250"/>
          <p14:tracePt t="40265" x="6221413" y="2990850"/>
          <p14:tracePt t="40305" x="6234113" y="2965450"/>
          <p14:tracePt t="40753" x="6096000" y="2941638"/>
          <p14:tracePt t="40762" x="5908675" y="2941638"/>
          <p14:tracePt t="40769" x="5457825" y="2941638"/>
          <p14:tracePt t="40779" x="4832350" y="2865438"/>
          <p14:tracePt t="40785" x="4768850" y="2865438"/>
          <p14:tracePt t="41041" x="4781550" y="2865438"/>
          <p14:tracePt t="41049" x="4832350" y="2828925"/>
          <p14:tracePt t="41057" x="4868863" y="2828925"/>
          <p14:tracePt t="41065" x="4894263" y="2816225"/>
          <p14:tracePt t="41073" x="4968875" y="2790825"/>
          <p14:tracePt t="41081" x="5032375" y="2778125"/>
          <p14:tracePt t="41089" x="5094288" y="2752725"/>
          <p14:tracePt t="41097" x="5170488" y="2728913"/>
          <p14:tracePt t="41105" x="5219700" y="2703513"/>
          <p14:tracePt t="41114" x="5281613" y="2652713"/>
          <p14:tracePt t="41121" x="5332413" y="2616200"/>
          <p14:tracePt t="41131" x="5383213" y="2578100"/>
          <p14:tracePt t="41137" x="5432425" y="2540000"/>
          <p14:tracePt t="41147" x="5507038" y="2478088"/>
          <p14:tracePt t="41153" x="5583238" y="2427288"/>
          <p14:tracePt t="41163" x="5619750" y="2403475"/>
          <p14:tracePt t="41169" x="5683250" y="2352675"/>
          <p14:tracePt t="41180" x="5695950" y="2339975"/>
          <p14:tracePt t="41185" x="5695950" y="2303463"/>
          <p14:tracePt t="41197" x="5708650" y="2278063"/>
          <p14:tracePt t="41209" x="5719763" y="2278063"/>
          <p14:tracePt t="41217" x="5732463" y="2278063"/>
          <p14:tracePt t="41233" x="5745163" y="2278063"/>
          <p14:tracePt t="41241" x="5770563" y="2278063"/>
          <p14:tracePt t="41249" x="5783263" y="2278063"/>
          <p14:tracePt t="41257" x="5783263" y="2290763"/>
          <p14:tracePt t="41265" x="5808663" y="2290763"/>
          <p14:tracePt t="41273" x="5857875" y="2314575"/>
          <p14:tracePt t="41281" x="5870575" y="2327275"/>
          <p14:tracePt t="41289" x="5932488" y="2352675"/>
          <p14:tracePt t="41297" x="5995988" y="2390775"/>
          <p14:tracePt t="41305" x="6083300" y="2427288"/>
          <p14:tracePt t="41314" x="6208713" y="2465388"/>
          <p14:tracePt t="41321" x="6346825" y="2516188"/>
          <p14:tracePt t="41330" x="6434138" y="2565400"/>
          <p14:tracePt t="41337" x="6572250" y="2590800"/>
          <p14:tracePt t="41347" x="6746875" y="2640013"/>
          <p14:tracePt t="41353" x="6884988" y="2678113"/>
          <p14:tracePt t="41363" x="7123113" y="2740025"/>
          <p14:tracePt t="41369" x="7246938" y="2790825"/>
          <p14:tracePt t="41377" x="7459663" y="2852738"/>
          <p14:tracePt t="41385" x="7635875" y="2878138"/>
          <p14:tracePt t="41396" x="7761288" y="2928938"/>
          <p14:tracePt t="41401" x="7861300" y="2952750"/>
          <p14:tracePt t="41409" x="7948613" y="2965450"/>
          <p14:tracePt t="41417" x="8035925" y="3003550"/>
          <p14:tracePt t="41425" x="8086725" y="3016250"/>
          <p14:tracePt t="41433" x="8110538" y="3016250"/>
          <p14:tracePt t="41441" x="8148638" y="3041650"/>
          <p14:tracePt t="41465" x="8161338" y="3041650"/>
          <p14:tracePt t="41601" x="8174038" y="3041650"/>
          <p14:tracePt t="41625" x="8186738" y="3041650"/>
          <p14:tracePt t="41641" x="8199438" y="3028950"/>
          <p14:tracePt t="41665" x="8199438" y="3016250"/>
          <p14:tracePt t="41673" x="8199438" y="3003550"/>
          <p14:tracePt t="41681" x="8199438" y="2990850"/>
          <p14:tracePt t="41697" x="8199438" y="2965450"/>
          <p14:tracePt t="41761" x="8199438" y="2952750"/>
          <p14:tracePt t="41795" x="8199438" y="2941638"/>
          <p14:tracePt t="41801" x="8199438" y="2928938"/>
          <p14:tracePt t="41889" x="8199438" y="2916238"/>
          <p14:tracePt t="41897" x="8199438" y="2903538"/>
          <p14:tracePt t="41913" x="8212138" y="2890838"/>
          <p14:tracePt t="41921" x="8212138" y="2878138"/>
          <p14:tracePt t="41929" x="8235950" y="2865438"/>
          <p14:tracePt t="41962" x="8274050" y="2852738"/>
          <p14:tracePt t="41969" x="8324850" y="2852738"/>
          <p14:tracePt t="41985" x="8348663" y="2840038"/>
          <p14:tracePt t="41993" x="8361363" y="2840038"/>
          <p14:tracePt t="42001" x="8399463" y="2828925"/>
          <p14:tracePt t="42012" x="8399463" y="2816225"/>
          <p14:tracePt t="42017" x="8435975" y="2803525"/>
          <p14:tracePt t="42025" x="8461375" y="2803525"/>
          <p14:tracePt t="42033" x="8512175" y="2803525"/>
          <p14:tracePt t="42041" x="8548688" y="2778125"/>
          <p14:tracePt t="42049" x="8612188" y="2765425"/>
          <p14:tracePt t="42057" x="8661400" y="2752725"/>
          <p14:tracePt t="42065" x="8724900" y="2752725"/>
          <p14:tracePt t="42073" x="8812213" y="2740025"/>
          <p14:tracePt t="42081" x="8863013" y="2716213"/>
          <p14:tracePt t="42089" x="8874125" y="2716213"/>
          <p14:tracePt t="42097" x="8886825" y="2716213"/>
          <p14:tracePt t="42105" x="8912225" y="2716213"/>
          <p14:tracePt t="42113" x="8963025" y="2703513"/>
          <p14:tracePt t="42121" x="8975725" y="2703513"/>
          <p14:tracePt t="42137" x="8999538" y="2703513"/>
          <p14:tracePt t="42146" x="9012238" y="2703513"/>
          <p14:tracePt t="42185" x="9024938" y="2703513"/>
          <p14:tracePt t="42195" x="9037638" y="2703513"/>
          <p14:tracePt t="42201" x="9037638" y="2690813"/>
          <p14:tracePt t="42212" x="9050338" y="2690813"/>
          <p14:tracePt t="42225" x="9075738" y="2678113"/>
          <p14:tracePt t="42233" x="9099550" y="2665413"/>
          <p14:tracePt t="42265" x="9112250" y="2640013"/>
          <p14:tracePt t="42274" x="9124950" y="2640013"/>
          <p14:tracePt t="42282" x="9124950" y="2627313"/>
          <p14:tracePt t="42393" x="9137650" y="2627313"/>
          <p14:tracePt t="42410" x="9163050" y="2627313"/>
          <p14:tracePt t="42434" x="9175750" y="2640013"/>
          <p14:tracePt t="42443" x="9199563" y="2640013"/>
          <p14:tracePt t="42450" x="9224963" y="2652713"/>
          <p14:tracePt t="42465" x="9237663" y="2665413"/>
          <p14:tracePt t="42473" x="9263063" y="2690813"/>
          <p14:tracePt t="42481" x="9263063" y="2716213"/>
          <p14:tracePt t="42489" x="9263063" y="2728913"/>
          <p14:tracePt t="42497" x="9263063" y="2752725"/>
          <p14:tracePt t="42505" x="9288463" y="2765425"/>
          <p14:tracePt t="42513" x="9288463" y="2778125"/>
          <p14:tracePt t="42521" x="9288463" y="2803525"/>
          <p14:tracePt t="42537" x="9288463" y="2828925"/>
          <p14:tracePt t="42553" x="9288463" y="2840038"/>
          <p14:tracePt t="42562" x="9288463" y="2865438"/>
          <p14:tracePt t="42578" x="9288463" y="2878138"/>
          <p14:tracePt t="42585" x="9275763" y="2928938"/>
          <p14:tracePt t="42595" x="9250363" y="2941638"/>
          <p14:tracePt t="42601" x="9212263" y="2978150"/>
          <p14:tracePt t="42611" x="9150350" y="2990850"/>
          <p14:tracePt t="42617" x="9124950" y="3028950"/>
          <p14:tracePt t="42628" x="9075738" y="3041650"/>
          <p14:tracePt t="42633" x="9024938" y="3090863"/>
          <p14:tracePt t="42641" x="8963025" y="3116263"/>
          <p14:tracePt t="42649" x="8924925" y="3154363"/>
          <p14:tracePt t="42657" x="8874125" y="3178175"/>
          <p14:tracePt t="42665" x="8850313" y="3203575"/>
          <p14:tracePt t="42673" x="8824913" y="3241675"/>
          <p14:tracePt t="42681" x="8774113" y="3254375"/>
          <p14:tracePt t="42689" x="8750300" y="3290888"/>
          <p14:tracePt t="42697" x="8686800" y="3316288"/>
          <p14:tracePt t="42705" x="8637588" y="3328988"/>
          <p14:tracePt t="42713" x="8599488" y="3354388"/>
          <p14:tracePt t="42721" x="8537575" y="3367088"/>
          <p14:tracePt t="42730" x="8461375" y="3390900"/>
          <p14:tracePt t="42737" x="8412163" y="3403600"/>
          <p14:tracePt t="42746" x="8312150" y="3416300"/>
          <p14:tracePt t="42753" x="8235950" y="3429000"/>
          <p14:tracePt t="42763" x="8186738" y="3467100"/>
          <p14:tracePt t="42769" x="8110538" y="3479800"/>
          <p14:tracePt t="42779" x="7986713" y="3529013"/>
          <p14:tracePt t="42785" x="7886700" y="3554413"/>
          <p14:tracePt t="42796" x="7785100" y="3590925"/>
          <p14:tracePt t="42801" x="7673975" y="3616325"/>
          <p14:tracePt t="42811" x="7535863" y="3654425"/>
          <p14:tracePt t="42817" x="7448550" y="3679825"/>
          <p14:tracePt t="42829" x="7359650" y="3703638"/>
          <p14:tracePt t="42833" x="7272338" y="3729038"/>
          <p14:tracePt t="42841" x="7146925" y="3741738"/>
          <p14:tracePt t="42849" x="7021513" y="3792538"/>
          <p14:tracePt t="42857" x="6884988" y="3816350"/>
          <p14:tracePt t="42865" x="6746875" y="3841750"/>
          <p14:tracePt t="42879" x="6634163" y="3879850"/>
          <p14:tracePt t="42881" x="6521450" y="3916363"/>
          <p14:tracePt t="42889" x="6383338" y="3979863"/>
          <p14:tracePt t="42897" x="6283325" y="4017963"/>
          <p14:tracePt t="42905" x="6183313" y="4067175"/>
          <p14:tracePt t="42913" x="6070600" y="4105275"/>
          <p14:tracePt t="42921" x="5970588" y="4129088"/>
          <p14:tracePt t="42929" x="5857875" y="4167188"/>
          <p14:tracePt t="42937" x="5745163" y="4179888"/>
          <p14:tracePt t="42945" x="5657850" y="4205288"/>
          <p14:tracePt t="42953" x="5545138" y="4230688"/>
          <p14:tracePt t="42962" x="5457825" y="4241800"/>
          <p14:tracePt t="42969" x="5394325" y="4267200"/>
          <p14:tracePt t="42978" x="5307013" y="4292600"/>
          <p14:tracePt t="42985" x="5257800" y="4292600"/>
          <p14:tracePt t="42995" x="5181600" y="4305300"/>
          <p14:tracePt t="43001" x="5170488" y="4318000"/>
          <p14:tracePt t="43011" x="5132388" y="4318000"/>
          <p14:tracePt t="43017" x="5106988" y="4318000"/>
          <p14:tracePt t="43028" x="5045075" y="4330700"/>
          <p14:tracePt t="43033" x="5006975" y="4330700"/>
          <p14:tracePt t="43041" x="4994275" y="4330700"/>
          <p14:tracePt t="43049" x="4945063" y="4330700"/>
          <p14:tracePt t="43057" x="4906963" y="4330700"/>
          <p14:tracePt t="43065" x="4881563" y="4330700"/>
          <p14:tracePt t="43073" x="4856163" y="4341813"/>
          <p14:tracePt t="43081" x="4781550" y="4354513"/>
          <p14:tracePt t="43089" x="4743450" y="4354513"/>
          <p14:tracePt t="43097" x="4732338" y="4354513"/>
          <p14:tracePt t="43105" x="4706938" y="4354513"/>
          <p14:tracePt t="43113" x="4668838" y="4354513"/>
          <p14:tracePt t="43121" x="4656138" y="4354513"/>
          <p14:tracePt t="43129" x="4643438" y="4354513"/>
          <p14:tracePt t="43193" x="4630738" y="4354513"/>
          <p14:tracePt t="43211" x="4619625" y="4330700"/>
          <p14:tracePt t="43226" x="4606925" y="4305300"/>
          <p14:tracePt t="43233" x="4606925" y="4292600"/>
          <p14:tracePt t="43244" x="4594225" y="4279900"/>
          <p14:tracePt t="43249" x="4594225" y="4267200"/>
          <p14:tracePt t="43257" x="4581525" y="4241800"/>
          <p14:tracePt t="43265" x="4581525" y="4230688"/>
          <p14:tracePt t="43273" x="4568825" y="4205288"/>
          <p14:tracePt t="43281" x="4556125" y="4192588"/>
          <p14:tracePt t="43289" x="4556125" y="4167188"/>
          <p14:tracePt t="43297" x="4543425" y="4154488"/>
          <p14:tracePt t="43305" x="4543425" y="4141788"/>
          <p14:tracePt t="43313" x="4530725" y="4117975"/>
          <p14:tracePt t="43329" x="4530725" y="4092575"/>
          <p14:tracePt t="43337" x="4530725" y="4079875"/>
          <p14:tracePt t="43345" x="4530725" y="4067175"/>
          <p14:tracePt t="43353" x="4518025" y="4054475"/>
          <p14:tracePt t="43362" x="4518025" y="4041775"/>
          <p14:tracePt t="43369" x="4518025" y="4029075"/>
          <p14:tracePt t="43378" x="4518025" y="4017963"/>
          <p14:tracePt t="43385" x="4518025" y="3992563"/>
          <p14:tracePt t="43395" x="4518025" y="3967163"/>
          <p14:tracePt t="43401" x="4518025" y="3954463"/>
          <p14:tracePt t="43411" x="4518025" y="3941763"/>
          <p14:tracePt t="43417" x="4518025" y="3916363"/>
          <p14:tracePt t="43427" x="4518025" y="3905250"/>
          <p14:tracePt t="43433" x="4518025" y="3879850"/>
          <p14:tracePt t="43444" x="4518025" y="3867150"/>
          <p14:tracePt t="43457" x="4518025" y="3829050"/>
          <p14:tracePt t="43473" x="4530725" y="3816350"/>
          <p14:tracePt t="43481" x="4543425" y="3779838"/>
          <p14:tracePt t="43489" x="4556125" y="3779838"/>
          <p14:tracePt t="43497" x="4568825" y="3767138"/>
          <p14:tracePt t="43505" x="4594225" y="3741738"/>
          <p14:tracePt t="43521" x="4619625" y="3716338"/>
          <p14:tracePt t="43529" x="4630738" y="3703638"/>
          <p14:tracePt t="43537" x="4656138" y="3692525"/>
          <p14:tracePt t="43545" x="4668838" y="3654425"/>
          <p14:tracePt t="43553" x="4694238" y="3641725"/>
          <p14:tracePt t="43562" x="4732338" y="3603625"/>
          <p14:tracePt t="43569" x="4756150" y="3590925"/>
          <p14:tracePt t="43578" x="4768850" y="3567113"/>
          <p14:tracePt t="43585" x="4794250" y="3541713"/>
          <p14:tracePt t="43596" x="4819650" y="3516313"/>
          <p14:tracePt t="43601" x="4832350" y="3503613"/>
          <p14:tracePt t="43612" x="4856163" y="3467100"/>
          <p14:tracePt t="43617" x="4881563" y="3454400"/>
          <p14:tracePt t="43628" x="4881563" y="3441700"/>
          <p14:tracePt t="43633" x="4906963" y="3429000"/>
          <p14:tracePt t="43649" x="4932363" y="3403600"/>
          <p14:tracePt t="43657" x="4945063" y="3390900"/>
          <p14:tracePt t="43673" x="4956175" y="3390900"/>
          <p14:tracePt t="43689" x="4956175" y="3378200"/>
          <p14:tracePt t="43721" x="4968875" y="3378200"/>
          <p14:tracePt t="43778" x="4981575" y="3378200"/>
          <p14:tracePt t="43786" x="4994275" y="3354388"/>
          <p14:tracePt t="43833" x="5019675" y="3354388"/>
          <p14:tracePt t="43842" x="5032375" y="3341688"/>
          <p14:tracePt t="43857" x="5045075" y="3341688"/>
          <p14:tracePt t="43865" x="5068888" y="3328988"/>
          <p14:tracePt t="43881" x="5081588" y="3328988"/>
          <p14:tracePt t="43889" x="5081588" y="3316288"/>
          <p14:tracePt t="43897" x="5106988" y="3316288"/>
          <p14:tracePt t="43905" x="5119688" y="3316288"/>
          <p14:tracePt t="43913" x="5132388" y="3316288"/>
          <p14:tracePt t="43945" x="5145088" y="3303588"/>
          <p14:tracePt t="44017" x="5157788" y="3303588"/>
          <p14:tracePt t="44058" x="5170488" y="3303588"/>
          <p14:tracePt t="44065" x="5181600" y="3290888"/>
          <p14:tracePt t="44473" x="5181600" y="3303588"/>
          <p14:tracePt t="44489" x="5181600" y="3316288"/>
          <p14:tracePt t="44497" x="5194300" y="3328988"/>
          <p14:tracePt t="44513" x="5194300" y="3341688"/>
          <p14:tracePt t="44521" x="5207000" y="3354388"/>
          <p14:tracePt t="44537" x="5219700" y="3378200"/>
          <p14:tracePt t="44553" x="5232400" y="3390900"/>
          <p14:tracePt t="44577" x="5257800" y="3416300"/>
          <p14:tracePt t="44594" x="5257800" y="3429000"/>
          <p14:tracePt t="44610" x="5270500" y="3429000"/>
          <p14:tracePt t="44617" x="5270500" y="3441700"/>
          <p14:tracePt t="44626" x="5270500" y="3454400"/>
          <p14:tracePt t="44643" x="5281613" y="3454400"/>
          <p14:tracePt t="44659" x="5281613" y="3467100"/>
          <p14:tracePt t="44689" x="5294313" y="3479800"/>
          <p14:tracePt t="44705" x="5307013" y="3479800"/>
          <p14:tracePt t="44738" x="5307013" y="3490913"/>
          <p14:tracePt t="44754" x="5319713" y="3503613"/>
          <p14:tracePt t="44769" x="5319713" y="3516313"/>
          <p14:tracePt t="44785" x="5332413" y="3529013"/>
          <p14:tracePt t="44801" x="5345113" y="3541713"/>
          <p14:tracePt t="44897" x="5345113" y="3554413"/>
          <p14:tracePt t="44961" x="5345113" y="3579813"/>
          <p14:tracePt t="45025" x="5345113" y="3590925"/>
          <p14:tracePt t="45033" x="5345113" y="3603625"/>
          <p14:tracePt t="45049" x="5332413" y="3616325"/>
          <p14:tracePt t="45058" x="5332413" y="3629025"/>
          <p14:tracePt t="45074" x="5319713" y="3641725"/>
          <p14:tracePt t="45090" x="5307013" y="3654425"/>
          <p14:tracePt t="45121" x="5307013" y="3667125"/>
          <p14:tracePt t="45129" x="5294313" y="3679825"/>
          <p14:tracePt t="45169" x="5281613" y="3692525"/>
          <p14:tracePt t="45177" x="5270500" y="3692525"/>
          <p14:tracePt t="45185" x="5270500" y="3703638"/>
          <p14:tracePt t="45193" x="5257800" y="3703638"/>
          <p14:tracePt t="45201" x="5232400" y="3716338"/>
          <p14:tracePt t="45210" x="5207000" y="3716338"/>
          <p14:tracePt t="45217" x="5181600" y="3741738"/>
          <p14:tracePt t="45226" x="5170488" y="3754438"/>
          <p14:tracePt t="45233" x="5145088" y="3754438"/>
          <p14:tracePt t="45243" x="5132388" y="3754438"/>
          <p14:tracePt t="45249" x="5094288" y="3754438"/>
          <p14:tracePt t="45259" x="5019675" y="3792538"/>
          <p14:tracePt t="45265" x="4981575" y="3792538"/>
          <p14:tracePt t="45276" x="4945063" y="3792538"/>
          <p14:tracePt t="45281" x="4881563" y="3803650"/>
          <p14:tracePt t="45292" x="4843463" y="3816350"/>
          <p14:tracePt t="45297" x="4781550" y="3841750"/>
          <p14:tracePt t="45305" x="4756150" y="3841750"/>
          <p14:tracePt t="45313" x="4706938" y="3854450"/>
          <p14:tracePt t="45321" x="4656138" y="3854450"/>
          <p14:tracePt t="45329" x="4619625" y="3854450"/>
          <p14:tracePt t="45337" x="4581525" y="3854450"/>
          <p14:tracePt t="45345" x="4530725" y="3854450"/>
          <p14:tracePt t="45353" x="4494213" y="3854450"/>
          <p14:tracePt t="45361" x="4468813" y="3854450"/>
          <p14:tracePt t="45369" x="4430713" y="3854450"/>
          <p14:tracePt t="45377" x="4406900" y="3854450"/>
          <p14:tracePt t="45385" x="4381500" y="3854450"/>
          <p14:tracePt t="45409" x="4356100" y="3854450"/>
          <p14:tracePt t="45417" x="4343400" y="3854450"/>
          <p14:tracePt t="45426" x="4318000" y="3854450"/>
          <p14:tracePt t="45433" x="4294188" y="3854450"/>
          <p14:tracePt t="45443" x="4294188" y="3841750"/>
          <p14:tracePt t="45449" x="4268788" y="3841750"/>
          <p14:tracePt t="45459" x="4256088" y="3816350"/>
          <p14:tracePt t="45475" x="4243388" y="3803650"/>
          <p14:tracePt t="45490" x="4230688" y="3803650"/>
          <p14:tracePt t="45497" x="4217988" y="3792538"/>
          <p14:tracePt t="45506" x="4217988" y="3779838"/>
          <p14:tracePt t="45521" x="4192588" y="3767138"/>
          <p14:tracePt t="45537" x="4181475" y="3754438"/>
          <p14:tracePt t="45545" x="4181475" y="3741738"/>
          <p14:tracePt t="45553" x="4181475" y="3729038"/>
          <p14:tracePt t="45561" x="4181475" y="3703638"/>
          <p14:tracePt t="45577" x="4181475" y="3692525"/>
          <p14:tracePt t="45585" x="4181475" y="3654425"/>
          <p14:tracePt t="45594" x="4181475" y="3641725"/>
          <p14:tracePt t="45601" x="4181475" y="3603625"/>
          <p14:tracePt t="45609" x="4181475" y="3579813"/>
          <p14:tracePt t="45617" x="4181475" y="3567113"/>
          <p14:tracePt t="45626" x="4181475" y="3541713"/>
          <p14:tracePt t="45633" x="4181475" y="3529013"/>
          <p14:tracePt t="45643" x="4181475" y="3516313"/>
          <p14:tracePt t="45649" x="4181475" y="3503613"/>
          <p14:tracePt t="45659" x="4192588" y="3479800"/>
          <p14:tracePt t="45674" x="4205288" y="3467100"/>
          <p14:tracePt t="45681" x="4230688" y="3454400"/>
          <p14:tracePt t="45721" x="4294188" y="3429000"/>
          <p14:tracePt t="45729" x="4430713" y="3416300"/>
          <p14:tracePt t="45737" x="4494213" y="3367088"/>
          <p14:tracePt t="45745" x="4594225" y="3367088"/>
          <p14:tracePt t="45753" x="4668838" y="3354388"/>
          <p14:tracePt t="45761" x="4768850" y="3316288"/>
          <p14:tracePt t="45769" x="4819650" y="3303588"/>
          <p14:tracePt t="45777" x="4881563" y="3303588"/>
          <p14:tracePt t="45785" x="4919663" y="3303588"/>
          <p14:tracePt t="45801" x="4945063" y="3303588"/>
          <p14:tracePt t="45809" x="4981575" y="3303588"/>
          <p14:tracePt t="45817" x="5006975" y="3303588"/>
          <p14:tracePt t="45826" x="5057775" y="3303588"/>
          <p14:tracePt t="45833" x="5094288" y="3303588"/>
          <p14:tracePt t="45842" x="5145088" y="3303588"/>
          <p14:tracePt t="45849" x="5194300" y="3303588"/>
          <p14:tracePt t="45859" x="5245100" y="3303588"/>
          <p14:tracePt t="45865" x="5281613" y="3303588"/>
          <p14:tracePt t="45876" x="5307013" y="3303588"/>
          <p14:tracePt t="45892" x="5319713" y="3303588"/>
          <p14:tracePt t="45897" x="5357813" y="3303588"/>
          <p14:tracePt t="45906" x="5383213" y="3303588"/>
          <p14:tracePt t="45921" x="5407025" y="3328988"/>
          <p14:tracePt t="45929" x="5432425" y="3341688"/>
          <p14:tracePt t="45937" x="5457825" y="3341688"/>
          <p14:tracePt t="45945" x="5483225" y="3354388"/>
          <p14:tracePt t="45953" x="5495925" y="3367088"/>
          <p14:tracePt t="45961" x="5507038" y="3367088"/>
          <p14:tracePt t="45969" x="5532438" y="3378200"/>
          <p14:tracePt t="45977" x="5545138" y="3390900"/>
          <p14:tracePt t="45985" x="5583238" y="3416300"/>
          <p14:tracePt t="46001" x="5583238" y="3429000"/>
          <p14:tracePt t="46009" x="5595938" y="3441700"/>
          <p14:tracePt t="46017" x="5607050" y="3441700"/>
          <p14:tracePt t="46025" x="5607050" y="3454400"/>
          <p14:tracePt t="46033" x="5632450" y="3467100"/>
          <p14:tracePt t="46049" x="5632450" y="3479800"/>
          <p14:tracePt t="46059" x="5645150" y="3490913"/>
          <p14:tracePt t="46065" x="5657850" y="3503613"/>
          <p14:tracePt t="46076" x="5657850" y="3516313"/>
          <p14:tracePt t="46091" x="5670550" y="3529013"/>
          <p14:tracePt t="46097" x="5670550" y="3554413"/>
          <p14:tracePt t="46109" x="5670550" y="3590925"/>
          <p14:tracePt t="46113" x="5695950" y="3603625"/>
          <p14:tracePt t="46129" x="5708650" y="3654425"/>
          <p14:tracePt t="46161" x="5708650" y="3667125"/>
          <p14:tracePt t="46169" x="5708650" y="3703638"/>
          <p14:tracePt t="46185" x="5708650" y="3729038"/>
          <p14:tracePt t="46193" x="5708650" y="3741738"/>
          <p14:tracePt t="46201" x="5708650" y="3779838"/>
          <p14:tracePt t="46209" x="5708650" y="3816350"/>
          <p14:tracePt t="46217" x="5708650" y="3841750"/>
          <p14:tracePt t="46225" x="5695950" y="3867150"/>
          <p14:tracePt t="46233" x="5670550" y="3916363"/>
          <p14:tracePt t="46242" x="5645150" y="3941763"/>
          <p14:tracePt t="46249" x="5632450" y="3967163"/>
          <p14:tracePt t="46258" x="5595938" y="3992563"/>
          <p14:tracePt t="46265" x="5583238" y="4017963"/>
          <p14:tracePt t="46297" x="5545138" y="4029075"/>
          <p14:tracePt t="46306" x="5419725" y="4029075"/>
          <p14:tracePt t="46313" x="5319713" y="4029075"/>
          <p14:tracePt t="46324" x="5194300" y="4017963"/>
          <p14:tracePt t="46329" x="5081588" y="4005263"/>
          <p14:tracePt t="46337" x="4956175" y="3979863"/>
          <p14:tracePt t="46345" x="4856163" y="3941763"/>
          <p14:tracePt t="46353" x="4743450" y="3879850"/>
          <p14:tracePt t="46361" x="4706938" y="3841750"/>
          <p14:tracePt t="46369" x="4681538" y="3779838"/>
          <p14:tracePt t="46377" x="4643438" y="3729038"/>
          <p14:tracePt t="46385" x="4619625" y="3679825"/>
          <p14:tracePt t="46393" x="4594225" y="3654425"/>
          <p14:tracePt t="46401" x="4581525" y="3629025"/>
          <p14:tracePt t="46409" x="4581525" y="3603625"/>
          <p14:tracePt t="46417" x="4556125" y="3554413"/>
          <p14:tracePt t="46425" x="4556125" y="3541713"/>
          <p14:tracePt t="46433" x="4556125" y="3516313"/>
          <p14:tracePt t="46442" x="4556125" y="3503613"/>
          <p14:tracePt t="46449" x="4556125" y="3490913"/>
          <p14:tracePt t="46459" x="4556125" y="3467100"/>
          <p14:tracePt t="46465" x="4556125" y="3454400"/>
          <p14:tracePt t="46475" x="4556125" y="3441700"/>
          <p14:tracePt t="46481" x="4556125" y="3416300"/>
          <p14:tracePt t="46491" x="4568825" y="3378200"/>
          <p14:tracePt t="46497" x="4581525" y="3378200"/>
          <p14:tracePt t="46506" x="4594225" y="3354388"/>
          <p14:tracePt t="46513" x="4606925" y="3354388"/>
          <p14:tracePt t="46524" x="4656138" y="3316288"/>
          <p14:tracePt t="46529" x="4706938" y="3303588"/>
          <p14:tracePt t="46537" x="4743450" y="3278188"/>
          <p14:tracePt t="46545" x="4806950" y="3228975"/>
          <p14:tracePt t="46553" x="4868863" y="3216275"/>
          <p14:tracePt t="46561" x="4919663" y="3165475"/>
          <p14:tracePt t="46569" x="4981575" y="3165475"/>
          <p14:tracePt t="46577" x="5006975" y="3141663"/>
          <p14:tracePt t="46585" x="5081588" y="3116263"/>
          <p14:tracePt t="46593" x="5181600" y="3103563"/>
          <p14:tracePt t="46601" x="5245100" y="3103563"/>
          <p14:tracePt t="46609" x="5345113" y="3103563"/>
          <p14:tracePt t="46617" x="5419725" y="3103563"/>
          <p14:tracePt t="46625" x="5457825" y="3103563"/>
          <p14:tracePt t="46633" x="5495925" y="3103563"/>
          <p14:tracePt t="46641" x="5583238" y="3103563"/>
          <p14:tracePt t="46649" x="5657850" y="3128963"/>
          <p14:tracePt t="46658" x="5695950" y="3154363"/>
          <p14:tracePt t="46665" x="5757863" y="3165475"/>
          <p14:tracePt t="46674" x="5795963" y="3190875"/>
          <p14:tracePt t="46681" x="5845175" y="3216275"/>
          <p14:tracePt t="46691" x="5870575" y="3228975"/>
          <p14:tracePt t="46697" x="5883275" y="3254375"/>
          <p14:tracePt t="46708" x="5908675" y="3267075"/>
          <p14:tracePt t="46713" x="5932488" y="3290888"/>
          <p14:tracePt t="46724" x="5945188" y="3303588"/>
          <p14:tracePt t="46729" x="5957888" y="3328988"/>
          <p14:tracePt t="46738" x="5983288" y="3378200"/>
          <p14:tracePt t="46745" x="5983288" y="3390900"/>
          <p14:tracePt t="46753" x="5983288" y="3416300"/>
          <p14:tracePt t="46761" x="6021388" y="3454400"/>
          <p14:tracePt t="46769" x="6021388" y="3490913"/>
          <p14:tracePt t="46777" x="6021388" y="3516313"/>
          <p14:tracePt t="46785" x="6034088" y="3541713"/>
          <p14:tracePt t="46793" x="6034088" y="3567113"/>
          <p14:tracePt t="46801" x="6034088" y="3603625"/>
          <p14:tracePt t="46809" x="6034088" y="3616325"/>
          <p14:tracePt t="46817" x="6034088" y="3654425"/>
          <p14:tracePt t="46825" x="6034088" y="3679825"/>
          <p14:tracePt t="46833" x="6034088" y="3703638"/>
          <p14:tracePt t="46842" x="6034088" y="3729038"/>
          <p14:tracePt t="46849" x="6034088" y="3741738"/>
          <p14:tracePt t="46858" x="6034088" y="3754438"/>
          <p14:tracePt t="46865" x="6034088" y="3767138"/>
          <p14:tracePt t="46881" x="6034088" y="3779838"/>
          <p14:tracePt t="46897" x="6034088" y="3792538"/>
          <p14:tracePt t="46907" x="6021388" y="3792538"/>
          <p14:tracePt t="46913" x="6021388" y="3803650"/>
          <p14:tracePt t="46924" x="6008688" y="3816350"/>
          <p14:tracePt t="46929" x="5995988" y="3829050"/>
          <p14:tracePt t="46939" x="5983288" y="3829050"/>
          <p14:tracePt t="46945" x="5957888" y="3854450"/>
          <p14:tracePt t="46953" x="5945188" y="3867150"/>
          <p14:tracePt t="46961" x="5908675" y="3879850"/>
          <p14:tracePt t="46969" x="5883275" y="3905250"/>
          <p14:tracePt t="46977" x="5821363" y="3929063"/>
          <p14:tracePt t="46985" x="5770563" y="3954463"/>
          <p14:tracePt t="46993" x="5708650" y="3979863"/>
          <p14:tracePt t="47001" x="5657850" y="3979863"/>
          <p14:tracePt t="47009" x="5632450" y="3979863"/>
          <p14:tracePt t="47017" x="5607050" y="3979863"/>
          <p14:tracePt t="47025" x="5583238" y="3979863"/>
          <p14:tracePt t="47033" x="5545138" y="3979863"/>
          <p14:tracePt t="47041" x="5495925" y="4005263"/>
          <p14:tracePt t="47049" x="5470525" y="4005263"/>
          <p14:tracePt t="47058" x="5394325" y="4005263"/>
          <p14:tracePt t="47065" x="5332413" y="4005263"/>
          <p14:tracePt t="47074" x="5245100" y="3992563"/>
          <p14:tracePt t="47081" x="5145088" y="3954463"/>
          <p14:tracePt t="47091" x="5057775" y="3929063"/>
          <p14:tracePt t="47097" x="4968875" y="3905250"/>
          <p14:tracePt t="47107" x="4906963" y="3867150"/>
          <p14:tracePt t="47113" x="4819650" y="3816350"/>
          <p14:tracePt t="47124" x="4794250" y="3792538"/>
          <p14:tracePt t="47129" x="4756150" y="3754438"/>
          <p14:tracePt t="47140" x="4706938" y="3703638"/>
          <p14:tracePt t="47145" x="4681538" y="3703638"/>
          <p14:tracePt t="47153" x="4656138" y="3667125"/>
          <p14:tracePt t="47169" x="4643438" y="3654425"/>
          <p14:tracePt t="47177" x="4643438" y="3641725"/>
          <p14:tracePt t="47191" x="4643438" y="3629025"/>
          <p14:tracePt t="47193" x="4630738" y="3616325"/>
          <p14:tracePt t="47209" x="4630738" y="3590925"/>
          <p14:tracePt t="47225" x="4630738" y="3579813"/>
          <p14:tracePt t="47233" x="4630738" y="3567113"/>
          <p14:tracePt t="47241" x="4630738" y="3554413"/>
          <p14:tracePt t="47258" x="4630738" y="3541713"/>
          <p14:tracePt t="47265" x="4630738" y="3529013"/>
          <p14:tracePt t="47274" x="4630738" y="3516313"/>
          <p14:tracePt t="47291" x="4630738" y="3503613"/>
          <p14:tracePt t="47297" x="4630738" y="3490913"/>
          <p14:tracePt t="47313" x="4630738" y="3479800"/>
          <p14:tracePt t="47324" x="4630738" y="3467100"/>
          <p14:tracePt t="47329" x="4630738" y="3454400"/>
          <p14:tracePt t="47345" x="4630738" y="3441700"/>
          <p14:tracePt t="47355" x="4630738" y="3429000"/>
          <p14:tracePt t="47361" x="4630738" y="3416300"/>
          <p14:tracePt t="47369" x="4656138" y="3390900"/>
          <p14:tracePt t="47377" x="4668838" y="3378200"/>
          <p14:tracePt t="47385" x="4694238" y="3354388"/>
          <p14:tracePt t="47393" x="4706938" y="3341688"/>
          <p14:tracePt t="47401" x="4732338" y="3316288"/>
          <p14:tracePt t="47409" x="4732338" y="3303588"/>
          <p14:tracePt t="47417" x="4743450" y="3303588"/>
          <p14:tracePt t="47425" x="4756150" y="3290888"/>
          <p14:tracePt t="47433" x="4768850" y="3278188"/>
          <p14:tracePt t="47441" x="4794250" y="3267075"/>
          <p14:tracePt t="47457" x="4819650" y="3228975"/>
          <p14:tracePt t="47465" x="4832350" y="3228975"/>
          <p14:tracePt t="47474" x="4881563" y="3190875"/>
          <p14:tracePt t="47497" x="4906963" y="3165475"/>
          <p14:tracePt t="47507" x="4932363" y="3154363"/>
          <p14:tracePt t="47513" x="4968875" y="3141663"/>
          <p14:tracePt t="47523" x="5006975" y="3128963"/>
          <p14:tracePt t="47529" x="5032375" y="3128963"/>
          <p14:tracePt t="47540" x="5068888" y="3128963"/>
          <p14:tracePt t="47545" x="5106988" y="3128963"/>
          <p14:tracePt t="47553" x="5119688" y="3128963"/>
          <p14:tracePt t="47561" x="5157788" y="3128963"/>
          <p14:tracePt t="47569" x="5194300" y="3128963"/>
          <p14:tracePt t="47577" x="5207000" y="3103563"/>
          <p14:tracePt t="47585" x="5219700" y="3103563"/>
          <p14:tracePt t="47593" x="5232400" y="3103563"/>
          <p14:tracePt t="47641" x="5245100" y="3103563"/>
          <p14:tracePt t="47689" x="5270500" y="3103563"/>
          <p14:tracePt t="47721" x="5281613" y="3103563"/>
          <p14:tracePt t="47729" x="5294313" y="3103563"/>
          <p14:tracePt t="47737" x="5307013" y="3103563"/>
          <p14:tracePt t="47745" x="5319713" y="3103563"/>
          <p14:tracePt t="47754" x="5332413" y="3116263"/>
          <p14:tracePt t="47761" x="5357813" y="3128963"/>
          <p14:tracePt t="47769" x="5357813" y="3141663"/>
          <p14:tracePt t="47777" x="5370513" y="3154363"/>
          <p14:tracePt t="47785" x="5370513" y="3165475"/>
          <p14:tracePt t="47793" x="5394325" y="3190875"/>
          <p14:tracePt t="47801" x="5407025" y="3203575"/>
          <p14:tracePt t="47809" x="5407025" y="3228975"/>
          <p14:tracePt t="47817" x="5407025" y="3254375"/>
          <p14:tracePt t="47825" x="5407025" y="3267075"/>
          <p14:tracePt t="47833" x="5407025" y="3303588"/>
          <p14:tracePt t="47841" x="5419725" y="3316288"/>
          <p14:tracePt t="47849" x="5419725" y="3341688"/>
          <p14:tracePt t="47865" x="5419725" y="3354388"/>
          <p14:tracePt t="47890" x="5419725" y="3378200"/>
          <p14:tracePt t="47986" x="5432425" y="3390900"/>
          <p14:tracePt t="48001" x="5445125" y="3390900"/>
          <p14:tracePt t="48009" x="5457825" y="3390900"/>
          <p14:tracePt t="48017" x="5483225" y="3390900"/>
          <p14:tracePt t="48025" x="5507038" y="3390900"/>
          <p14:tracePt t="48033" x="5519738" y="3390900"/>
          <p14:tracePt t="48041" x="5557838" y="3390900"/>
          <p14:tracePt t="48049" x="5570538" y="3390900"/>
          <p14:tracePt t="48057" x="5619750" y="3390900"/>
          <p14:tracePt t="48073" x="5657850" y="3390900"/>
          <p14:tracePt t="48081" x="5708650" y="3378200"/>
          <p14:tracePt t="48097" x="5745163" y="3378200"/>
          <p14:tracePt t="48107" x="5770563" y="3378200"/>
          <p14:tracePt t="48113" x="5783263" y="3378200"/>
          <p14:tracePt t="48124" x="5821363" y="3367088"/>
          <p14:tracePt t="48129" x="5832475" y="3367088"/>
          <p14:tracePt t="48139" x="5857875" y="3367088"/>
          <p14:tracePt t="48145" x="5870575" y="3367088"/>
          <p14:tracePt t="48161" x="5908675" y="3341688"/>
          <p14:tracePt t="48170" x="5921375" y="3341688"/>
          <p14:tracePt t="48177" x="5932488" y="3341688"/>
          <p14:tracePt t="48185" x="5957888" y="3341688"/>
          <p14:tracePt t="48201" x="5970588" y="3341688"/>
          <p14:tracePt t="48209" x="5970588" y="3328988"/>
          <p14:tracePt t="48241" x="5983288" y="3328988"/>
          <p14:tracePt t="48434" x="5995988" y="3328988"/>
          <p14:tracePt t="48450" x="5995988" y="3341688"/>
          <p14:tracePt t="48466" x="5995988" y="3354388"/>
          <p14:tracePt t="48477" x="5995988" y="3367088"/>
          <p14:tracePt t="48482" x="5995988" y="3378200"/>
          <p14:tracePt t="48490" x="5995988" y="3403600"/>
          <p14:tracePt t="48497" x="5983288" y="3403600"/>
          <p14:tracePt t="48507" x="5957888" y="3429000"/>
          <p14:tracePt t="48513" x="5945188" y="3454400"/>
          <p14:tracePt t="48523" x="5932488" y="3467100"/>
          <p14:tracePt t="48529" x="5895975" y="3490913"/>
          <p14:tracePt t="48539" x="5857875" y="3516313"/>
          <p14:tracePt t="48545" x="5821363" y="3529013"/>
          <p14:tracePt t="48553" x="5808663" y="3541713"/>
          <p14:tracePt t="48561" x="5757863" y="3554413"/>
          <p14:tracePt t="48572" x="5719763" y="3567113"/>
          <p14:tracePt t="48577" x="5683250" y="3579813"/>
          <p14:tracePt t="48585" x="5657850" y="3579813"/>
          <p14:tracePt t="48593" x="5607050" y="3590925"/>
          <p14:tracePt t="48601" x="5595938" y="3590925"/>
          <p14:tracePt t="48609" x="5570538" y="3603625"/>
          <p14:tracePt t="48617" x="5557838" y="3603625"/>
          <p14:tracePt t="48633" x="5545138" y="3603625"/>
          <p14:tracePt t="48745" x="5532438" y="3603625"/>
          <p14:tracePt t="48761" x="5532438" y="3590925"/>
          <p14:tracePt t="48770" x="5532438" y="3579813"/>
          <p14:tracePt t="48777" x="5532438" y="3567113"/>
          <p14:tracePt t="48793" x="5532438" y="3541713"/>
          <p14:tracePt t="48801" x="5532438" y="3529013"/>
          <p14:tracePt t="48817" x="5545138" y="3516313"/>
          <p14:tracePt t="48825" x="5545138" y="3490913"/>
          <p14:tracePt t="48850" x="5557838" y="3467100"/>
          <p14:tracePt t="48859" x="5570538" y="3454400"/>
          <p14:tracePt t="48866" x="5583238" y="3441700"/>
          <p14:tracePt t="48881" x="5595938" y="3441700"/>
          <p14:tracePt t="48891" x="5607050" y="3429000"/>
          <p14:tracePt t="48897" x="5619750" y="3429000"/>
          <p14:tracePt t="48907" x="5632450" y="3416300"/>
          <p14:tracePt t="48913" x="5645150" y="3416300"/>
          <p14:tracePt t="48923" x="5657850" y="3416300"/>
          <p14:tracePt t="48929" x="5683250" y="3403600"/>
          <p14:tracePt t="48938" x="5695950" y="3390900"/>
          <p14:tracePt t="48945" x="5745163" y="3390900"/>
          <p14:tracePt t="48954" x="5795963" y="3390900"/>
          <p14:tracePt t="48961" x="5857875" y="3367088"/>
          <p14:tracePt t="48977" x="5932488" y="3367088"/>
          <p14:tracePt t="48988" x="5970588" y="3367088"/>
          <p14:tracePt t="48993" x="6045200" y="3354388"/>
          <p14:tracePt t="49001" x="6108700" y="3341688"/>
          <p14:tracePt t="49009" x="6170613" y="3341688"/>
          <p14:tracePt t="49017" x="6208713" y="3341688"/>
          <p14:tracePt t="49025" x="6246813" y="3341688"/>
          <p14:tracePt t="49033" x="6270625" y="3328988"/>
          <p14:tracePt t="49041" x="6283325" y="3328988"/>
          <p14:tracePt t="49049" x="6296025" y="3328988"/>
          <p14:tracePt t="49057" x="6321425" y="3316288"/>
          <p14:tracePt t="49089" x="6334125" y="3316288"/>
          <p14:tracePt t="49154" x="6346825" y="3316288"/>
          <p14:tracePt t="49265" x="6359525" y="3316288"/>
          <p14:tracePt t="49273" x="6370638" y="3316288"/>
          <p14:tracePt t="49329" x="6383338" y="3316288"/>
          <p14:tracePt t="49338" x="6396038" y="3316288"/>
          <p14:tracePt t="49355" x="6396038" y="3328988"/>
          <p14:tracePt t="49361" x="6396038" y="3341688"/>
          <p14:tracePt t="49377" x="6408738" y="3354388"/>
          <p14:tracePt t="49385" x="6421438" y="3367088"/>
          <p14:tracePt t="49393" x="6421438" y="3378200"/>
          <p14:tracePt t="49401" x="6421438" y="3390900"/>
          <p14:tracePt t="49417" x="6421438" y="3403600"/>
          <p14:tracePt t="49425" x="6421438" y="3416300"/>
          <p14:tracePt t="49441" x="6421438" y="3441700"/>
          <p14:tracePt t="49449" x="6421438" y="3454400"/>
          <p14:tracePt t="49457" x="6434138" y="3467100"/>
          <p14:tracePt t="49465" x="6446838" y="3467100"/>
          <p14:tracePt t="49473" x="6446838" y="3479800"/>
          <p14:tracePt t="49481" x="6446838" y="3490913"/>
          <p14:tracePt t="49505" x="6446838" y="3503613"/>
          <p14:tracePt t="49513" x="6446838" y="3516313"/>
          <p14:tracePt t="49522" x="6446838" y="3529013"/>
          <p14:tracePt t="49555" x="6446838" y="3541713"/>
          <p14:tracePt t="49561" x="6446838" y="3554413"/>
          <p14:tracePt t="49577" x="6446838" y="3567113"/>
          <p14:tracePt t="49602" x="6446838" y="3590925"/>
          <p14:tracePt t="49617" x="6446838" y="3603625"/>
          <p14:tracePt t="49641" x="6446838" y="3629025"/>
          <p14:tracePt t="49657" x="6446838" y="3654425"/>
          <p14:tracePt t="49673" x="6434138" y="3667125"/>
          <p14:tracePt t="49689" x="6434138" y="3679825"/>
          <p14:tracePt t="49697" x="6421438" y="3692525"/>
          <p14:tracePt t="49706" x="6408738" y="3692525"/>
          <p14:tracePt t="49713" x="6396038" y="3703638"/>
          <p14:tracePt t="49721" x="6383338" y="3716338"/>
          <p14:tracePt t="49739" x="6370638" y="3729038"/>
          <p14:tracePt t="49745" x="6346825" y="3729038"/>
          <p14:tracePt t="49755" x="6334125" y="3741738"/>
          <p14:tracePt t="49761" x="6321425" y="3741738"/>
          <p14:tracePt t="49772" x="6296025" y="3741738"/>
          <p14:tracePt t="49777" x="6283325" y="3741738"/>
          <p14:tracePt t="49787" x="6270625" y="3741738"/>
          <p14:tracePt t="49793" x="6234113" y="3767138"/>
          <p14:tracePt t="49805" x="6208713" y="3767138"/>
          <p14:tracePt t="49809" x="6170613" y="3767138"/>
          <p14:tracePt t="49818" x="6157913" y="3779838"/>
          <p14:tracePt t="49825" x="6121400" y="3779838"/>
          <p14:tracePt t="49833" x="6108700" y="3792538"/>
          <p14:tracePt t="49841" x="6045200" y="3816350"/>
          <p14:tracePt t="49849" x="6034088" y="3816350"/>
          <p14:tracePt t="49857" x="6021388" y="3829050"/>
          <p14:tracePt t="49873" x="5970588" y="3841750"/>
          <p14:tracePt t="49897" x="5957888" y="3841750"/>
          <p14:tracePt t="49905" x="5932488" y="3841750"/>
          <p14:tracePt t="49913" x="5895975" y="3854450"/>
          <p14:tracePt t="49921" x="5883275" y="3854450"/>
          <p14:tracePt t="49929" x="5845175" y="3854450"/>
          <p14:tracePt t="49938" x="5832475" y="3854450"/>
          <p14:tracePt t="49945" x="5821363" y="3854450"/>
          <p14:tracePt t="49954" x="5808663" y="3867150"/>
          <p14:tracePt t="49961" x="5795963" y="3867150"/>
          <p14:tracePt t="49971" x="5783263" y="3867150"/>
          <p14:tracePt t="49977" x="5770563" y="3867150"/>
          <p14:tracePt t="49993" x="5745163" y="3867150"/>
          <p14:tracePt t="50004" x="5732463" y="3867150"/>
          <p14:tracePt t="50017" x="5719763" y="3867150"/>
          <p14:tracePt t="50025" x="5708650" y="3867150"/>
          <p14:tracePt t="50033" x="5695950" y="3867150"/>
          <p14:tracePt t="50050" x="5683250" y="3867150"/>
          <p14:tracePt t="50058" x="5657850" y="3867150"/>
          <p14:tracePt t="50066" x="5645150" y="3867150"/>
          <p14:tracePt t="50081" x="5619750" y="3867150"/>
          <p14:tracePt t="50089" x="5607050" y="3867150"/>
          <p14:tracePt t="50097" x="5583238" y="3867150"/>
          <p14:tracePt t="50105" x="5545138" y="3867150"/>
          <p14:tracePt t="50113" x="5507038" y="3867150"/>
          <p14:tracePt t="50121" x="5483225" y="3854450"/>
          <p14:tracePt t="50129" x="5432425" y="3841750"/>
          <p14:tracePt t="50138" x="5419725" y="3841750"/>
          <p14:tracePt t="50145" x="5370513" y="3841750"/>
          <p14:tracePt t="50154" x="5307013" y="3803650"/>
          <p14:tracePt t="50161" x="5257800" y="3803650"/>
          <p14:tracePt t="50171" x="5219700" y="3792538"/>
          <p14:tracePt t="50177" x="5157788" y="3779838"/>
          <p14:tracePt t="50187" x="5119688" y="3767138"/>
          <p14:tracePt t="50202" x="5106988" y="3754438"/>
          <p14:tracePt t="50209" x="5081588" y="3754438"/>
          <p14:tracePt t="50220" x="5068888" y="3754438"/>
          <p14:tracePt t="50233" x="5057775" y="3741738"/>
          <p14:tracePt t="50249" x="5045075" y="3716338"/>
          <p14:tracePt t="50265" x="5032375" y="3703638"/>
          <p14:tracePt t="50281" x="5032375" y="3692525"/>
          <p14:tracePt t="50289" x="5006975" y="3654425"/>
          <p14:tracePt t="50297" x="5006975" y="3641725"/>
          <p14:tracePt t="50313" x="5006975" y="3616325"/>
          <p14:tracePt t="50321" x="5006975" y="3590925"/>
          <p14:tracePt t="50329" x="5006975" y="3567113"/>
          <p14:tracePt t="50345" x="5006975" y="3541713"/>
          <p14:tracePt t="50354" x="5006975" y="3516313"/>
          <p14:tracePt t="50371" x="5006975" y="3490913"/>
          <p14:tracePt t="50377" x="5006975" y="3479800"/>
          <p14:tracePt t="50393" x="5006975" y="3467100"/>
          <p14:tracePt t="50403" x="5006975" y="3454400"/>
          <p14:tracePt t="50409" x="5006975" y="3441700"/>
          <p14:tracePt t="50425" x="5006975" y="3429000"/>
          <p14:tracePt t="50433" x="5006975" y="3416300"/>
          <p14:tracePt t="50441" x="5006975" y="3403600"/>
          <p14:tracePt t="50457" x="5006975" y="3390900"/>
          <p14:tracePt t="50465" x="5006975" y="3378200"/>
          <p14:tracePt t="50473" x="5006975" y="3367088"/>
          <p14:tracePt t="50481" x="5019675" y="3367088"/>
          <p14:tracePt t="50489" x="5032375" y="3354388"/>
          <p14:tracePt t="50497" x="5045075" y="3341688"/>
          <p14:tracePt t="50505" x="5045075" y="3328988"/>
          <p14:tracePt t="50513" x="5068888" y="3316288"/>
          <p14:tracePt t="50521" x="5081588" y="3290888"/>
          <p14:tracePt t="50529" x="5094288" y="3278188"/>
          <p14:tracePt t="50537" x="5106988" y="3278188"/>
          <p14:tracePt t="50545" x="5132388" y="3254375"/>
          <p14:tracePt t="50554" x="5145088" y="3241675"/>
          <p14:tracePt t="50561" x="5181600" y="3228975"/>
          <p14:tracePt t="50571" x="5207000" y="3228975"/>
          <p14:tracePt t="50577" x="5232400" y="3228975"/>
          <p14:tracePt t="50588" x="5245100" y="3228975"/>
          <p14:tracePt t="50593" x="5270500" y="3203575"/>
          <p14:tracePt t="50603" x="5319713" y="3203575"/>
          <p14:tracePt t="50609" x="5345113" y="3203575"/>
          <p14:tracePt t="50621" x="5370513" y="3203575"/>
          <p14:tracePt t="50625" x="5394325" y="3203575"/>
          <p14:tracePt t="50634" x="5407025" y="3203575"/>
          <p14:tracePt t="50641" x="5432425" y="3203575"/>
          <p14:tracePt t="50650" x="5457825" y="3203575"/>
          <p14:tracePt t="50665" x="5483225" y="3203575"/>
          <p14:tracePt t="50673" x="5495925" y="3203575"/>
          <p14:tracePt t="50689" x="5507038" y="3203575"/>
          <p14:tracePt t="50697" x="5532438" y="3203575"/>
          <p14:tracePt t="50721" x="5545138" y="3203575"/>
          <p14:tracePt t="50729" x="5557838" y="3203575"/>
          <p14:tracePt t="50745" x="5583238" y="3203575"/>
          <p14:tracePt t="50787" x="5595938" y="3203575"/>
          <p14:tracePt t="50817" x="5607050" y="3203575"/>
          <p14:tracePt t="50825" x="5607050" y="3216275"/>
          <p14:tracePt t="50857" x="5619750" y="3228975"/>
          <p14:tracePt t="50865" x="5632450" y="3228975"/>
          <p14:tracePt t="50881" x="5632450" y="3241675"/>
          <p14:tracePt t="50897" x="5645150" y="3254375"/>
          <p14:tracePt t="50913" x="5657850" y="3267075"/>
          <p14:tracePt t="50937" x="5657850" y="3278188"/>
          <p14:tracePt t="50954" x="5657850" y="3290888"/>
          <p14:tracePt t="50961" x="5670550" y="3303588"/>
          <p14:tracePt t="50970" x="5670550" y="3316288"/>
          <p14:tracePt t="50993" x="5670550" y="3328988"/>
          <p14:tracePt t="51003" x="5670550" y="3341688"/>
          <p14:tracePt t="51009" x="5670550" y="3354388"/>
          <p14:tracePt t="51025" x="5670550" y="3367088"/>
          <p14:tracePt t="51041" x="5670550" y="3378200"/>
          <p14:tracePt t="51057" x="5670550" y="3390900"/>
          <p14:tracePt t="51089" x="5670550" y="3403600"/>
          <p14:tracePt t="51097" x="5670550" y="3416300"/>
          <p14:tracePt t="51105" x="5670550" y="3429000"/>
          <p14:tracePt t="51121" x="5670550" y="3441700"/>
          <p14:tracePt t="51129" x="5670550" y="3454400"/>
          <p14:tracePt t="51137" x="5670550" y="3467100"/>
          <p14:tracePt t="51145" x="5670550" y="3479800"/>
          <p14:tracePt t="51153" x="5670550" y="3503613"/>
          <p14:tracePt t="51170" x="5670550" y="3516313"/>
          <p14:tracePt t="51177" x="5670550" y="3529013"/>
          <p14:tracePt t="51186" x="5670550" y="3541713"/>
          <p14:tracePt t="51193" x="5670550" y="3567113"/>
          <p14:tracePt t="51203" x="5670550" y="3579813"/>
          <p14:tracePt t="51209" x="5657850" y="3590925"/>
          <p14:tracePt t="51225" x="5645150" y="3616325"/>
          <p14:tracePt t="51241" x="5632450" y="3629025"/>
          <p14:tracePt t="51249" x="5607050" y="3654425"/>
          <p14:tracePt t="51257" x="5583238" y="3667125"/>
          <p14:tracePt t="51265" x="5557838" y="3703638"/>
          <p14:tracePt t="51273" x="5532438" y="3703638"/>
          <p14:tracePt t="51281" x="5532438" y="3716338"/>
          <p14:tracePt t="51289" x="5470525" y="3754438"/>
          <p14:tracePt t="51297" x="5432425" y="3754438"/>
          <p14:tracePt t="51305" x="5383213" y="3779838"/>
          <p14:tracePt t="51313" x="5319713" y="3792538"/>
          <p14:tracePt t="51321" x="5257800" y="3792538"/>
          <p14:tracePt t="51329" x="5232400" y="3792538"/>
          <p14:tracePt t="51337" x="5181600" y="3792538"/>
          <p14:tracePt t="51345" x="5132388" y="3792538"/>
          <p14:tracePt t="51354" x="5106988" y="3792538"/>
          <p14:tracePt t="51361" x="5068888" y="3792538"/>
          <p14:tracePt t="51370" x="5032375" y="3792538"/>
          <p14:tracePt t="51377" x="4968875" y="3779838"/>
          <p14:tracePt t="51387" x="4956175" y="3767138"/>
          <p14:tracePt t="51393" x="4919663" y="3741738"/>
          <p14:tracePt t="51404" x="4906963" y="3716338"/>
          <p14:tracePt t="51409" x="4881563" y="3679825"/>
          <p14:tracePt t="51418" x="4868863" y="3654425"/>
          <p14:tracePt t="51425" x="4856163" y="3629025"/>
          <p14:tracePt t="51436" x="4843463" y="3603625"/>
          <p14:tracePt t="51441" x="4843463" y="3567113"/>
          <p14:tracePt t="51452" x="4832350" y="3516313"/>
          <p14:tracePt t="51457" x="4819650" y="3467100"/>
          <p14:tracePt t="51465" x="4819650" y="3416300"/>
          <p14:tracePt t="51473" x="4819650" y="3378200"/>
          <p14:tracePt t="51481" x="4819650" y="3354388"/>
          <p14:tracePt t="51489" x="4819650" y="3316288"/>
          <p14:tracePt t="51497" x="4819650" y="3278188"/>
          <p14:tracePt t="51505" x="4832350" y="3241675"/>
          <p14:tracePt t="51513" x="4832350" y="3216275"/>
          <p14:tracePt t="51521" x="4832350" y="3190875"/>
          <p14:tracePt t="51529" x="4856163" y="3165475"/>
          <p14:tracePt t="51537" x="4868863" y="3154363"/>
          <p14:tracePt t="51545" x="4894263" y="3128963"/>
          <p14:tracePt t="51553" x="4919663" y="3116263"/>
          <p14:tracePt t="51569" x="5006975" y="3090863"/>
          <p14:tracePt t="51577" x="5019675" y="3090863"/>
          <p14:tracePt t="51587" x="5094288" y="3078163"/>
          <p14:tracePt t="51593" x="5245100" y="3078163"/>
          <p14:tracePt t="51603" x="5407025" y="3078163"/>
          <p14:tracePt t="51609" x="5619750" y="3078163"/>
          <p14:tracePt t="51620" x="5732463" y="3078163"/>
          <p14:tracePt t="51625" x="5895975" y="3090863"/>
          <p14:tracePt t="51635" x="6034088" y="3090863"/>
          <p14:tracePt t="51641" x="6259513" y="3090863"/>
          <p14:tracePt t="51651" x="6396038" y="3116263"/>
          <p14:tracePt t="51657" x="6534150" y="3154363"/>
          <p14:tracePt t="51665" x="6646863" y="3178175"/>
          <p14:tracePt t="51673" x="6721475" y="3190875"/>
          <p14:tracePt t="51681" x="6808788" y="3228975"/>
          <p14:tracePt t="51689" x="6834188" y="3241675"/>
          <p14:tracePt t="51697" x="6884988" y="3278188"/>
          <p14:tracePt t="51705" x="6946900" y="3341688"/>
          <p14:tracePt t="51713" x="6959600" y="3354388"/>
          <p14:tracePt t="51721" x="6985000" y="3378200"/>
          <p14:tracePt t="51729" x="6985000" y="3416300"/>
          <p14:tracePt t="51737" x="7010400" y="3441700"/>
          <p14:tracePt t="51745" x="7021513" y="3479800"/>
          <p14:tracePt t="51753" x="7034213" y="3503613"/>
          <p14:tracePt t="51761" x="7046913" y="3529013"/>
          <p14:tracePt t="51770" x="7046913" y="3567113"/>
          <p14:tracePt t="51777" x="7059613" y="3603625"/>
          <p14:tracePt t="51787" x="7059613" y="3641725"/>
          <p14:tracePt t="51793" x="7059613" y="3654425"/>
          <p14:tracePt t="51803" x="7059613" y="3667125"/>
          <p14:tracePt t="51809" x="7059613" y="3692525"/>
          <p14:tracePt t="51889" x="7059613" y="3703638"/>
          <p14:tracePt t="51897" x="7046913" y="3703638"/>
          <p14:tracePt t="51906" x="7034213" y="3703638"/>
          <p14:tracePt t="51922" x="7010400" y="3703638"/>
          <p14:tracePt t="51930" x="6985000" y="3692525"/>
          <p14:tracePt t="51937" x="6959600" y="3692525"/>
          <p14:tracePt t="51945" x="6946900" y="3692525"/>
          <p14:tracePt t="51953" x="6921500" y="3692525"/>
          <p14:tracePt t="51961" x="6884988" y="3692525"/>
          <p14:tracePt t="51970" x="6859588" y="3692525"/>
          <p14:tracePt t="51977" x="6821488" y="3692525"/>
          <p14:tracePt t="51986" x="6808788" y="3679825"/>
          <p14:tracePt t="51993" x="6784975" y="3679825"/>
          <p14:tracePt t="52002" x="6746875" y="3654425"/>
          <p14:tracePt t="52009" x="6734175" y="3654425"/>
          <p14:tracePt t="52019" x="6721475" y="3654425"/>
          <p14:tracePt t="52025" x="6696075" y="3654425"/>
          <p14:tracePt t="52035" x="6672263" y="3641725"/>
          <p14:tracePt t="52041" x="6659563" y="3641725"/>
          <p14:tracePt t="52057" x="6646863" y="3629025"/>
          <p14:tracePt t="52065" x="6634163" y="3629025"/>
          <p14:tracePt t="52081" x="6621463" y="3616325"/>
          <p14:tracePt t="52177" x="6608763" y="3616325"/>
          <p14:tracePt t="52217" x="6584950" y="3616325"/>
          <p14:tracePt t="52249" x="6572250" y="3616325"/>
          <p14:tracePt t="52273" x="6559550" y="3616325"/>
          <p14:tracePt t="52281" x="6546850" y="3629025"/>
          <p14:tracePt t="52289" x="6534150" y="3641725"/>
          <p14:tracePt t="52313" x="6521450" y="3654425"/>
          <p14:tracePt t="52329" x="6496050" y="3667125"/>
          <p14:tracePt t="52337" x="6483350" y="3679825"/>
          <p14:tracePt t="52353" x="6459538" y="3692525"/>
          <p14:tracePt t="52387" x="6446838" y="3703638"/>
          <p14:tracePt t="52393" x="6434138" y="3703638"/>
          <p14:tracePt t="52402" x="6421438" y="3703638"/>
          <p14:tracePt t="52489" x="6396038" y="3692525"/>
          <p14:tracePt t="52497" x="6396038" y="3641725"/>
          <p14:tracePt t="52505" x="6396038" y="3616325"/>
          <p14:tracePt t="52513" x="6396038" y="3590925"/>
          <p14:tracePt t="52521" x="6396038" y="3554413"/>
          <p14:tracePt t="52529" x="6396038" y="3516313"/>
          <p14:tracePt t="52537" x="6396038" y="3503613"/>
          <p14:tracePt t="52545" x="6396038" y="3479800"/>
          <p14:tracePt t="52553" x="6396038" y="3467100"/>
          <p14:tracePt t="52561" x="6396038" y="3429000"/>
          <p14:tracePt t="52569" x="6396038" y="3416300"/>
          <p14:tracePt t="52577" x="6396038" y="3390900"/>
          <p14:tracePt t="52585" x="6396038" y="3367088"/>
          <p14:tracePt t="52593" x="6396038" y="3354388"/>
          <p14:tracePt t="52602" x="6434138" y="3303588"/>
          <p14:tracePt t="52609" x="6446838" y="3290888"/>
          <p14:tracePt t="52619" x="6472238" y="3267075"/>
          <p14:tracePt t="52625" x="6472238" y="3241675"/>
          <p14:tracePt t="52635" x="6496050" y="3228975"/>
          <p14:tracePt t="52641" x="6534150" y="3190875"/>
          <p14:tracePt t="52652" x="6559550" y="3190875"/>
          <p14:tracePt t="52657" x="6584950" y="3178175"/>
          <p14:tracePt t="52665" x="6634163" y="3141663"/>
          <p14:tracePt t="52673" x="6659563" y="3141663"/>
          <p14:tracePt t="52682" x="6696075" y="3128963"/>
          <p14:tracePt t="52689" x="6708775" y="3128963"/>
          <p14:tracePt t="52697" x="6746875" y="3128963"/>
          <p14:tracePt t="52705" x="6746875" y="3116263"/>
          <p14:tracePt t="52713" x="6759575" y="3116263"/>
          <p14:tracePt t="52721" x="6797675" y="3116263"/>
          <p14:tracePt t="52737" x="6821488" y="3116263"/>
          <p14:tracePt t="52745" x="6834188" y="3116263"/>
          <p14:tracePt t="52761" x="6846888" y="3116263"/>
          <p14:tracePt t="52769" x="6859588" y="3116263"/>
          <p14:tracePt t="52777" x="6884988" y="3141663"/>
          <p14:tracePt t="52785" x="6910388" y="3141663"/>
          <p14:tracePt t="52793" x="6934200" y="3165475"/>
          <p14:tracePt t="52802" x="6946900" y="3178175"/>
          <p14:tracePt t="52809" x="6959600" y="3190875"/>
          <p14:tracePt t="52819" x="6985000" y="3203575"/>
          <p14:tracePt t="52825" x="6985000" y="3228975"/>
          <p14:tracePt t="52835" x="7010400" y="3267075"/>
          <p14:tracePt t="52851" x="7021513" y="3290888"/>
          <p14:tracePt t="52857" x="7034213" y="3303588"/>
          <p14:tracePt t="52867" x="7046913" y="3328988"/>
          <p14:tracePt t="52885" x="7046913" y="3354388"/>
          <p14:tracePt t="52889" x="7059613" y="3378200"/>
          <p14:tracePt t="52897" x="7059613" y="3390900"/>
          <p14:tracePt t="52905" x="7059613" y="3403600"/>
          <p14:tracePt t="52913" x="7059613" y="3429000"/>
          <p14:tracePt t="52921" x="7059613" y="3441700"/>
          <p14:tracePt t="52929" x="7059613" y="3454400"/>
          <p14:tracePt t="52945" x="7059613" y="3467100"/>
          <p14:tracePt t="52953" x="7059613" y="3479800"/>
          <p14:tracePt t="52970" x="7059613" y="3490913"/>
          <p14:tracePt t="52978" x="7059613" y="3503613"/>
          <p14:tracePt t="53009" x="7059613" y="3529013"/>
          <p14:tracePt t="53041" x="7034213" y="3554413"/>
          <p14:tracePt t="53073" x="7010400" y="3567113"/>
          <p14:tracePt t="53097" x="6985000" y="3590925"/>
          <p14:tracePt t="53105" x="6972300" y="3590925"/>
          <p14:tracePt t="53113" x="6972300" y="3603625"/>
          <p14:tracePt t="53121" x="6959600" y="3603625"/>
          <p14:tracePt t="53129" x="6934200" y="3629025"/>
          <p14:tracePt t="53137" x="6921500" y="3629025"/>
          <p14:tracePt t="53145" x="6897688" y="3641725"/>
          <p14:tracePt t="53153" x="6897688" y="3654425"/>
          <p14:tracePt t="53161" x="6872288" y="3667125"/>
          <p14:tracePt t="53169" x="6846888" y="3679825"/>
          <p14:tracePt t="53185" x="6834188" y="3692525"/>
          <p14:tracePt t="53193" x="6808788" y="3703638"/>
          <p14:tracePt t="53201" x="6808788" y="3716338"/>
          <p14:tracePt t="53209" x="6797675" y="3729038"/>
          <p14:tracePt t="53250" x="6772275" y="3729038"/>
          <p14:tracePt t="53298" x="6759575" y="3741738"/>
          <p14:tracePt t="53313" x="6759575" y="3754438"/>
          <p14:tracePt t="53329" x="6746875" y="3767138"/>
          <p14:tracePt t="53385" x="6734175" y="3767138"/>
          <p14:tracePt t="53457" x="6734175" y="3779838"/>
          <p14:tracePt t="53468" x="6721475" y="3779838"/>
          <p14:tracePt t="53521" x="6708775" y="3792538"/>
          <p14:tracePt t="53537" x="6696075" y="3803650"/>
          <p14:tracePt t="53545" x="6684963" y="3803650"/>
          <p14:tracePt t="53553" x="6672263" y="3816350"/>
          <p14:tracePt t="53569" x="6659563" y="3816350"/>
          <p14:tracePt t="53577" x="6646863" y="3816350"/>
          <p14:tracePt t="53585" x="6621463" y="3829050"/>
          <p14:tracePt t="53593" x="6596063" y="3829050"/>
          <p14:tracePt t="53601" x="6584950" y="3829050"/>
          <p14:tracePt t="53609" x="6572250" y="3829050"/>
          <p14:tracePt t="53618" x="6559550" y="3841750"/>
          <p14:tracePt t="53625" x="6546850" y="3841750"/>
          <p14:tracePt t="53635" x="6534150" y="3841750"/>
          <p14:tracePt t="53705" x="6521450" y="3841750"/>
          <p14:tracePt t="54035" x="6521450" y="3829050"/>
          <p14:tracePt t="54041" x="6521450" y="3816350"/>
          <p14:tracePt t="54050" x="6521450" y="3792538"/>
          <p14:tracePt t="54057" x="6521450" y="3779838"/>
          <p14:tracePt t="54067" x="6521450" y="3754438"/>
          <p14:tracePt t="54073" x="6546850" y="3703638"/>
          <p14:tracePt t="54083" x="6559550" y="3679825"/>
          <p14:tracePt t="54089" x="6584950" y="3654425"/>
          <p14:tracePt t="54098" x="6608763" y="3629025"/>
          <p14:tracePt t="54105" x="6621463" y="3603625"/>
          <p14:tracePt t="54116" x="6659563" y="3554413"/>
          <p14:tracePt t="54121" x="6672263" y="3541713"/>
          <p14:tracePt t="54129" x="6696075" y="3516313"/>
          <p14:tracePt t="54137" x="6696075" y="3503613"/>
          <p14:tracePt t="54145" x="6721475" y="3490913"/>
          <p14:tracePt t="54153" x="6746875" y="3467100"/>
          <p14:tracePt t="54161" x="6759575" y="3454400"/>
          <p14:tracePt t="54169" x="6784975" y="3441700"/>
          <p14:tracePt t="54177" x="6808788" y="3429000"/>
          <p14:tracePt t="54185" x="6821488" y="3416300"/>
          <p14:tracePt t="54193" x="6846888" y="3416300"/>
          <p14:tracePt t="54201" x="6872288" y="3403600"/>
          <p14:tracePt t="54209" x="6897688" y="3403600"/>
          <p14:tracePt t="54217" x="6910388" y="3390900"/>
          <p14:tracePt t="54225" x="6934200" y="3390900"/>
          <p14:tracePt t="54235" x="6959600" y="3390900"/>
          <p14:tracePt t="54241" x="6997700" y="3390900"/>
          <p14:tracePt t="54250" x="7021513" y="3390900"/>
          <p14:tracePt t="54257" x="7059613" y="3390900"/>
          <p14:tracePt t="54267" x="7123113" y="3390900"/>
          <p14:tracePt t="54273" x="7159625" y="3390900"/>
          <p14:tracePt t="54283" x="7197725" y="3390900"/>
          <p14:tracePt t="54289" x="7246938" y="3390900"/>
          <p14:tracePt t="54300" x="7259638" y="3390900"/>
          <p14:tracePt t="54305" x="7310438" y="3390900"/>
          <p14:tracePt t="54316" x="7359650" y="3429000"/>
          <p14:tracePt t="54329" x="7397750" y="3454400"/>
          <p14:tracePt t="54337" x="7423150" y="3467100"/>
          <p14:tracePt t="54345" x="7435850" y="3490913"/>
          <p14:tracePt t="54353" x="7459663" y="3516313"/>
          <p14:tracePt t="54369" x="7459663" y="3541713"/>
          <p14:tracePt t="54377" x="7485063" y="3579813"/>
          <p14:tracePt t="54385" x="7485063" y="3590925"/>
          <p14:tracePt t="54393" x="7497763" y="3603625"/>
          <p14:tracePt t="54401" x="7510463" y="3641725"/>
          <p14:tracePt t="54409" x="7510463" y="3654425"/>
          <p14:tracePt t="54417" x="7523163" y="3679825"/>
          <p14:tracePt t="54425" x="7535863" y="3692525"/>
          <p14:tracePt t="54433" x="7548563" y="3729038"/>
          <p14:tracePt t="54450" x="7548563" y="3754438"/>
          <p14:tracePt t="54457" x="7548563" y="3767138"/>
          <p14:tracePt t="54466" x="7548563" y="3779838"/>
          <p14:tracePt t="54473" x="7548563" y="3803650"/>
          <p14:tracePt t="54489" x="7548563" y="3816350"/>
          <p14:tracePt t="54499" x="7548563" y="3841750"/>
          <p14:tracePt t="54505" x="7548563" y="3854450"/>
          <p14:tracePt t="54537" x="7548563" y="3867150"/>
          <p14:tracePt t="54545" x="7548563" y="3892550"/>
          <p14:tracePt t="54561" x="7535863" y="3892550"/>
          <p14:tracePt t="54569" x="7523163" y="3905250"/>
          <p14:tracePt t="54585" x="7485063" y="3929063"/>
          <p14:tracePt t="54593" x="7459663" y="3941763"/>
          <p14:tracePt t="54601" x="7435850" y="3954463"/>
          <p14:tracePt t="54609" x="7397750" y="3979863"/>
          <p14:tracePt t="54617" x="7385050" y="3992563"/>
          <p14:tracePt t="54625" x="7310438" y="4017963"/>
          <p14:tracePt t="54637" x="7297738" y="4041775"/>
          <p14:tracePt t="54641" x="7285038" y="4054475"/>
          <p14:tracePt t="54651" x="7246938" y="4079875"/>
          <p14:tracePt t="54657" x="7185025" y="4105275"/>
          <p14:tracePt t="54667" x="7159625" y="4129088"/>
          <p14:tracePt t="54673" x="7110413" y="4141788"/>
          <p14:tracePt t="54684" x="7085013" y="4167188"/>
          <p14:tracePt t="54689" x="7034213" y="4205288"/>
          <p14:tracePt t="54699" x="6959600" y="4241800"/>
          <p14:tracePt t="54705" x="6859588" y="4254500"/>
          <p14:tracePt t="54714" x="6772275" y="4305300"/>
          <p14:tracePt t="54721" x="6646863" y="4330700"/>
          <p14:tracePt t="54730" x="6521450" y="4367213"/>
          <p14:tracePt t="54737" x="6370638" y="4392613"/>
          <p14:tracePt t="54745" x="6208713" y="4430713"/>
          <p14:tracePt t="54753" x="6083300" y="4443413"/>
          <p14:tracePt t="54761" x="5957888" y="4443413"/>
          <p14:tracePt t="54769" x="5770563" y="4443413"/>
          <p14:tracePt t="54777" x="5619750" y="4443413"/>
          <p14:tracePt t="54785" x="5495925" y="4443413"/>
          <p14:tracePt t="54793" x="5357813" y="4443413"/>
          <p14:tracePt t="54801" x="5219700" y="4443413"/>
          <p14:tracePt t="54809" x="5081588" y="4443413"/>
          <p14:tracePt t="54817" x="5019675" y="4443413"/>
          <p14:tracePt t="54825" x="4906963" y="4418013"/>
          <p14:tracePt t="54833" x="4781550" y="4405313"/>
          <p14:tracePt t="54841" x="4706938" y="4367213"/>
          <p14:tracePt t="54850" x="4630738" y="4341813"/>
          <p14:tracePt t="54857" x="4594225" y="4305300"/>
          <p14:tracePt t="54866" x="4543425" y="4254500"/>
          <p14:tracePt t="54873" x="4494213" y="4217988"/>
          <p14:tracePt t="54884" x="4468813" y="4167188"/>
          <p14:tracePt t="54889" x="4430713" y="4129088"/>
          <p14:tracePt t="54899" x="4418013" y="4105275"/>
          <p14:tracePt t="54905" x="4406900" y="4041775"/>
          <p14:tracePt t="54915" x="4368800" y="3992563"/>
          <p14:tracePt t="54921" x="4356100" y="3916363"/>
          <p14:tracePt t="54929" x="4318000" y="3854450"/>
          <p14:tracePt t="54937" x="4318000" y="3792538"/>
          <p14:tracePt t="54945" x="4318000" y="3716338"/>
          <p14:tracePt t="54953" x="4318000" y="3654425"/>
          <p14:tracePt t="54961" x="4318000" y="3590925"/>
          <p14:tracePt t="54969" x="4318000" y="3529013"/>
          <p14:tracePt t="54977" x="4318000" y="3467100"/>
          <p14:tracePt t="54985" x="4318000" y="3416300"/>
          <p14:tracePt t="54993" x="4330700" y="3341688"/>
          <p14:tracePt t="55001" x="4368800" y="3278188"/>
          <p14:tracePt t="55009" x="4394200" y="3254375"/>
          <p14:tracePt t="55017" x="4406900" y="3203575"/>
          <p14:tracePt t="55025" x="4443413" y="3165475"/>
          <p14:tracePt t="55035" x="4481513" y="3128963"/>
          <p14:tracePt t="55041" x="4518025" y="3103563"/>
          <p14:tracePt t="55049" x="4556125" y="3065463"/>
          <p14:tracePt t="55057" x="4619625" y="3028950"/>
          <p14:tracePt t="55067" x="4656138" y="3003550"/>
          <p14:tracePt t="55073" x="4732338" y="2978150"/>
          <p14:tracePt t="55083" x="4768850" y="2952750"/>
          <p14:tracePt t="55089" x="4832350" y="2916238"/>
          <p14:tracePt t="55099" x="4881563" y="2903538"/>
          <p14:tracePt t="55105" x="4932363" y="2878138"/>
          <p14:tracePt t="55121" x="4981575" y="2852738"/>
          <p14:tracePt t="55130" x="5019675" y="2840038"/>
          <p14:tracePt t="55137" x="5081588" y="2828925"/>
          <p14:tracePt t="55145" x="5145088" y="2816225"/>
          <p14:tracePt t="55153" x="5194300" y="2803525"/>
          <p14:tracePt t="55161" x="5257800" y="2790825"/>
          <p14:tracePt t="55169" x="5357813" y="2765425"/>
          <p14:tracePt t="55177" x="5407025" y="2765425"/>
          <p14:tracePt t="55185" x="5470525" y="2752725"/>
          <p14:tracePt t="55193" x="5507038" y="2752725"/>
          <p14:tracePt t="55201" x="5532438" y="2752725"/>
          <p14:tracePt t="55209" x="5583238" y="2740025"/>
          <p14:tracePt t="55217" x="5619750" y="2740025"/>
          <p14:tracePt t="55225" x="5657850" y="2740025"/>
          <p14:tracePt t="55233" x="5670550" y="2740025"/>
          <p14:tracePt t="55241" x="5695950" y="2740025"/>
          <p14:tracePt t="55249" x="5732463" y="2740025"/>
          <p14:tracePt t="55257" x="5757863" y="2728913"/>
          <p14:tracePt t="55266" x="5783263" y="2728913"/>
          <p14:tracePt t="55273" x="5795963" y="2728913"/>
          <p14:tracePt t="55282" x="5808663" y="2728913"/>
          <p14:tracePt t="55289" x="5821363" y="2728913"/>
          <p14:tracePt t="55393" x="5832475" y="2728913"/>
          <p14:tracePt t="55401" x="5845175" y="2740025"/>
          <p14:tracePt t="55449" x="5845175" y="2765425"/>
          <p14:tracePt t="55457" x="5857875" y="2765425"/>
          <p14:tracePt t="55473" x="5857875" y="2778125"/>
          <p14:tracePt t="55498" x="5857875" y="2790825"/>
          <p14:tracePt t="55505" x="5857875" y="2803525"/>
          <p14:tracePt t="55515" x="5857875" y="2816225"/>
          <p14:tracePt t="55522" x="5857875" y="2840038"/>
          <p14:tracePt t="55534" x="5857875" y="2852738"/>
          <p14:tracePt t="55538" x="5857875" y="2865438"/>
          <p14:tracePt t="55548" x="5857875" y="2890838"/>
          <p14:tracePt t="55553" x="5845175" y="2916238"/>
          <p14:tracePt t="55561" x="5845175" y="2941638"/>
          <p14:tracePt t="55577" x="5832475" y="2965450"/>
          <p14:tracePt t="55585" x="5821363" y="2978150"/>
          <p14:tracePt t="55601" x="5808663" y="3003550"/>
          <p14:tracePt t="55609" x="5783263" y="3016250"/>
          <p14:tracePt t="55617" x="5783263" y="3028950"/>
          <p14:tracePt t="55625" x="5770563" y="3041650"/>
          <p14:tracePt t="55633" x="5770563" y="3054350"/>
          <p14:tracePt t="55641" x="5770563" y="3065463"/>
          <p14:tracePt t="55649" x="5757863" y="3090863"/>
          <p14:tracePt t="55657" x="5745163" y="3116263"/>
          <p14:tracePt t="55665" x="5745163" y="3128963"/>
          <p14:tracePt t="55673" x="5732463" y="3154363"/>
          <p14:tracePt t="55682" x="5732463" y="3165475"/>
          <p14:tracePt t="55689" x="5719763" y="3190875"/>
          <p14:tracePt t="55698" x="5708650" y="3228975"/>
          <p14:tracePt t="55705" x="5708650" y="3254375"/>
          <p14:tracePt t="55715" x="5695950" y="3290888"/>
          <p14:tracePt t="55721" x="5683250" y="3316288"/>
          <p14:tracePt t="55732" x="5657850" y="3354388"/>
          <p14:tracePt t="55737" x="5632450" y="3416300"/>
          <p14:tracePt t="55748" x="5595938" y="3441700"/>
          <p14:tracePt t="55753" x="5583238" y="3490913"/>
          <p14:tracePt t="55761" x="5532438" y="3541713"/>
          <p14:tracePt t="55769" x="5470525" y="3590925"/>
          <p14:tracePt t="55777" x="5419725" y="3654425"/>
          <p14:tracePt t="55785" x="5357813" y="3716338"/>
          <p14:tracePt t="55793" x="5319713" y="3767138"/>
          <p14:tracePt t="55801" x="5232400" y="3854450"/>
          <p14:tracePt t="55809" x="5170488" y="3916363"/>
          <p14:tracePt t="55817" x="5094288" y="3979863"/>
          <p14:tracePt t="55825" x="5032375" y="4067175"/>
          <p14:tracePt t="55833" x="4956175" y="4117975"/>
          <p14:tracePt t="55841" x="4881563" y="4179888"/>
          <p14:tracePt t="55849" x="4794250" y="4230688"/>
          <p14:tracePt t="55857" x="4732338" y="4279900"/>
          <p14:tracePt t="55865" x="4668838" y="4318000"/>
          <p14:tracePt t="55882" x="4494213" y="4379913"/>
          <p14:tracePt t="55889" x="4468813" y="4392613"/>
          <p14:tracePt t="55899" x="4381500" y="4405313"/>
          <p14:tracePt t="55905" x="4343400" y="4405313"/>
          <p14:tracePt t="55916" x="4294188" y="4405313"/>
          <p14:tracePt t="55921" x="4256088" y="4405313"/>
          <p14:tracePt t="55929" x="4217988" y="4405313"/>
          <p14:tracePt t="55937" x="4192588" y="4405313"/>
          <p14:tracePt t="55949" x="4181475" y="4405313"/>
          <p14:tracePt t="55953" x="4168775" y="4405313"/>
          <p14:tracePt t="56042" x="4168775" y="4392613"/>
          <p14:tracePt t="56050" x="4168775" y="4379913"/>
          <p14:tracePt t="56058" x="4168775" y="4367213"/>
          <p14:tracePt t="56066" x="4168775" y="4341813"/>
          <p14:tracePt t="56074" x="4168775" y="4318000"/>
          <p14:tracePt t="56082" x="4168775" y="4279900"/>
          <p14:tracePt t="56090" x="4168775" y="4254500"/>
          <p14:tracePt t="56099" x="4168775" y="4179888"/>
          <p14:tracePt t="56105" x="4168775" y="4141788"/>
          <p14:tracePt t="56115" x="4192588" y="4105275"/>
          <p14:tracePt t="56121" x="4205288" y="4054475"/>
          <p14:tracePt t="56131" x="4256088" y="3992563"/>
          <p14:tracePt t="56137" x="4305300" y="3929063"/>
          <p14:tracePt t="56147" x="4330700" y="3879850"/>
          <p14:tracePt t="56153" x="4368800" y="3816350"/>
          <p14:tracePt t="56163" x="4394200" y="3792538"/>
          <p14:tracePt t="56169" x="4430713" y="3754438"/>
          <p14:tracePt t="56177" x="4494213" y="3692525"/>
          <p14:tracePt t="56185" x="4568825" y="3629025"/>
          <p14:tracePt t="56193" x="4668838" y="3567113"/>
          <p14:tracePt t="56201" x="4756150" y="3503613"/>
          <p14:tracePt t="56209" x="4832350" y="3429000"/>
          <p14:tracePt t="56217" x="4919663" y="3378200"/>
          <p14:tracePt t="56225" x="5019675" y="3316288"/>
          <p14:tracePt t="56233" x="5081588" y="3254375"/>
          <p14:tracePt t="56241" x="5170488" y="3190875"/>
          <p14:tracePt t="56249" x="5257800" y="3128963"/>
          <p14:tracePt t="56257" x="5332413" y="3065463"/>
          <p14:tracePt t="56265" x="5432425" y="2990850"/>
          <p14:tracePt t="56273" x="5532438" y="2928938"/>
          <p14:tracePt t="56281" x="5583238" y="2903538"/>
          <p14:tracePt t="56289" x="5645150" y="2840038"/>
          <p14:tracePt t="56298" x="5695950" y="2803525"/>
          <p14:tracePt t="56305" x="5745163" y="2765425"/>
          <p14:tracePt t="56315" x="5821363" y="2728913"/>
          <p14:tracePt t="56321" x="5945188" y="2678113"/>
          <p14:tracePt t="56331" x="5995988" y="2627313"/>
          <p14:tracePt t="56337" x="6096000" y="2565400"/>
          <p14:tracePt t="56347" x="6208713" y="2527300"/>
          <p14:tracePt t="56353" x="6334125" y="2490788"/>
          <p14:tracePt t="56363" x="6472238" y="2452688"/>
          <p14:tracePt t="56369" x="6596063" y="2414588"/>
          <p14:tracePt t="56377" x="6734175" y="2352675"/>
          <p14:tracePt t="56385" x="6834188" y="2339975"/>
          <p14:tracePt t="56393" x="6997700" y="2303463"/>
          <p14:tracePt t="56401" x="7134225" y="2278063"/>
          <p14:tracePt t="56409" x="7197725" y="2278063"/>
          <p14:tracePt t="56417" x="7285038" y="2278063"/>
          <p14:tracePt t="56425" x="7435850" y="2278063"/>
          <p14:tracePt t="56433" x="7548563" y="2278063"/>
          <p14:tracePt t="56441" x="7648575" y="2278063"/>
          <p14:tracePt t="56449" x="7785100" y="2278063"/>
          <p14:tracePt t="56457" x="7797800" y="2278063"/>
          <p14:tracePt t="56465" x="7861300" y="2278063"/>
          <p14:tracePt t="56473" x="7986713" y="2303463"/>
          <p14:tracePt t="56482" x="8135938" y="2327275"/>
          <p14:tracePt t="56489" x="8261350" y="2365375"/>
          <p14:tracePt t="56498" x="8386763" y="2427288"/>
          <p14:tracePt t="56505" x="8486775" y="2452688"/>
          <p14:tracePt t="56515" x="8574088" y="2490788"/>
          <p14:tracePt t="56521" x="8650288" y="2527300"/>
          <p14:tracePt t="56531" x="8724900" y="2578100"/>
          <p14:tracePt t="56537" x="8763000" y="2590800"/>
          <p14:tracePt t="56547" x="8812213" y="2616200"/>
          <p14:tracePt t="56553" x="8824913" y="2627313"/>
          <p14:tracePt t="56563" x="8863013" y="2652713"/>
          <p14:tracePt t="56569" x="8874125" y="2665413"/>
          <p14:tracePt t="56585" x="8874125" y="2690813"/>
          <p14:tracePt t="56593" x="8874125" y="2703513"/>
          <p14:tracePt t="56601" x="8899525" y="2716213"/>
          <p14:tracePt t="56609" x="8899525" y="2728913"/>
          <p14:tracePt t="56617" x="8899525" y="2740025"/>
          <p14:tracePt t="56625" x="8912225" y="2752725"/>
          <p14:tracePt t="56633" x="8912225" y="2778125"/>
          <p14:tracePt t="56641" x="8937625" y="2803525"/>
          <p14:tracePt t="56649" x="8937625" y="2828925"/>
          <p14:tracePt t="56657" x="8937625" y="2865438"/>
          <p14:tracePt t="56665" x="8937625" y="2878138"/>
          <p14:tracePt t="56673" x="8937625" y="2916238"/>
          <p14:tracePt t="56689" x="8937625" y="2941638"/>
          <p14:tracePt t="56697" x="8937625" y="2965450"/>
          <p14:tracePt t="56705" x="8937625" y="3003550"/>
          <p14:tracePt t="56714" x="8937625" y="3016250"/>
          <p14:tracePt t="56721" x="8937625" y="3028950"/>
          <p14:tracePt t="56731" x="8937625" y="3041650"/>
          <p14:tracePt t="56737" x="8937625" y="3078163"/>
          <p14:tracePt t="56747" x="8937625" y="3090863"/>
          <p14:tracePt t="56764" x="8937625" y="3116263"/>
          <p14:tracePt t="56769" x="8937625" y="3141663"/>
          <p14:tracePt t="56781" x="8937625" y="3165475"/>
          <p14:tracePt t="56785" x="8937625" y="3178175"/>
          <p14:tracePt t="56793" x="8937625" y="3203575"/>
          <p14:tracePt t="56801" x="8937625" y="3216275"/>
          <p14:tracePt t="56809" x="8937625" y="3254375"/>
          <p14:tracePt t="56825" x="8937625" y="3267075"/>
          <p14:tracePt t="56833" x="8924925" y="3290888"/>
          <p14:tracePt t="56849" x="8899525" y="3316288"/>
          <p14:tracePt t="56857" x="8899525" y="3341688"/>
          <p14:tracePt t="56865" x="8874125" y="3354388"/>
          <p14:tracePt t="56873" x="8850313" y="3378200"/>
          <p14:tracePt t="56889" x="8812213" y="3390900"/>
          <p14:tracePt t="56897" x="8774113" y="3403600"/>
          <p14:tracePt t="56905" x="8712200" y="3429000"/>
          <p14:tracePt t="56914" x="8674100" y="3454400"/>
          <p14:tracePt t="56932" x="8561388" y="3503613"/>
          <p14:tracePt t="56937" x="8524875" y="3529013"/>
          <p14:tracePt t="56947" x="8474075" y="3554413"/>
          <p14:tracePt t="56953" x="8386763" y="3590925"/>
          <p14:tracePt t="56962" x="8299450" y="3603625"/>
          <p14:tracePt t="56969" x="8174038" y="3616325"/>
          <p14:tracePt t="56980" x="8099425" y="3616325"/>
          <p14:tracePt t="56985" x="7961313" y="3616325"/>
          <p14:tracePt t="56994" x="7861300" y="3616325"/>
          <p14:tracePt t="57001" x="7723188" y="3616325"/>
          <p14:tracePt t="57009" x="7648575" y="3616325"/>
          <p14:tracePt t="57017" x="7523163" y="3616325"/>
          <p14:tracePt t="57025" x="7448550" y="3616325"/>
          <p14:tracePt t="57033" x="7348538" y="3616325"/>
          <p14:tracePt t="57041" x="7272338" y="3616325"/>
          <p14:tracePt t="57049" x="7197725" y="3616325"/>
          <p14:tracePt t="57057" x="7134225" y="3616325"/>
          <p14:tracePt t="57065" x="7085013" y="3616325"/>
          <p14:tracePt t="57073" x="7021513" y="3616325"/>
          <p14:tracePt t="57081" x="6997700" y="3616325"/>
          <p14:tracePt t="57089" x="6959600" y="3603625"/>
          <p14:tracePt t="57097" x="6946900" y="3590925"/>
          <p14:tracePt t="57113" x="6934200" y="3567113"/>
          <p14:tracePt t="57121" x="6921500" y="3554413"/>
          <p14:tracePt t="57137" x="6910388" y="3529013"/>
          <p14:tracePt t="57148" x="6910388" y="3490913"/>
          <p14:tracePt t="57153" x="6910388" y="3467100"/>
          <p14:tracePt t="57163" x="6910388" y="3429000"/>
          <p14:tracePt t="57169" x="6910388" y="3390900"/>
          <p14:tracePt t="57179" x="6910388" y="3354388"/>
          <p14:tracePt t="57185" x="6910388" y="3316288"/>
          <p14:tracePt t="57195" x="6910388" y="3267075"/>
          <p14:tracePt t="57201" x="6910388" y="3228975"/>
          <p14:tracePt t="57209" x="6910388" y="3178175"/>
          <p14:tracePt t="57217" x="6910388" y="3154363"/>
          <p14:tracePt t="57225" x="6910388" y="3103563"/>
          <p14:tracePt t="57233" x="6910388" y="3078163"/>
          <p14:tracePt t="57241" x="6910388" y="3054350"/>
          <p14:tracePt t="57249" x="6946900" y="2990850"/>
          <p14:tracePt t="57257" x="6959600" y="2952750"/>
          <p14:tracePt t="57265" x="6985000" y="2916238"/>
          <p14:tracePt t="57273" x="6997700" y="2890838"/>
          <p14:tracePt t="57281" x="7034213" y="2852738"/>
          <p14:tracePt t="57289" x="7046913" y="2828925"/>
          <p14:tracePt t="57297" x="7085013" y="2803525"/>
          <p14:tracePt t="57305" x="7110413" y="2790825"/>
          <p14:tracePt t="57314" x="7134225" y="2765425"/>
          <p14:tracePt t="57321" x="7172325" y="2740025"/>
          <p14:tracePt t="57332" x="7246938" y="2690813"/>
          <p14:tracePt t="57337" x="7310438" y="2665413"/>
          <p14:tracePt t="57347" x="7359650" y="2640013"/>
          <p14:tracePt t="57353" x="7372350" y="2627313"/>
          <p14:tracePt t="57363" x="7423150" y="2578100"/>
          <p14:tracePt t="57369" x="7472363" y="2565400"/>
          <p14:tracePt t="57379" x="7572375" y="2527300"/>
          <p14:tracePt t="57385" x="7648575" y="2516188"/>
          <p14:tracePt t="57396" x="7761288" y="2490788"/>
          <p14:tracePt t="57401" x="7823200" y="2465388"/>
          <p14:tracePt t="57409" x="7923213" y="2439988"/>
          <p14:tracePt t="57417" x="8010525" y="2439988"/>
          <p14:tracePt t="57425" x="8061325" y="2427288"/>
          <p14:tracePt t="57433" x="8161338" y="2403475"/>
          <p14:tracePt t="57441" x="8199438" y="2390775"/>
          <p14:tracePt t="57449" x="8286750" y="2390775"/>
          <p14:tracePt t="57457" x="8386763" y="2390775"/>
          <p14:tracePt t="57465" x="8435975" y="2390775"/>
          <p14:tracePt t="57473" x="8537575" y="2390775"/>
          <p14:tracePt t="57481" x="8612188" y="2390775"/>
          <p14:tracePt t="57489" x="8674100" y="2390775"/>
          <p14:tracePt t="57497" x="8763000" y="2390775"/>
          <p14:tracePt t="57505" x="8850313" y="2390775"/>
          <p14:tracePt t="57513" x="8912225" y="2390775"/>
          <p14:tracePt t="57521" x="8999538" y="2390775"/>
          <p14:tracePt t="57531" x="9088438" y="2390775"/>
          <p14:tracePt t="57537" x="9150350" y="2390775"/>
          <p14:tracePt t="57547" x="9237663" y="2390775"/>
          <p14:tracePt t="57553" x="9263063" y="2390775"/>
          <p14:tracePt t="57563" x="9301163" y="2390775"/>
          <p14:tracePt t="57569" x="9324975" y="2390775"/>
          <p14:tracePt t="57579" x="9375775" y="2390775"/>
          <p14:tracePt t="57585" x="9401175" y="2390775"/>
          <p14:tracePt t="57596" x="9437688" y="2390775"/>
          <p14:tracePt t="57601" x="9475788" y="2403475"/>
          <p14:tracePt t="57609" x="9525000" y="2414588"/>
          <p14:tracePt t="57617" x="9537700" y="2414588"/>
          <p14:tracePt t="57633" x="9550400" y="2439988"/>
          <p14:tracePt t="57641" x="9575800" y="2452688"/>
          <p14:tracePt t="57649" x="9588500" y="2465388"/>
          <p14:tracePt t="57657" x="9626600" y="2478088"/>
          <p14:tracePt t="57665" x="9626600" y="2490788"/>
          <p14:tracePt t="57673" x="9650413" y="2503488"/>
          <p14:tracePt t="57681" x="9675813" y="2516188"/>
          <p14:tracePt t="57689" x="9688513" y="2540000"/>
          <p14:tracePt t="57697" x="9701213" y="2540000"/>
          <p14:tracePt t="57705" x="9713913" y="2565400"/>
          <p14:tracePt t="57713" x="9726613" y="2578100"/>
          <p14:tracePt t="57721" x="9739313" y="2603500"/>
          <p14:tracePt t="57730" x="9750425" y="2627313"/>
          <p14:tracePt t="57737" x="9750425" y="2652713"/>
          <p14:tracePt t="57747" x="9763125" y="2678113"/>
          <p14:tracePt t="57753" x="9788525" y="2716213"/>
          <p14:tracePt t="57762" x="9788525" y="2740025"/>
          <p14:tracePt t="57769" x="9788525" y="2765425"/>
          <p14:tracePt t="57779" x="9788525" y="2803525"/>
          <p14:tracePt t="57785" x="9801225" y="2840038"/>
          <p14:tracePt t="57796" x="9801225" y="2878138"/>
          <p14:tracePt t="57801" x="9801225" y="2903538"/>
          <p14:tracePt t="57812" x="9801225" y="2941638"/>
          <p14:tracePt t="57817" x="9801225" y="2978150"/>
          <p14:tracePt t="57825" x="9801225" y="2990850"/>
          <p14:tracePt t="57833" x="9801225" y="3028950"/>
          <p14:tracePt t="57841" x="9801225" y="3065463"/>
          <p14:tracePt t="57849" x="9801225" y="3078163"/>
          <p14:tracePt t="57857" x="9801225" y="3128963"/>
          <p14:tracePt t="57865" x="9788525" y="3165475"/>
          <p14:tracePt t="57880" x="9775825" y="3165475"/>
          <p14:tracePt t="57881" x="9775825" y="3190875"/>
          <p14:tracePt t="57889" x="9750425" y="3216275"/>
          <p14:tracePt t="57897" x="9739313" y="3241675"/>
          <p14:tracePt t="57905" x="9739313" y="3254375"/>
          <p14:tracePt t="57913" x="9713913" y="3278188"/>
          <p14:tracePt t="57921" x="9675813" y="3316288"/>
          <p14:tracePt t="57930" x="9663113" y="3328988"/>
          <p14:tracePt t="57937" x="9601200" y="3354388"/>
          <p14:tracePt t="57947" x="9563100" y="3367088"/>
          <p14:tracePt t="57953" x="9537700" y="3378200"/>
          <p14:tracePt t="57963" x="9488488" y="3403600"/>
          <p14:tracePt t="57969" x="9413875" y="3416300"/>
          <p14:tracePt t="57980" x="9350375" y="3429000"/>
          <p14:tracePt t="57985" x="9250363" y="3467100"/>
          <p14:tracePt t="57995" x="9188450" y="3490913"/>
          <p14:tracePt t="58001" x="9124950" y="3516313"/>
          <p14:tracePt t="58013" x="9075738" y="3529013"/>
          <p14:tracePt t="58017" x="9037638" y="3529013"/>
          <p14:tracePt t="58025" x="8999538" y="3529013"/>
          <p14:tracePt t="58033" x="8975725" y="3541713"/>
          <p14:tracePt t="58041" x="8950325" y="3541713"/>
          <p14:tracePt t="58057" x="8937625" y="3541713"/>
          <p14:tracePt t="58089" x="8924925" y="3541713"/>
          <p14:tracePt t="58097" x="8912225" y="3541713"/>
          <p14:tracePt t="58113" x="8912225" y="3529013"/>
          <p14:tracePt t="58121" x="8912225" y="3516313"/>
          <p14:tracePt t="58130" x="8912225" y="3490913"/>
          <p14:tracePt t="58137" x="8899525" y="3454400"/>
          <p14:tracePt t="58147" x="8899525" y="3441700"/>
          <p14:tracePt t="58153" x="8899525" y="3403600"/>
          <p14:tracePt t="58162" x="8899525" y="3390900"/>
          <p14:tracePt t="58169" x="8899525" y="3354388"/>
          <p14:tracePt t="58179" x="8899525" y="3316288"/>
          <p14:tracePt t="58185" x="8899525" y="3290888"/>
          <p14:tracePt t="58195" x="8899525" y="3267075"/>
          <p14:tracePt t="58201" x="8899525" y="3228975"/>
          <p14:tracePt t="58212" x="8899525" y="3203575"/>
          <p14:tracePt t="58217" x="8899525" y="3165475"/>
          <p14:tracePt t="58225" x="8899525" y="3141663"/>
          <p14:tracePt t="58233" x="8899525" y="3128963"/>
          <p14:tracePt t="58241" x="8899525" y="3103563"/>
          <p14:tracePt t="58249" x="8899525" y="3078163"/>
          <p14:tracePt t="58257" x="8899525" y="3054350"/>
          <p14:tracePt t="58273" x="8899525" y="3016250"/>
          <p14:tracePt t="58305" x="8899525" y="3003550"/>
          <p14:tracePt t="58730" x="8899525" y="2990850"/>
          <p14:tracePt t="58761" x="8886825" y="2990850"/>
          <p14:tracePt t="58801" x="8874125" y="2990850"/>
          <p14:tracePt t="58849" x="8863013" y="2990850"/>
          <p14:tracePt t="58865" x="8850313" y="2990850"/>
          <p14:tracePt t="58913" x="8837613" y="2990850"/>
          <p14:tracePt t="58930" x="8837613" y="3003550"/>
          <p14:tracePt t="59033" x="8824913" y="3016250"/>
          <p14:tracePt t="59083" x="8812213" y="3016250"/>
          <p14:tracePt t="59091" x="8799513" y="3041650"/>
          <p14:tracePt t="59099" x="8786813" y="3041650"/>
          <p14:tracePt t="59114" x="8763000" y="3054350"/>
          <p14:tracePt t="59137" x="8750300" y="3054350"/>
          <p14:tracePt t="59145" x="8737600" y="3065463"/>
          <p14:tracePt t="59153" x="8724900" y="3078163"/>
          <p14:tracePt t="59178" x="8712200" y="3078163"/>
          <p14:tracePt t="59185" x="8699500" y="3078163"/>
          <p14:tracePt t="59195" x="8686800" y="3078163"/>
          <p14:tracePt t="59211" x="8674100" y="3090863"/>
          <p14:tracePt t="59217" x="8661400" y="3090863"/>
          <p14:tracePt t="59227" x="8650288" y="3090863"/>
          <p14:tracePt t="59245" x="8637588" y="3090863"/>
          <p14:tracePt t="59249" x="8612188" y="3090863"/>
          <p14:tracePt t="59257" x="8599488" y="3090863"/>
          <p14:tracePt t="59265" x="8574088" y="3090863"/>
          <p14:tracePt t="59273" x="8537575" y="3090863"/>
          <p14:tracePt t="59281" x="8512175" y="3090863"/>
          <p14:tracePt t="59289" x="8461375" y="3090863"/>
          <p14:tracePt t="59297" x="8412163" y="3090863"/>
          <p14:tracePt t="59305" x="8348663" y="3078163"/>
          <p14:tracePt t="59313" x="8312150" y="3078163"/>
          <p14:tracePt t="59321" x="8261350" y="3078163"/>
          <p14:tracePt t="59329" x="8212138" y="3078163"/>
          <p14:tracePt t="59337" x="8161338" y="3065463"/>
          <p14:tracePt t="59345" x="8135938" y="3065463"/>
          <p14:tracePt t="59353" x="8099425" y="3054350"/>
          <p14:tracePt t="59361" x="8074025" y="3054350"/>
          <p14:tracePt t="59369" x="8061325" y="3054350"/>
          <p14:tracePt t="59378" x="8048625" y="3054350"/>
          <p14:tracePt t="59385" x="8023225" y="3028950"/>
          <p14:tracePt t="59531" x="8035925" y="3041650"/>
          <p14:tracePt t="59538" x="8048625" y="3041650"/>
          <p14:tracePt t="59547" x="8074025" y="3041650"/>
          <p14:tracePt t="59555" x="8099425" y="3065463"/>
          <p14:tracePt t="59563" x="8110538" y="3065463"/>
          <p14:tracePt t="59569" x="8148638" y="3065463"/>
          <p14:tracePt t="59579" x="8174038" y="3065463"/>
          <p14:tracePt t="59586" x="8199438" y="3078163"/>
          <p14:tracePt t="59595" x="8248650" y="3090863"/>
          <p14:tracePt t="59601" x="8261350" y="3090863"/>
          <p14:tracePt t="59611" x="8312150" y="3090863"/>
          <p14:tracePt t="59617" x="8335963" y="3090863"/>
          <p14:tracePt t="59628" x="8386763" y="3116263"/>
          <p14:tracePt t="59633" x="8412163" y="3116263"/>
          <p14:tracePt t="59641" x="8424863" y="3116263"/>
          <p14:tracePt t="59649" x="8435975" y="3116263"/>
          <p14:tracePt t="59657" x="8448675" y="3116263"/>
          <p14:tracePt t="59673" x="8461375" y="3116263"/>
          <p14:tracePt t="59737" x="8474075" y="3116263"/>
          <p14:tracePt t="59745" x="8474075" y="3103563"/>
          <p14:tracePt t="59753" x="8474075" y="3090863"/>
          <p14:tracePt t="59761" x="8474075" y="3065463"/>
          <p14:tracePt t="59769" x="8461375" y="3041650"/>
          <p14:tracePt t="59778" x="8448675" y="3016250"/>
          <p14:tracePt t="59785" x="8412163" y="2978150"/>
          <p14:tracePt t="59794" x="8399463" y="2965450"/>
          <p14:tracePt t="59801" x="8374063" y="2941638"/>
          <p14:tracePt t="59811" x="8324850" y="2916238"/>
          <p14:tracePt t="59817" x="8299450" y="2903538"/>
          <p14:tracePt t="59827" x="8274050" y="2890838"/>
          <p14:tracePt t="59833" x="8235950" y="2878138"/>
          <p14:tracePt t="59843" x="8199438" y="2865438"/>
          <p14:tracePt t="59849" x="8174038" y="2865438"/>
          <p14:tracePt t="59860" x="8123238" y="2852738"/>
          <p14:tracePt t="59865" x="8110538" y="2852738"/>
          <p14:tracePt t="59873" x="8099425" y="2852738"/>
          <p14:tracePt t="59894" x="8074025" y="2852738"/>
          <p14:tracePt t="59897" x="8061325" y="2852738"/>
          <p14:tracePt t="59913" x="8035925" y="2852738"/>
          <p14:tracePt t="59921" x="8023225" y="2865438"/>
          <p14:tracePt t="59929" x="8010525" y="2878138"/>
          <p14:tracePt t="59937" x="8010525" y="2916238"/>
          <p14:tracePt t="59945" x="7999413" y="2928938"/>
          <p14:tracePt t="59953" x="7974013" y="2965450"/>
          <p14:tracePt t="59961" x="7974013" y="2978150"/>
          <p14:tracePt t="59969" x="7974013" y="3003550"/>
          <p14:tracePt t="59977" x="7974013" y="3016250"/>
          <p14:tracePt t="59985" x="7974013" y="3028950"/>
          <p14:tracePt t="59994" x="7974013" y="3054350"/>
          <p14:tracePt t="60001" x="7974013" y="3065463"/>
          <p14:tracePt t="60010" x="7974013" y="3078163"/>
          <p14:tracePt t="60028" x="7974013" y="3103563"/>
          <p14:tracePt t="60049" x="7986713" y="3116263"/>
          <p14:tracePt t="60065" x="7999413" y="3128963"/>
          <p14:tracePt t="60097" x="8010525" y="3128963"/>
          <p14:tracePt t="60105" x="8023225" y="3128963"/>
          <p14:tracePt t="60169" x="8035925" y="3128963"/>
          <p14:tracePt t="60242" x="8023225" y="3128963"/>
          <p14:tracePt t="60251" x="8010525" y="3128963"/>
          <p14:tracePt t="60259" x="7974013" y="3128963"/>
          <p14:tracePt t="60266" x="7935913" y="3116263"/>
          <p14:tracePt t="60275" x="7874000" y="3078163"/>
          <p14:tracePt t="60281" x="7797800" y="3078163"/>
          <p14:tracePt t="60289" x="7735888" y="3065463"/>
          <p14:tracePt t="60297" x="7685088" y="3065463"/>
          <p14:tracePt t="60305" x="7623175" y="3065463"/>
          <p14:tracePt t="60313" x="7572375" y="3065463"/>
          <p14:tracePt t="60321" x="7535863" y="3041650"/>
          <p14:tracePt t="60329" x="7497763" y="3041650"/>
          <p14:tracePt t="60337" x="7472363" y="3041650"/>
          <p14:tracePt t="60345" x="7435850" y="3041650"/>
          <p14:tracePt t="60353" x="7423150" y="3041650"/>
          <p14:tracePt t="60369" x="7410450" y="3041650"/>
          <p14:tracePt t="60401" x="7397750" y="3041650"/>
          <p14:tracePt t="60434" x="7385050" y="3041650"/>
          <p14:tracePt t="60450" x="7359650" y="3041650"/>
          <p14:tracePt t="60473" x="7348538" y="3041650"/>
          <p14:tracePt t="60481" x="7335838" y="3041650"/>
          <p14:tracePt t="60489" x="7323138" y="3041650"/>
          <p14:tracePt t="60505" x="7310438" y="3041650"/>
          <p14:tracePt t="60513" x="7285038" y="3041650"/>
          <p14:tracePt t="60529" x="7272338" y="3041650"/>
          <p14:tracePt t="60537" x="7259638" y="3041650"/>
          <p14:tracePt t="60545" x="7235825" y="3054350"/>
          <p14:tracePt t="60577" x="7235825" y="3065463"/>
          <p14:tracePt t="60585" x="7223125" y="3078163"/>
          <p14:tracePt t="60617" x="7197725" y="3078163"/>
          <p14:tracePt t="60643" x="7172325" y="3078163"/>
          <p14:tracePt t="60658" x="7159625" y="3078163"/>
          <p14:tracePt t="60665" x="7159625" y="3090863"/>
          <p14:tracePt t="60681" x="7134225" y="3090863"/>
          <p14:tracePt t="60697" x="7123113" y="3103563"/>
          <p14:tracePt t="60761" x="7097713" y="3103563"/>
          <p14:tracePt t="60921" x="7097713" y="3090863"/>
          <p14:tracePt t="60929" x="7097713" y="3078163"/>
          <p14:tracePt t="60937" x="7097713" y="3065463"/>
          <p14:tracePt t="60945" x="7097713" y="3041650"/>
          <p14:tracePt t="60953" x="7097713" y="3003550"/>
          <p14:tracePt t="60961" x="7097713" y="2978150"/>
          <p14:tracePt t="60969" x="7097713" y="2952750"/>
          <p14:tracePt t="60977" x="7097713" y="2941638"/>
          <p14:tracePt t="60985" x="7097713" y="2916238"/>
          <p14:tracePt t="60994" x="7097713" y="2903538"/>
          <p14:tracePt t="61001" x="7097713" y="2890838"/>
          <p14:tracePt t="61010" x="7097713" y="2878138"/>
          <p14:tracePt t="61017" x="7097713" y="2865438"/>
          <p14:tracePt t="61033" x="7097713" y="2852738"/>
          <p14:tracePt t="61049" x="7097713" y="2840038"/>
          <p14:tracePt t="61058" x="7097713" y="2828925"/>
          <p14:tracePt t="61065" x="7110413" y="2828925"/>
          <p14:tracePt t="61075" x="7123113" y="2816225"/>
          <p14:tracePt t="61090" x="7146925" y="2816225"/>
          <p14:tracePt t="61097" x="7172325" y="2790825"/>
          <p14:tracePt t="61105" x="7197725" y="2778125"/>
          <p14:tracePt t="61121" x="7235825" y="2778125"/>
          <p14:tracePt t="61129" x="7246938" y="2778125"/>
          <p14:tracePt t="61137" x="7272338" y="2765425"/>
          <p14:tracePt t="61145" x="7285038" y="2765425"/>
          <p14:tracePt t="61153" x="7297738" y="2765425"/>
          <p14:tracePt t="61161" x="7335838" y="2740025"/>
          <p14:tracePt t="61169" x="7348538" y="2740025"/>
          <p14:tracePt t="61177" x="7372350" y="2740025"/>
          <p14:tracePt t="61185" x="7385050" y="2728913"/>
          <p14:tracePt t="61195" x="7423150" y="2728913"/>
          <p14:tracePt t="61201" x="7459663" y="2716213"/>
          <p14:tracePt t="61209" x="7510463" y="2703513"/>
          <p14:tracePt t="61217" x="7523163" y="2703513"/>
          <p14:tracePt t="61226" x="7561263" y="2703513"/>
          <p14:tracePt t="61233" x="7597775" y="2690813"/>
          <p14:tracePt t="61243" x="7623175" y="2690813"/>
          <p14:tracePt t="61249" x="7673975" y="2690813"/>
          <p14:tracePt t="61259" x="7685088" y="2690813"/>
          <p14:tracePt t="61265" x="7723188" y="2690813"/>
          <p14:tracePt t="61275" x="7748588" y="2690813"/>
          <p14:tracePt t="61297" x="7773988" y="2690813"/>
          <p14:tracePt t="61305" x="7785100" y="2690813"/>
          <p14:tracePt t="61321" x="7797800" y="2690813"/>
          <p14:tracePt t="61353" x="7810500" y="2690813"/>
          <p14:tracePt t="61361" x="7835900" y="2703513"/>
          <p14:tracePt t="61369" x="7848600" y="2716213"/>
          <p14:tracePt t="61385" x="7861300" y="2728913"/>
          <p14:tracePt t="61393" x="7874000" y="2740025"/>
          <p14:tracePt t="61401" x="7886700" y="2752725"/>
          <p14:tracePt t="61410" x="7910513" y="2752725"/>
          <p14:tracePt t="61417" x="7923213" y="2778125"/>
          <p14:tracePt t="61433" x="7935913" y="2803525"/>
          <p14:tracePt t="61443" x="7948613" y="2816225"/>
          <p14:tracePt t="61449" x="7961313" y="2828925"/>
          <p14:tracePt t="61458" x="7961313" y="2840038"/>
          <p14:tracePt t="61465" x="7961313" y="2852738"/>
          <p14:tracePt t="61475" x="7974013" y="2865438"/>
          <p14:tracePt t="61481" x="7974013" y="2878138"/>
          <p14:tracePt t="61492" x="7986713" y="2903538"/>
          <p14:tracePt t="61508" x="7986713" y="2928938"/>
          <p14:tracePt t="61513" x="7986713" y="2941638"/>
          <p14:tracePt t="61521" x="7986713" y="2965450"/>
          <p14:tracePt t="61537" x="7986713" y="2990850"/>
          <p14:tracePt t="61545" x="7986713" y="3003550"/>
          <p14:tracePt t="61553" x="7986713" y="3016250"/>
          <p14:tracePt t="61561" x="7986713" y="3041650"/>
          <p14:tracePt t="61569" x="7986713" y="3054350"/>
          <p14:tracePt t="61585" x="7986713" y="3078163"/>
          <p14:tracePt t="61601" x="7986713" y="3090863"/>
          <p14:tracePt t="61609" x="7986713" y="3103563"/>
          <p14:tracePt t="61617" x="7986713" y="3116263"/>
          <p14:tracePt t="61626" x="7986713" y="3128963"/>
          <p14:tracePt t="61643" x="7974013" y="3165475"/>
          <p14:tracePt t="61649" x="7961313" y="3178175"/>
          <p14:tracePt t="61659" x="7948613" y="3190875"/>
          <p14:tracePt t="61665" x="7948613" y="3203575"/>
          <p14:tracePt t="61676" x="7910513" y="3228975"/>
          <p14:tracePt t="61681" x="7910513" y="3241675"/>
          <p14:tracePt t="61692" x="7897813" y="3241675"/>
          <p14:tracePt t="61697" x="7874000" y="3267075"/>
          <p14:tracePt t="61706" x="7874000" y="3278188"/>
          <p14:tracePt t="61713" x="7835900" y="3303588"/>
          <p14:tracePt t="61721" x="7823200" y="3316288"/>
          <p14:tracePt t="61729" x="7797800" y="3316288"/>
          <p14:tracePt t="61737" x="7773988" y="3354388"/>
          <p14:tracePt t="61745" x="7748588" y="3354388"/>
          <p14:tracePt t="61753" x="7735888" y="3367088"/>
          <p14:tracePt t="61761" x="7710488" y="3378200"/>
          <p14:tracePt t="61769" x="7697788" y="3390900"/>
          <p14:tracePt t="61777" x="7673975" y="3403600"/>
          <p14:tracePt t="61785" x="7661275" y="3403600"/>
          <p14:tracePt t="61793" x="7597775" y="3429000"/>
          <p14:tracePt t="61801" x="7585075" y="3441700"/>
          <p14:tracePt t="61809" x="7561263" y="3441700"/>
          <p14:tracePt t="61817" x="7523163" y="3441700"/>
          <p14:tracePt t="61825" x="7472363" y="3454400"/>
          <p14:tracePt t="61833" x="7397750" y="3479800"/>
          <p14:tracePt t="61842" x="7359650" y="3479800"/>
          <p14:tracePt t="61849" x="7310438" y="3479800"/>
          <p14:tracePt t="61858" x="7272338" y="3479800"/>
          <p14:tracePt t="61876" x="7223125" y="3479800"/>
          <p14:tracePt t="61881" x="7185025" y="3479800"/>
          <p14:tracePt t="61891" x="7172325" y="3479800"/>
          <p14:tracePt t="61897" x="7172325" y="3467100"/>
          <p14:tracePt t="61907" x="7159625" y="3467100"/>
          <p14:tracePt t="61913" x="7146925" y="3454400"/>
          <p14:tracePt t="61929" x="7146925" y="3429000"/>
          <p14:tracePt t="61937" x="7134225" y="3403600"/>
          <p14:tracePt t="61945" x="7134225" y="3378200"/>
          <p14:tracePt t="61953" x="7134225" y="3367088"/>
          <p14:tracePt t="61961" x="7134225" y="3341688"/>
          <p14:tracePt t="61969" x="7134225" y="3303588"/>
          <p14:tracePt t="61977" x="7134225" y="3267075"/>
          <p14:tracePt t="61985" x="7134225" y="3228975"/>
          <p14:tracePt t="61993" x="7134225" y="3216275"/>
          <p14:tracePt t="62001" x="7134225" y="3178175"/>
          <p14:tracePt t="62009" x="7134225" y="3141663"/>
          <p14:tracePt t="62017" x="7134225" y="3116263"/>
          <p14:tracePt t="62025" x="7134225" y="3090863"/>
          <p14:tracePt t="62033" x="7146925" y="3054350"/>
          <p14:tracePt t="62042" x="7185025" y="3016250"/>
          <p14:tracePt t="62049" x="7185025" y="3003550"/>
          <p14:tracePt t="62059" x="7210425" y="2978150"/>
          <p14:tracePt t="62065" x="7223125" y="2952750"/>
          <p14:tracePt t="62075" x="7246938" y="2941638"/>
          <p14:tracePt t="62081" x="7297738" y="2916238"/>
          <p14:tracePt t="62092" x="7335838" y="2890838"/>
          <p14:tracePt t="62097" x="7348538" y="2878138"/>
          <p14:tracePt t="62109" x="7397750" y="2852738"/>
          <p14:tracePt t="62113" x="7423150" y="2828925"/>
          <p14:tracePt t="62123" x="7472363" y="2803525"/>
          <p14:tracePt t="62129" x="7510463" y="2790825"/>
          <p14:tracePt t="62137" x="7561263" y="2752725"/>
          <p14:tracePt t="62145" x="7610475" y="2728913"/>
          <p14:tracePt t="62153" x="7648575" y="2728913"/>
          <p14:tracePt t="62161" x="7685088" y="2703513"/>
          <p14:tracePt t="62169" x="7723188" y="2690813"/>
          <p14:tracePt t="62177" x="7735888" y="2690813"/>
          <p14:tracePt t="62185" x="7773988" y="2678113"/>
          <p14:tracePt t="62193" x="7797800" y="2678113"/>
          <p14:tracePt t="62201" x="7835900" y="2652713"/>
          <p14:tracePt t="62217" x="7848600" y="2652713"/>
          <p14:tracePt t="62233" x="7861300" y="2652713"/>
          <p14:tracePt t="62242" x="7886700" y="2652713"/>
          <p14:tracePt t="62249" x="7897813" y="2652713"/>
          <p14:tracePt t="62265" x="7923213" y="2652713"/>
          <p14:tracePt t="62274" x="7948613" y="2652713"/>
          <p14:tracePt t="62281" x="7961313" y="2665413"/>
          <p14:tracePt t="62291" x="7986713" y="2678113"/>
          <p14:tracePt t="62308" x="8010525" y="2703513"/>
          <p14:tracePt t="62313" x="8023225" y="2728913"/>
          <p14:tracePt t="62324" x="8035925" y="2765425"/>
          <p14:tracePt t="62337" x="8061325" y="2790825"/>
          <p14:tracePt t="62345" x="8061325" y="2816225"/>
          <p14:tracePt t="62361" x="8061325" y="2828925"/>
          <p14:tracePt t="62369" x="8061325" y="2840038"/>
          <p14:tracePt t="62377" x="8074025" y="2852738"/>
          <p14:tracePt t="62385" x="8074025" y="2865438"/>
          <p14:tracePt t="62393" x="8074025" y="2890838"/>
          <p14:tracePt t="62401" x="8074025" y="2916238"/>
          <p14:tracePt t="62409" x="8074025" y="2941638"/>
          <p14:tracePt t="62425" x="8074025" y="2965450"/>
          <p14:tracePt t="62433" x="8074025" y="2978150"/>
          <p14:tracePt t="62442" x="8074025" y="3016250"/>
          <p14:tracePt t="62449" x="8074025" y="3028950"/>
          <p14:tracePt t="62459" x="8074025" y="3054350"/>
          <p14:tracePt t="62465" x="8074025" y="3065463"/>
          <p14:tracePt t="62475" x="8074025" y="3078163"/>
          <p14:tracePt t="62481" x="8061325" y="3103563"/>
          <p14:tracePt t="62491" x="8048625" y="3116263"/>
          <p14:tracePt t="62497" x="8023225" y="3154363"/>
          <p14:tracePt t="62505" x="7999413" y="3165475"/>
          <p14:tracePt t="62513" x="7974013" y="3190875"/>
          <p14:tracePt t="62524" x="7961313" y="3203575"/>
          <p14:tracePt t="62529" x="7923213" y="3228975"/>
          <p14:tracePt t="62537" x="7897813" y="3254375"/>
          <p14:tracePt t="62545" x="7874000" y="3267075"/>
          <p14:tracePt t="62553" x="7835900" y="3290888"/>
          <p14:tracePt t="62561" x="7785100" y="3316288"/>
          <p14:tracePt t="62569" x="7735888" y="3354388"/>
          <p14:tracePt t="62577" x="7697788" y="3354388"/>
          <p14:tracePt t="62585" x="7661275" y="3367088"/>
          <p14:tracePt t="62593" x="7597775" y="3378200"/>
          <p14:tracePt t="62601" x="7561263" y="3378200"/>
          <p14:tracePt t="62609" x="7510463" y="3378200"/>
          <p14:tracePt t="62617" x="7459663" y="3378200"/>
          <p14:tracePt t="62625" x="7397750" y="3378200"/>
          <p14:tracePt t="62633" x="7323138" y="3378200"/>
          <p14:tracePt t="62641" x="7246938" y="3378200"/>
          <p14:tracePt t="62649" x="7172325" y="3378200"/>
          <p14:tracePt t="62658" x="7123113" y="3378200"/>
          <p14:tracePt t="62665" x="7034213" y="3378200"/>
          <p14:tracePt t="62674" x="6972300" y="3378200"/>
          <p14:tracePt t="62681" x="6910388" y="3354388"/>
          <p14:tracePt t="62691" x="6897688" y="3341688"/>
          <p14:tracePt t="62697" x="6859588" y="3328988"/>
          <p14:tracePt t="62707" x="6846888" y="3316288"/>
          <p14:tracePt t="62723" x="6834188" y="3303588"/>
          <p14:tracePt t="62737" x="6834188" y="3278188"/>
          <p14:tracePt t="62745" x="6834188" y="3267075"/>
          <p14:tracePt t="62753" x="6834188" y="3241675"/>
          <p14:tracePt t="62761" x="6808788" y="3203575"/>
          <p14:tracePt t="62769" x="6808788" y="3190875"/>
          <p14:tracePt t="62777" x="6808788" y="3154363"/>
          <p14:tracePt t="62785" x="6808788" y="3116263"/>
          <p14:tracePt t="62793" x="6808788" y="3078163"/>
          <p14:tracePt t="62801" x="6808788" y="3054350"/>
          <p14:tracePt t="62809" x="6808788" y="3016250"/>
          <p14:tracePt t="62817" x="6808788" y="2978150"/>
          <p14:tracePt t="62825" x="6808788" y="2952750"/>
          <p14:tracePt t="62833" x="6808788" y="2916238"/>
          <p14:tracePt t="62841" x="6808788" y="2890838"/>
          <p14:tracePt t="62849" x="6808788" y="2865438"/>
          <p14:tracePt t="62859" x="6808788" y="2828925"/>
          <p14:tracePt t="62875" x="6808788" y="2778125"/>
          <p14:tracePt t="62881" x="6821488" y="2740025"/>
          <p14:tracePt t="62891" x="6821488" y="2716213"/>
          <p14:tracePt t="62897" x="6846888" y="2665413"/>
          <p14:tracePt t="62907" x="6859588" y="2640013"/>
          <p14:tracePt t="62913" x="6872288" y="2616200"/>
          <p14:tracePt t="62924" x="6884988" y="2603500"/>
          <p14:tracePt t="62929" x="6910388" y="2578100"/>
          <p14:tracePt t="62940" x="6934200" y="2552700"/>
          <p14:tracePt t="62945" x="6959600" y="2540000"/>
          <p14:tracePt t="62953" x="6972300" y="2527300"/>
          <p14:tracePt t="62961" x="7010400" y="2516188"/>
          <p14:tracePt t="62977" x="7046913" y="2490788"/>
          <p14:tracePt t="62985" x="7085013" y="2478088"/>
          <p14:tracePt t="62993" x="7134225" y="2465388"/>
          <p14:tracePt t="63001" x="7159625" y="2465388"/>
          <p14:tracePt t="63009" x="7197725" y="2465388"/>
          <p14:tracePt t="63017" x="7259638" y="2439988"/>
          <p14:tracePt t="63025" x="7310438" y="2439988"/>
          <p14:tracePt t="63033" x="7397750" y="2427288"/>
          <p14:tracePt t="63041" x="7448550" y="2427288"/>
          <p14:tracePt t="63049" x="7523163" y="2427288"/>
          <p14:tracePt t="63058" x="7597775" y="2427288"/>
          <p14:tracePt t="63065" x="7648575" y="2427288"/>
          <p14:tracePt t="63074" x="7673975" y="2427288"/>
          <p14:tracePt t="63081" x="7723188" y="2427288"/>
          <p14:tracePt t="63091" x="7797800" y="2439988"/>
          <p14:tracePt t="63097" x="7848600" y="2439988"/>
          <p14:tracePt t="63107" x="7874000" y="2452688"/>
          <p14:tracePt t="63113" x="7948613" y="2490788"/>
          <p14:tracePt t="63123" x="7986713" y="2503488"/>
          <p14:tracePt t="63129" x="8023225" y="2527300"/>
          <p14:tracePt t="63139" x="8061325" y="2552700"/>
          <p14:tracePt t="63145" x="8123238" y="2590800"/>
          <p14:tracePt t="63153" x="8174038" y="2616200"/>
          <p14:tracePt t="63161" x="8212138" y="2652713"/>
          <p14:tracePt t="63169" x="8248650" y="2678113"/>
          <p14:tracePt t="63177" x="8286750" y="2703513"/>
          <p14:tracePt t="63185" x="8299450" y="2716213"/>
          <p14:tracePt t="63193" x="8324850" y="2752725"/>
          <p14:tracePt t="63201" x="8335963" y="2752725"/>
          <p14:tracePt t="63209" x="8348663" y="2790825"/>
          <p14:tracePt t="63217" x="8361363" y="2803525"/>
          <p14:tracePt t="63225" x="8374063" y="2828925"/>
          <p14:tracePt t="63233" x="8374063" y="2852738"/>
          <p14:tracePt t="63241" x="8374063" y="2865438"/>
          <p14:tracePt t="63249" x="8374063" y="2903538"/>
          <p14:tracePt t="63257" x="8374063" y="2916238"/>
          <p14:tracePt t="63265" x="8399463" y="2965450"/>
          <p14:tracePt t="63274" x="8399463" y="2990850"/>
          <p14:tracePt t="63281" x="8399463" y="3016250"/>
          <p14:tracePt t="63290" x="8399463" y="3065463"/>
          <p14:tracePt t="63297" x="8399463" y="3090863"/>
          <p14:tracePt t="63308" x="8399463" y="3116263"/>
          <p14:tracePt t="63313" x="8399463" y="3154363"/>
          <p14:tracePt t="63323" x="8399463" y="3178175"/>
          <p14:tracePt t="63329" x="8386763" y="3203575"/>
          <p14:tracePt t="63341" x="8374063" y="3241675"/>
          <p14:tracePt t="63345" x="8361363" y="3241675"/>
          <p14:tracePt t="63354" x="8348663" y="3267075"/>
          <p14:tracePt t="63361" x="8335963" y="3267075"/>
          <p14:tracePt t="63369" x="8324850" y="3290888"/>
          <p14:tracePt t="63385" x="8299450" y="3290888"/>
          <p14:tracePt t="63393" x="8286750" y="3290888"/>
          <p14:tracePt t="63401" x="8248650" y="3290888"/>
          <p14:tracePt t="63409" x="8223250" y="3290888"/>
          <p14:tracePt t="63417" x="8148638" y="3290888"/>
          <p14:tracePt t="63425" x="8061325" y="3290888"/>
          <p14:tracePt t="63433" x="7948613" y="3290888"/>
          <p14:tracePt t="63441" x="7823200" y="3290888"/>
          <p14:tracePt t="63449" x="7685088" y="3290888"/>
          <p14:tracePt t="63458" x="7535863" y="3290888"/>
          <p14:tracePt t="63465" x="7335838" y="3290888"/>
          <p14:tracePt t="63474" x="7185025" y="3290888"/>
          <p14:tracePt t="63481" x="7034213" y="3290888"/>
          <p14:tracePt t="63490" x="6872288" y="3290888"/>
          <p14:tracePt t="63497" x="6734175" y="3290888"/>
          <p14:tracePt t="63506" x="6596063" y="3290888"/>
          <p14:tracePt t="63513" x="6521450" y="3290888"/>
          <p14:tracePt t="63523" x="6446838" y="3290888"/>
          <p14:tracePt t="63529" x="6396038" y="3290888"/>
          <p14:tracePt t="63540" x="6370638" y="3290888"/>
          <p14:tracePt t="63545" x="6346825" y="3290888"/>
          <p14:tracePt t="63561" x="6321425" y="3267075"/>
          <p14:tracePt t="63577" x="6308725" y="3254375"/>
          <p14:tracePt t="63585" x="6308725" y="3228975"/>
          <p14:tracePt t="63593" x="6296025" y="3190875"/>
          <p14:tracePt t="63609" x="6296025" y="3154363"/>
          <p14:tracePt t="63617" x="6296025" y="3128963"/>
          <p14:tracePt t="63625" x="6283325" y="3103563"/>
          <p14:tracePt t="63633" x="6283325" y="3078163"/>
          <p14:tracePt t="63641" x="6283325" y="3054350"/>
          <p14:tracePt t="63649" x="6283325" y="3016250"/>
          <p14:tracePt t="63657" x="6283325" y="2990850"/>
          <p14:tracePt t="63665" x="6283325" y="2978150"/>
          <p14:tracePt t="63674" x="6283325" y="2952750"/>
          <p14:tracePt t="63681" x="6283325" y="2941638"/>
          <p14:tracePt t="63691" x="6283325" y="2916238"/>
          <p14:tracePt t="63707" x="6283325" y="2890838"/>
          <p14:tracePt t="63713" x="6296025" y="2865438"/>
          <p14:tracePt t="63724" x="6308725" y="2852738"/>
          <p14:tracePt t="63729" x="6321425" y="2840038"/>
          <p14:tracePt t="63741" x="6334125" y="2828925"/>
          <p14:tracePt t="63745" x="6346825" y="2816225"/>
          <p14:tracePt t="63756" x="6359525" y="2816225"/>
          <p14:tracePt t="63761" x="6383338" y="2803525"/>
          <p14:tracePt t="63769" x="6408738" y="2790825"/>
          <p14:tracePt t="63777" x="6434138" y="2790825"/>
          <p14:tracePt t="63785" x="6472238" y="2778125"/>
          <p14:tracePt t="63801" x="6496050" y="2765425"/>
          <p14:tracePt t="63809" x="6534150" y="2765425"/>
          <p14:tracePt t="63817" x="6572250" y="2752725"/>
          <p14:tracePt t="63825" x="6621463" y="2716213"/>
          <p14:tracePt t="63833" x="6646863" y="2716213"/>
          <p14:tracePt t="63841" x="6708775" y="2690813"/>
          <p14:tracePt t="63849" x="6784975" y="2678113"/>
          <p14:tracePt t="63857" x="6859588" y="2665413"/>
          <p14:tracePt t="63865" x="6921500" y="2652713"/>
          <p14:tracePt t="63874" x="6985000" y="2640013"/>
          <p14:tracePt t="63881" x="7034213" y="2616200"/>
          <p14:tracePt t="63890" x="7110413" y="2603500"/>
          <p14:tracePt t="63897" x="7159625" y="2603500"/>
          <p14:tracePt t="63906" x="7246938" y="2590800"/>
          <p14:tracePt t="63913" x="7259638" y="2590800"/>
          <p14:tracePt t="63923" x="7310438" y="2590800"/>
          <p14:tracePt t="63929" x="7323138" y="2590800"/>
          <p14:tracePt t="63940" x="7348538" y="2590800"/>
          <p14:tracePt t="63945" x="7359650" y="2590800"/>
          <p14:tracePt t="63956" x="7385050" y="2603500"/>
          <p14:tracePt t="63961" x="7410450" y="2616200"/>
          <p14:tracePt t="63969" x="7423150" y="2627313"/>
          <p14:tracePt t="63977" x="7448550" y="2640013"/>
          <p14:tracePt t="63985" x="7448550" y="2652713"/>
          <p14:tracePt t="63993" x="7472363" y="2665413"/>
          <p14:tracePt t="64001" x="7485063" y="2678113"/>
          <p14:tracePt t="64009" x="7485063" y="2690813"/>
          <p14:tracePt t="64017" x="7497763" y="2716213"/>
          <p14:tracePt t="64025" x="7510463" y="2752725"/>
          <p14:tracePt t="64033" x="7510463" y="2778125"/>
          <p14:tracePt t="64041" x="7510463" y="2816225"/>
          <p14:tracePt t="64049" x="7510463" y="2852738"/>
          <p14:tracePt t="64057" x="7510463" y="2878138"/>
          <p14:tracePt t="64065" x="7510463" y="2928938"/>
          <p14:tracePt t="64073" x="7510463" y="2990850"/>
          <p14:tracePt t="64081" x="7472363" y="3065463"/>
          <p14:tracePt t="64090" x="7448550" y="3103563"/>
          <p14:tracePt t="64097" x="7385050" y="3178175"/>
          <p14:tracePt t="64106" x="7359650" y="3216275"/>
          <p14:tracePt t="64113" x="7310438" y="3278188"/>
          <p14:tracePt t="64123" x="7246938" y="3341688"/>
          <p14:tracePt t="64129" x="7197725" y="3403600"/>
          <p14:tracePt t="64140" x="7134225" y="3454400"/>
          <p14:tracePt t="64145" x="7072313" y="3503613"/>
          <p14:tracePt t="64155" x="7021513" y="3529013"/>
          <p14:tracePt t="64161" x="6972300" y="3567113"/>
          <p14:tracePt t="64172" x="6872288" y="3629025"/>
          <p14:tracePt t="64177" x="6846888" y="3654425"/>
          <p14:tracePt t="64185" x="6797675" y="3692525"/>
          <p14:tracePt t="64193" x="6734175" y="3716338"/>
          <p14:tracePt t="64201" x="6696075" y="3767138"/>
          <p14:tracePt t="64209" x="6659563" y="3779838"/>
          <p14:tracePt t="64217" x="6634163" y="3803650"/>
          <p14:tracePt t="64225" x="6596063" y="3829050"/>
          <p14:tracePt t="64233" x="6572250" y="3854450"/>
          <p14:tracePt t="64241" x="6546850" y="3854450"/>
          <p14:tracePt t="64249" x="6508750" y="3879850"/>
          <p14:tracePt t="64257" x="6483350" y="3892550"/>
          <p14:tracePt t="64265" x="6472238" y="3892550"/>
          <p14:tracePt t="64273" x="6446838" y="3905250"/>
          <p14:tracePt t="64281" x="6421438" y="3905250"/>
          <p14:tracePt t="64289" x="6408738" y="3905250"/>
          <p14:tracePt t="64297" x="6370638" y="3929063"/>
          <p14:tracePt t="64306" x="6359525" y="3929063"/>
          <p14:tracePt t="64313" x="6321425" y="3929063"/>
          <p14:tracePt t="64323" x="6296025" y="3929063"/>
          <p14:tracePt t="64329" x="6270625" y="3929063"/>
          <p14:tracePt t="64339" x="6221413" y="3929063"/>
          <p14:tracePt t="64345" x="6170613" y="3929063"/>
          <p14:tracePt t="64354" x="6121400" y="3929063"/>
          <p14:tracePt t="64361" x="6083300" y="3929063"/>
          <p14:tracePt t="64373" x="6034088" y="3929063"/>
          <p14:tracePt t="64377" x="6008688" y="3929063"/>
          <p14:tracePt t="64385" x="5983288" y="3929063"/>
          <p14:tracePt t="64393" x="5945188" y="3929063"/>
          <p14:tracePt t="64401" x="5921375" y="3929063"/>
          <p14:tracePt t="64409" x="5883275" y="3929063"/>
          <p14:tracePt t="64417" x="5870575" y="3929063"/>
          <p14:tracePt t="64425" x="5857875" y="3929063"/>
          <p14:tracePt t="64433" x="5845175" y="3941763"/>
          <p14:tracePt t="64441" x="5832475" y="3941763"/>
          <p14:tracePt t="64449" x="5821363" y="3941763"/>
          <p14:tracePt t="64457" x="5808663" y="3941763"/>
          <p14:tracePt t="64465" x="5783263" y="3954463"/>
          <p14:tracePt t="64481" x="5770563" y="3954463"/>
          <p14:tracePt t="64489" x="5745163" y="3967163"/>
          <p14:tracePt t="64507" x="5732463" y="3979863"/>
          <p14:tracePt t="64523" x="5695950" y="3979863"/>
          <p14:tracePt t="64529" x="5683250" y="3979863"/>
          <p14:tracePt t="64539" x="5670550" y="3979863"/>
          <p14:tracePt t="64545" x="5657850" y="3992563"/>
          <p14:tracePt t="64561" x="5632450" y="4005263"/>
          <p14:tracePt t="64585" x="5619750" y="4017963"/>
          <p14:tracePt t="64825" x="5619750" y="4005263"/>
          <p14:tracePt t="64833" x="5619750" y="3979863"/>
          <p14:tracePt t="64849" x="5619750" y="3967163"/>
          <p14:tracePt t="64857" x="5619750" y="3954463"/>
          <p14:tracePt t="64865" x="5632450" y="3929063"/>
          <p14:tracePt t="64888" x="5657850" y="3905250"/>
          <p14:tracePt t="64890" x="5670550" y="3892550"/>
          <p14:tracePt t="64897" x="5670550" y="3867150"/>
          <p14:tracePt t="64906" x="5670550" y="3854450"/>
          <p14:tracePt t="64913" x="5695950" y="3829050"/>
          <p14:tracePt t="64929" x="5708650" y="3816350"/>
          <p14:tracePt t="64940" x="5719763" y="3816350"/>
          <p14:tracePt t="64945" x="5732463" y="3792538"/>
          <p14:tracePt t="64956" x="5745163" y="3779838"/>
          <p14:tracePt t="64961" x="5757863" y="3767138"/>
          <p14:tracePt t="64971" x="5770563" y="3754438"/>
          <p14:tracePt t="64977" x="5783263" y="3741738"/>
          <p14:tracePt t="64988" x="5783263" y="3729038"/>
          <p14:tracePt t="64993" x="5795963" y="3729038"/>
          <p14:tracePt t="65002" x="5808663" y="3716338"/>
          <p14:tracePt t="65009" x="5821363" y="3703638"/>
          <p14:tracePt t="65025" x="5821363" y="3692525"/>
          <p14:tracePt t="65329" x="5832475" y="3692525"/>
          <p14:tracePt t="65602" x="5845175" y="3692525"/>
          <p14:tracePt t="65634" x="5857875" y="3692525"/>
          <p14:tracePt t="65641" x="5870575" y="3692525"/>
          <p14:tracePt t="65657" x="5895975" y="3716338"/>
          <p14:tracePt t="65665" x="5895975" y="3729038"/>
          <p14:tracePt t="65673" x="5908675" y="3741738"/>
          <p14:tracePt t="65689" x="5908675" y="3767138"/>
          <p14:tracePt t="65705" x="5921375" y="3779838"/>
          <p14:tracePt t="65713" x="5932488" y="3779838"/>
          <p14:tracePt t="65865" x="5945188" y="3779838"/>
          <p14:tracePt t="65881" x="5957888" y="3779838"/>
          <p14:tracePt t="65889" x="5970588" y="3779838"/>
          <p14:tracePt t="65905" x="5983288" y="3792538"/>
          <p14:tracePt t="65913" x="5995988" y="3803650"/>
          <p14:tracePt t="65922" x="6008688" y="3816350"/>
          <p14:tracePt t="65929" x="6021388" y="3829050"/>
          <p14:tracePt t="65938" x="6057900" y="3854450"/>
          <p14:tracePt t="65955" x="6083300" y="3879850"/>
          <p14:tracePt t="65961" x="6096000" y="3892550"/>
          <p14:tracePt t="65970" x="6108700" y="3905250"/>
          <p14:tracePt t="67233" x="6108700" y="3916363"/>
          <p14:tracePt t="67265" x="6134100" y="3941763"/>
          <p14:tracePt t="67305" x="6134100" y="3967163"/>
          <p14:tracePt t="67337" x="6134100" y="3979863"/>
          <p14:tracePt t="67353" x="6134100" y="3992563"/>
          <p14:tracePt t="67361" x="6134100" y="4005263"/>
          <p14:tracePt t="67377" x="6134100" y="4017963"/>
          <p14:tracePt t="67393" x="6134100" y="4041775"/>
          <p14:tracePt t="67403" x="6134100" y="4054475"/>
          <p14:tracePt t="67409" x="6134100" y="4067175"/>
          <p14:tracePt t="67420" x="6121400" y="4079875"/>
          <p14:tracePt t="67435" x="6096000" y="4117975"/>
          <p14:tracePt t="67449" x="6083300" y="4129088"/>
          <p14:tracePt t="67457" x="6070600" y="4154488"/>
          <p14:tracePt t="67465" x="6057900" y="4154488"/>
          <p14:tracePt t="67473" x="6045200" y="4167188"/>
          <p14:tracePt t="67481" x="6034088" y="4179888"/>
          <p14:tracePt t="67489" x="6021388" y="4192588"/>
          <p14:tracePt t="67497" x="5995988" y="4217988"/>
          <p14:tracePt t="67505" x="5983288" y="4230688"/>
          <p14:tracePt t="67513" x="5945188" y="4241800"/>
          <p14:tracePt t="67521" x="5908675" y="4279900"/>
          <p14:tracePt t="67529" x="5870575" y="4292600"/>
          <p14:tracePt t="67537" x="5808663" y="4330700"/>
          <p14:tracePt t="67545" x="5795963" y="4341813"/>
          <p14:tracePt t="67553" x="5719763" y="4379913"/>
          <p14:tracePt t="67561" x="5695950" y="4392613"/>
          <p14:tracePt t="67569" x="5657850" y="4405313"/>
          <p14:tracePt t="67577" x="5645150" y="4405313"/>
          <p14:tracePt t="67586" x="5607050" y="4430713"/>
          <p14:tracePt t="67593" x="5595938" y="4443413"/>
          <p14:tracePt t="67602" x="5570538" y="4443413"/>
          <p14:tracePt t="67609" x="5519738" y="4467225"/>
          <p14:tracePt t="67619" x="5495925" y="4479925"/>
          <p14:tracePt t="67625" x="5457825" y="4492625"/>
          <p14:tracePt t="67636" x="5432425" y="4492625"/>
          <p14:tracePt t="67641" x="5419725" y="4492625"/>
          <p14:tracePt t="67652" x="5394325" y="4492625"/>
          <p14:tracePt t="67657" x="5370513" y="4492625"/>
          <p14:tracePt t="67665" x="5345113" y="4492625"/>
          <p14:tracePt t="67673" x="5332413" y="4492625"/>
          <p14:tracePt t="67681" x="5319713" y="4492625"/>
          <p14:tracePt t="67689" x="5307013" y="4492625"/>
          <p14:tracePt t="67697" x="5294313" y="4492625"/>
          <p14:tracePt t="67705" x="5281613" y="4492625"/>
          <p14:tracePt t="67713" x="5257800" y="4492625"/>
          <p14:tracePt t="67729" x="5245100" y="4492625"/>
          <p14:tracePt t="67737" x="5232400" y="4492625"/>
          <p14:tracePt t="67745" x="5219700" y="4492625"/>
          <p14:tracePt t="67761" x="5207000" y="4492625"/>
          <p14:tracePt t="67777" x="5194300" y="4492625"/>
          <p14:tracePt t="67802" x="5181600" y="4492625"/>
          <p14:tracePt t="67809" x="5157788" y="4492625"/>
          <p14:tracePt t="67825" x="5132388" y="4492625"/>
          <p14:tracePt t="67836" x="5081588" y="4479925"/>
          <p14:tracePt t="67841" x="5045075" y="4479925"/>
          <p14:tracePt t="67852" x="4994275" y="4479925"/>
          <p14:tracePt t="67857" x="4945063" y="4467225"/>
          <p14:tracePt t="67870" x="4894263" y="4454525"/>
          <p14:tracePt t="67873" x="4843463" y="4454525"/>
          <p14:tracePt t="67881" x="4781550" y="4443413"/>
          <p14:tracePt t="67889" x="4756150" y="4443413"/>
          <p14:tracePt t="67897" x="4732338" y="4418013"/>
          <p14:tracePt t="67905" x="4694238" y="4405313"/>
          <p14:tracePt t="67913" x="4656138" y="4405313"/>
          <p14:tracePt t="67921" x="4630738" y="4405313"/>
          <p14:tracePt t="67929" x="4581525" y="4405313"/>
          <p14:tracePt t="67937" x="4530725" y="4379913"/>
          <p14:tracePt t="67945" x="4494213" y="4367213"/>
          <p14:tracePt t="67953" x="4443413" y="4354513"/>
          <p14:tracePt t="67961" x="4394200" y="4354513"/>
          <p14:tracePt t="67969" x="4318000" y="4341813"/>
          <p14:tracePt t="67977" x="4256088" y="4341813"/>
          <p14:tracePt t="67986" x="4156075" y="4341813"/>
          <p14:tracePt t="67993" x="4081463" y="4341813"/>
          <p14:tracePt t="68002" x="4030663" y="4341813"/>
          <p14:tracePt t="68009" x="3992563" y="4341813"/>
          <p14:tracePt t="68019" x="3905250" y="4341813"/>
          <p14:tracePt t="68025" x="3817938" y="4341813"/>
          <p14:tracePt t="68035" x="3779838" y="4341813"/>
          <p14:tracePt t="68041" x="3730625" y="4341813"/>
          <p14:tracePt t="68052" x="3705225" y="4341813"/>
          <p14:tracePt t="68057" x="3654425" y="4341813"/>
          <p14:tracePt t="68066" x="3617913" y="4341813"/>
          <p14:tracePt t="68081" x="3592513" y="4354513"/>
          <p14:tracePt t="68089" x="3579813" y="4367213"/>
          <p14:tracePt t="68097" x="3567113" y="4367213"/>
          <p14:tracePt t="68105" x="3554413" y="4367213"/>
          <p14:tracePt t="68113" x="3554413" y="4379913"/>
          <p14:tracePt t="68121" x="3541713" y="4392613"/>
          <p14:tracePt t="68137" x="3541713" y="4418013"/>
          <p14:tracePt t="68145" x="3541713" y="4430713"/>
          <p14:tracePt t="68153" x="3541713" y="4443413"/>
          <p14:tracePt t="68161" x="3541713" y="4454525"/>
          <p14:tracePt t="68169" x="3541713" y="4479925"/>
          <p14:tracePt t="68185" x="3541713" y="4505325"/>
          <p14:tracePt t="68193" x="3541713" y="4518025"/>
          <p14:tracePt t="68203" x="3554413" y="4530725"/>
          <p14:tracePt t="68209" x="3567113" y="4543425"/>
          <p14:tracePt t="68219" x="3592513" y="4554538"/>
          <p14:tracePt t="68225" x="3592513" y="4567238"/>
          <p14:tracePt t="68235" x="3617913" y="4579938"/>
          <p14:tracePt t="68241" x="3630613" y="4579938"/>
          <p14:tracePt t="68252" x="3643313" y="4592638"/>
          <p14:tracePt t="68257" x="3654425" y="4592638"/>
          <p14:tracePt t="68265" x="3654425" y="4605338"/>
          <p14:tracePt t="68442" x="3654425" y="4567238"/>
          <p14:tracePt t="68450" x="3654425" y="4554538"/>
          <p14:tracePt t="68457" x="3630613" y="4518025"/>
          <p14:tracePt t="68466" x="3617913" y="4492625"/>
          <p14:tracePt t="68473" x="3605213" y="4479925"/>
          <p14:tracePt t="68481" x="3605213" y="4454525"/>
          <p14:tracePt t="68489" x="3579813" y="4418013"/>
          <p14:tracePt t="68497" x="3567113" y="4405313"/>
          <p14:tracePt t="68505" x="3554413" y="4379913"/>
          <p14:tracePt t="68513" x="3541713" y="4354513"/>
          <p14:tracePt t="68521" x="3530600" y="4354513"/>
          <p14:tracePt t="68529" x="3517900" y="4330700"/>
          <p14:tracePt t="68545" x="3505200" y="4330700"/>
          <p14:tracePt t="68553" x="3492500" y="4318000"/>
          <p14:tracePt t="68593" x="3479800" y="4318000"/>
          <p14:tracePt t="69018" x="3467100" y="4305300"/>
          <p14:tracePt t="69026" x="3467100" y="4292600"/>
          <p14:tracePt t="69042" x="3454400" y="4279900"/>
          <p14:tracePt t="69051" x="3441700" y="4279900"/>
          <p14:tracePt t="69057" x="3441700" y="4267200"/>
          <p14:tracePt t="69068" x="3441700" y="4254500"/>
          <p14:tracePt t="69073" x="3417888" y="4241800"/>
          <p14:tracePt t="69084" x="3405188" y="4217988"/>
          <p14:tracePt t="69089" x="3392488" y="4205288"/>
          <p14:tracePt t="69097" x="3367088" y="4192588"/>
          <p14:tracePt t="69105" x="3341688" y="4179888"/>
          <p14:tracePt t="69113" x="3317875" y="4154488"/>
          <p14:tracePt t="69121" x="3292475" y="4154488"/>
          <p14:tracePt t="69129" x="3254375" y="4117975"/>
          <p14:tracePt t="69137" x="3179763" y="4092575"/>
          <p14:tracePt t="69145" x="3141663" y="4092575"/>
          <p14:tracePt t="69153" x="3103563" y="4067175"/>
          <p14:tracePt t="69161" x="3067050" y="4067175"/>
          <p14:tracePt t="69169" x="3041650" y="4054475"/>
          <p14:tracePt t="69177" x="3028950" y="4054475"/>
          <p14:tracePt t="69185" x="3016250" y="4054475"/>
          <p14:tracePt t="69193" x="2979738" y="4041775"/>
          <p14:tracePt t="69201" x="2979738" y="4029075"/>
          <p14:tracePt t="69218" x="2954338" y="4029075"/>
          <p14:tracePt t="69234" x="2941638" y="4017963"/>
          <p14:tracePt t="69321" x="2928938" y="4005263"/>
          <p14:tracePt t="69337" x="2928938" y="3992563"/>
          <p14:tracePt t="69353" x="2928938" y="3979863"/>
          <p14:tracePt t="69369" x="2928938" y="3967163"/>
          <p14:tracePt t="69377" x="2916238" y="3954463"/>
          <p14:tracePt t="69393" x="2916238" y="3941763"/>
          <p14:tracePt t="69409" x="2916238" y="3929063"/>
          <p14:tracePt t="69425" x="2916238" y="3916363"/>
          <p14:tracePt t="69465" x="2903538" y="3916363"/>
          <p14:tracePt t="69497" x="2903538" y="3905250"/>
          <p14:tracePt t="69505" x="2903538" y="3879850"/>
          <p14:tracePt t="69514" x="2890838" y="3867150"/>
          <p14:tracePt t="69521" x="2890838" y="3854450"/>
          <p14:tracePt t="69529" x="2890838" y="3829050"/>
          <p14:tracePt t="69545" x="2879725" y="3792538"/>
          <p14:tracePt t="69553" x="2867025" y="3779838"/>
          <p14:tracePt t="69561" x="2867025" y="3754438"/>
          <p14:tracePt t="69577" x="2854325" y="3754438"/>
          <p14:tracePt t="69585" x="2854325" y="3741738"/>
          <p14:tracePt t="69593" x="2854325" y="3716338"/>
          <p14:tracePt t="69609" x="2854325" y="3703638"/>
          <p14:tracePt t="69618" x="2828925" y="3692525"/>
          <p14:tracePt t="69625" x="2828925" y="3679825"/>
          <p14:tracePt t="69633" x="2828925" y="3667125"/>
          <p14:tracePt t="69641" x="2828925" y="3641725"/>
          <p14:tracePt t="69650" x="2828925" y="3629025"/>
          <p14:tracePt t="69657" x="2828925" y="3603625"/>
          <p14:tracePt t="69667" x="2816225" y="3567113"/>
          <p14:tracePt t="69673" x="2816225" y="3541713"/>
          <p14:tracePt t="69683" x="2816225" y="3490913"/>
          <p14:tracePt t="69689" x="2803525" y="3441700"/>
          <p14:tracePt t="69699" x="2778125" y="3390900"/>
          <p14:tracePt t="69705" x="2778125" y="3328988"/>
          <p14:tracePt t="69713" x="2778125" y="3278188"/>
          <p14:tracePt t="69721" x="2778125" y="3228975"/>
          <p14:tracePt t="69729" x="2767013" y="3178175"/>
          <p14:tracePt t="69737" x="2767013" y="3141663"/>
          <p14:tracePt t="69745" x="2767013" y="3103563"/>
          <p14:tracePt t="69753" x="2767013" y="3054350"/>
          <p14:tracePt t="69761" x="2754313" y="3016250"/>
          <p14:tracePt t="69769" x="2754313" y="2965450"/>
          <p14:tracePt t="69777" x="2716213" y="2916238"/>
          <p14:tracePt t="69785" x="2716213" y="2865438"/>
          <p14:tracePt t="69793" x="2690813" y="2803525"/>
          <p14:tracePt t="69801" x="2667000" y="2752725"/>
          <p14:tracePt t="69809" x="2654300" y="2690813"/>
          <p14:tracePt t="69818" x="2641600" y="2665413"/>
          <p14:tracePt t="69825" x="2616200" y="2640013"/>
          <p14:tracePt t="69835" x="2603500" y="2616200"/>
          <p14:tracePt t="69841" x="2590800" y="2590800"/>
          <p14:tracePt t="69850" x="2578100" y="2565400"/>
          <p14:tracePt t="69857" x="2565400" y="2552700"/>
          <p14:tracePt t="69868" x="2554288" y="2540000"/>
          <p14:tracePt t="69884" x="2541588" y="2516188"/>
          <p14:tracePt t="69900" x="2528888" y="2516188"/>
          <p14:tracePt t="70001" x="2516188" y="2503488"/>
          <p14:tracePt t="70019" x="2490788" y="2478088"/>
          <p14:tracePt t="70042" x="2478088" y="2465388"/>
          <p14:tracePt t="70097" x="2478088" y="2452688"/>
          <p14:tracePt t="70177" x="2478088" y="2503488"/>
          <p14:tracePt t="70185" x="2490788" y="2527300"/>
          <p14:tracePt t="70193" x="2516188" y="2565400"/>
          <p14:tracePt t="70201" x="2541588" y="2578100"/>
          <p14:tracePt t="70209" x="2554288" y="2603500"/>
          <p14:tracePt t="70217" x="2578100" y="2616200"/>
          <p14:tracePt t="70225" x="2616200" y="2616200"/>
          <p14:tracePt t="70235" x="2641600" y="2627313"/>
          <p14:tracePt t="70241" x="2678113" y="2627313"/>
          <p14:tracePt t="70250" x="2690813" y="2640013"/>
          <p14:tracePt t="70257" x="2716213" y="2640013"/>
          <p14:tracePt t="70267" x="2741613" y="2640013"/>
          <p14:tracePt t="70273" x="2754313" y="2640013"/>
          <p14:tracePt t="70289" x="2778125" y="2640013"/>
          <p14:tracePt t="70305" x="2803525" y="2640013"/>
          <p14:tracePt t="70332" x="2816225" y="2640013"/>
          <p14:tracePt t="70338" x="2828925" y="2640013"/>
          <p14:tracePt t="70346" x="2841625" y="2640013"/>
          <p14:tracePt t="70361" x="2854325" y="2640013"/>
          <p14:tracePt t="70369" x="2867025" y="2640013"/>
          <p14:tracePt t="70377" x="2879725" y="2627313"/>
          <p14:tracePt t="70385" x="2879725" y="2616200"/>
          <p14:tracePt t="70417" x="2890838" y="2590800"/>
          <p14:tracePt t="70626" x="2903538" y="2590800"/>
          <p14:tracePt t="70657" x="2916238" y="2590800"/>
          <p14:tracePt t="70667" x="2928938" y="2590800"/>
          <p14:tracePt t="70673" x="2941638" y="2590800"/>
          <p14:tracePt t="70684" x="2954338" y="2590800"/>
          <p14:tracePt t="70714" x="2967038" y="2590800"/>
          <p14:tracePt t="70745" x="2979738" y="2590800"/>
          <p14:tracePt t="70785" x="3003550" y="2590800"/>
          <p14:tracePt t="70969" x="3028950" y="2590800"/>
          <p14:tracePt t="70977" x="3054350" y="2603500"/>
          <p14:tracePt t="70993" x="3067050" y="2603500"/>
          <p14:tracePt t="71001" x="3079750" y="2616200"/>
          <p14:tracePt t="71017" x="3092450" y="2627313"/>
          <p14:tracePt t="71033" x="3103563" y="2640013"/>
          <p14:tracePt t="71041" x="3116263" y="2652713"/>
          <p14:tracePt t="71057" x="3128963" y="2652713"/>
          <p14:tracePt t="71073" x="3128963" y="2665413"/>
          <p14:tracePt t="71089" x="3154363" y="2678113"/>
          <p14:tracePt t="71099" x="3154363" y="2690813"/>
          <p14:tracePt t="71105" x="3167063" y="2690813"/>
          <p14:tracePt t="71121" x="3179763" y="2690813"/>
          <p14:tracePt t="71137" x="3192463" y="2703513"/>
          <p14:tracePt t="71153" x="3205163" y="2703513"/>
          <p14:tracePt t="71193" x="3216275" y="2716213"/>
          <p14:tracePt t="71201" x="3228975" y="2716213"/>
          <p14:tracePt t="71209" x="3241675" y="2716213"/>
          <p14:tracePt t="71217" x="3254375" y="2716213"/>
          <p14:tracePt t="71225" x="3267075" y="2728913"/>
          <p14:tracePt t="71233" x="3279775" y="2728913"/>
          <p14:tracePt t="71241" x="3305175" y="2740025"/>
          <p14:tracePt t="71257" x="3317875" y="2740025"/>
          <p14:tracePt t="71266" x="3341688" y="2752725"/>
          <p14:tracePt t="71273" x="3354388" y="2752725"/>
          <p14:tracePt t="71282" x="3367088" y="2752725"/>
          <p14:tracePt t="71289" x="3392488" y="2752725"/>
          <p14:tracePt t="71299" x="3429000" y="2752725"/>
          <p14:tracePt t="71314" x="3467100" y="2752725"/>
          <p14:tracePt t="71330" x="3492500" y="2752725"/>
          <p14:tracePt t="71337" x="3517900" y="2752725"/>
          <p14:tracePt t="71347" x="3554413" y="2752725"/>
          <p14:tracePt t="71353" x="3592513" y="2740025"/>
          <p14:tracePt t="71361" x="3617913" y="2728913"/>
          <p14:tracePt t="71369" x="3667125" y="2703513"/>
          <p14:tracePt t="71377" x="3679825" y="2703513"/>
          <p14:tracePt t="71385" x="3705225" y="2678113"/>
          <p14:tracePt t="71409" x="3730625" y="2678113"/>
          <p14:tracePt t="71441" x="3743325" y="2678113"/>
          <p14:tracePt t="71458" x="3767138" y="2678113"/>
          <p14:tracePt t="71484" x="3792538" y="2678113"/>
          <p14:tracePt t="71489" x="3805238" y="2690813"/>
          <p14:tracePt t="71500" x="3830638" y="2703513"/>
          <p14:tracePt t="71505" x="3830638" y="2716213"/>
          <p14:tracePt t="71516" x="3830638" y="2740025"/>
          <p14:tracePt t="71521" x="3856038" y="2752725"/>
          <p14:tracePt t="71531" x="3867150" y="2765425"/>
          <p14:tracePt t="71547" x="3879850" y="2778125"/>
          <p14:tracePt t="71553" x="3879850" y="2790825"/>
          <p14:tracePt t="71561" x="3892550" y="2790825"/>
          <p14:tracePt t="71569" x="3905250" y="2803525"/>
          <p14:tracePt t="71585" x="3917950" y="2816225"/>
          <p14:tracePt t="71633" x="3930650" y="2816225"/>
          <p14:tracePt t="71649" x="3943350" y="2816225"/>
          <p14:tracePt t="71657" x="3968750" y="2816225"/>
          <p14:tracePt t="71681" x="3979863" y="2816225"/>
          <p14:tracePt t="71689" x="3992563" y="2816225"/>
          <p14:tracePt t="71705" x="4005263" y="2803525"/>
          <p14:tracePt t="71715" x="4017963" y="2790825"/>
          <p14:tracePt t="71721" x="4030663" y="2790825"/>
          <p14:tracePt t="71737" x="4043363" y="2790825"/>
          <p14:tracePt t="71762" x="4056063" y="2790825"/>
          <p14:tracePt t="71777" x="4068763" y="2790825"/>
          <p14:tracePt t="71793" x="4081463" y="2790825"/>
          <p14:tracePt t="71801" x="4092575" y="2790825"/>
          <p14:tracePt t="71809" x="4117975" y="2790825"/>
          <p14:tracePt t="71825" x="4130675" y="2790825"/>
          <p14:tracePt t="71833" x="4168775" y="2790825"/>
          <p14:tracePt t="71849" x="4192588" y="2790825"/>
          <p14:tracePt t="71865" x="4205288" y="2790825"/>
          <p14:tracePt t="71873" x="4217988" y="2790825"/>
          <p14:tracePt t="71884" x="4230688" y="2790825"/>
          <p14:tracePt t="71889" x="4256088" y="2790825"/>
          <p14:tracePt t="71898" x="4281488" y="2790825"/>
          <p14:tracePt t="71905" x="4294188" y="2790825"/>
          <p14:tracePt t="71915" x="4318000" y="2790825"/>
          <p14:tracePt t="71921" x="4356100" y="2790825"/>
          <p14:tracePt t="71931" x="4368800" y="2778125"/>
          <p14:tracePt t="71937" x="4381500" y="2765425"/>
          <p14:tracePt t="71947" x="4406900" y="2752725"/>
          <p14:tracePt t="71964" x="4430713" y="2740025"/>
          <p14:tracePt t="71977" x="4443413" y="2728913"/>
          <p14:tracePt t="72049" x="4456113" y="2728913"/>
          <p14:tracePt t="72185" x="4468813" y="2728913"/>
          <p14:tracePt t="72281" x="4481513" y="2728913"/>
          <p14:tracePt t="72393" x="4494213" y="2728913"/>
          <p14:tracePt t="72451" x="4506913" y="2728913"/>
          <p14:tracePt t="72459" x="4518025" y="2740025"/>
          <p14:tracePt t="72474" x="4530725" y="2740025"/>
          <p14:tracePt t="72521" x="4543425" y="2752725"/>
          <p14:tracePt t="72835" x="4556125" y="2752725"/>
          <p14:tracePt t="72849" x="4568825" y="2752725"/>
          <p14:tracePt t="72857" x="4581525" y="2765425"/>
          <p14:tracePt t="72873" x="4594225" y="2765425"/>
          <p14:tracePt t="72889" x="4606925" y="2778125"/>
          <p14:tracePt t="72921" x="4619625" y="2790825"/>
          <p14:tracePt t="72953" x="4630738" y="2790825"/>
          <p14:tracePt t="72963" x="4643438" y="2790825"/>
          <p14:tracePt t="72969" x="4656138" y="2803525"/>
          <p14:tracePt t="73017" x="4668838" y="2803525"/>
          <p14:tracePt t="73025" x="4681538" y="2803525"/>
          <p14:tracePt t="73041" x="4694238" y="2803525"/>
          <p14:tracePt t="73049" x="4719638" y="2803525"/>
          <p14:tracePt t="73057" x="4732338" y="2803525"/>
          <p14:tracePt t="73065" x="4743450" y="2803525"/>
          <p14:tracePt t="73073" x="4781550" y="2803525"/>
          <p14:tracePt t="73081" x="4832350" y="2803525"/>
          <p14:tracePt t="73089" x="4868863" y="2803525"/>
          <p14:tracePt t="73097" x="4906963" y="2803525"/>
          <p14:tracePt t="73105" x="4932363" y="2803525"/>
          <p14:tracePt t="73114" x="4968875" y="2803525"/>
          <p14:tracePt t="73121" x="5019675" y="2803525"/>
          <p14:tracePt t="73130" x="5057775" y="2803525"/>
          <p14:tracePt t="73137" x="5081588" y="2803525"/>
          <p14:tracePt t="73147" x="5094288" y="2803525"/>
          <p14:tracePt t="73153" x="5119688" y="2803525"/>
          <p14:tracePt t="73164" x="5145088" y="2816225"/>
          <p14:tracePt t="73179" x="5170488" y="2816225"/>
          <p14:tracePt t="73201" x="5181600" y="2816225"/>
          <p14:tracePt t="73217" x="5207000" y="2816225"/>
          <p14:tracePt t="73225" x="5207000" y="2828925"/>
          <p14:tracePt t="73241" x="5219700" y="2828925"/>
          <p14:tracePt t="73289" x="5245100" y="2828925"/>
          <p14:tracePt t="73297" x="5257800" y="2828925"/>
          <p14:tracePt t="73305" x="5281613" y="2828925"/>
          <p14:tracePt t="73313" x="5307013" y="2828925"/>
          <p14:tracePt t="73321" x="5357813" y="2828925"/>
          <p14:tracePt t="73331" x="5407025" y="2828925"/>
          <p14:tracePt t="73337" x="5495925" y="2828925"/>
          <p14:tracePt t="73347" x="5583238" y="2828925"/>
          <p14:tracePt t="73353" x="5645150" y="2828925"/>
          <p14:tracePt t="73363" x="5745163" y="2828925"/>
          <p14:tracePt t="73369" x="5832475" y="2828925"/>
          <p14:tracePt t="73380" x="5921375" y="2828925"/>
          <p14:tracePt t="73385" x="5983288" y="2840038"/>
          <p14:tracePt t="73396" x="6057900" y="2852738"/>
          <p14:tracePt t="73401" x="6096000" y="2852738"/>
          <p14:tracePt t="73409" x="6146800" y="2852738"/>
          <p14:tracePt t="73417" x="6157913" y="2852738"/>
          <p14:tracePt t="73425" x="6170613" y="2852738"/>
          <p14:tracePt t="73433" x="6183313" y="2852738"/>
          <p14:tracePt t="73441" x="6196013" y="2852738"/>
          <p14:tracePt t="73449" x="6208713" y="2852738"/>
          <p14:tracePt t="73465" x="6221413" y="2852738"/>
          <p14:tracePt t="73481" x="6234113" y="2852738"/>
          <p14:tracePt t="73505" x="6259513" y="2852738"/>
          <p14:tracePt t="73521" x="6270625" y="2852738"/>
          <p14:tracePt t="73529" x="6296025" y="2852738"/>
          <p14:tracePt t="73537" x="6346825" y="2852738"/>
          <p14:tracePt t="73547" x="6370638" y="2852738"/>
          <p14:tracePt t="73553" x="6421438" y="2852738"/>
          <p14:tracePt t="73563" x="6472238" y="2852738"/>
          <p14:tracePt t="73569" x="6521450" y="2852738"/>
          <p14:tracePt t="73579" x="6572250" y="2852738"/>
          <p14:tracePt t="73585" x="6659563" y="2852738"/>
          <p14:tracePt t="73596" x="6684963" y="2852738"/>
          <p14:tracePt t="73601" x="6734175" y="2852738"/>
          <p14:tracePt t="73613" x="6784975" y="2840038"/>
          <p14:tracePt t="73617" x="6884988" y="2828925"/>
          <p14:tracePt t="73625" x="6946900" y="2803525"/>
          <p14:tracePt t="73633" x="6997700" y="2790825"/>
          <p14:tracePt t="73641" x="7072313" y="2790825"/>
          <p14:tracePt t="73649" x="7172325" y="2778125"/>
          <p14:tracePt t="73657" x="7259638" y="2765425"/>
          <p14:tracePt t="73665" x="7310438" y="2765425"/>
          <p14:tracePt t="73673" x="7410450" y="2740025"/>
          <p14:tracePt t="73681" x="7485063" y="2728913"/>
          <p14:tracePt t="73689" x="7535863" y="2728913"/>
          <p14:tracePt t="73697" x="7623175" y="2728913"/>
          <p14:tracePt t="73705" x="7673975" y="2728913"/>
          <p14:tracePt t="73713" x="7723188" y="2728913"/>
          <p14:tracePt t="73721" x="7761288" y="2716213"/>
          <p14:tracePt t="73731" x="7797800" y="2716213"/>
          <p14:tracePt t="73737" x="7823200" y="2690813"/>
          <p14:tracePt t="73746" x="7835900" y="2690813"/>
          <p14:tracePt t="73753" x="7848600" y="2690813"/>
          <p14:tracePt t="73762" x="7861300" y="2690813"/>
          <p14:tracePt t="73779" x="7874000" y="2690813"/>
          <p14:tracePt t="74282" x="7861300" y="2690813"/>
          <p14:tracePt t="74298" x="7848600" y="2690813"/>
          <p14:tracePt t="74313" x="7823200" y="2690813"/>
          <p14:tracePt t="74330" x="7797800" y="2703513"/>
          <p14:tracePt t="74337" x="7785100" y="2703513"/>
          <p14:tracePt t="74346" x="7773988" y="2728913"/>
          <p14:tracePt t="74353" x="7761288" y="2728913"/>
          <p14:tracePt t="74362" x="7723188" y="2740025"/>
          <p14:tracePt t="74369" x="7685088" y="2752725"/>
          <p14:tracePt t="74379" x="7673975" y="2752725"/>
          <p14:tracePt t="74385" x="7635875" y="2765425"/>
          <p14:tracePt t="74395" x="7597775" y="2778125"/>
          <p14:tracePt t="74401" x="7561263" y="2790825"/>
          <p14:tracePt t="74412" x="7535863" y="2790825"/>
          <p14:tracePt t="74417" x="7497763" y="2790825"/>
          <p14:tracePt t="74429" x="7459663" y="2816225"/>
          <p14:tracePt t="74433" x="7435850" y="2828925"/>
          <p14:tracePt t="74441" x="7397750" y="2828925"/>
          <p14:tracePt t="74449" x="7385050" y="2828925"/>
          <p14:tracePt t="74457" x="7372350" y="2840038"/>
          <p14:tracePt t="74465" x="7335838" y="2840038"/>
          <p14:tracePt t="74473" x="7297738" y="2865438"/>
          <p14:tracePt t="74481" x="7272338" y="2865438"/>
          <p14:tracePt t="74489" x="7223125" y="2878138"/>
          <p14:tracePt t="74497" x="7210425" y="2878138"/>
          <p14:tracePt t="74505" x="7172325" y="2890838"/>
          <p14:tracePt t="74513" x="7123113" y="2916238"/>
          <p14:tracePt t="74521" x="7110413" y="2916238"/>
          <p14:tracePt t="74529" x="7034213" y="2928938"/>
          <p14:tracePt t="74537" x="6959600" y="2941638"/>
          <p14:tracePt t="74546" x="6897688" y="2941638"/>
          <p14:tracePt t="74553" x="6784975" y="2965450"/>
          <p14:tracePt t="74562" x="6708775" y="2978150"/>
          <p14:tracePt t="74569" x="6621463" y="2990850"/>
          <p14:tracePt t="74579" x="6508750" y="3003550"/>
          <p14:tracePt t="74585" x="6459538" y="3003550"/>
          <p14:tracePt t="74595" x="6346825" y="3028950"/>
          <p14:tracePt t="74601" x="6334125" y="3028950"/>
          <p14:tracePt t="74611" x="6234113" y="3041650"/>
          <p14:tracePt t="74617" x="6170613" y="3041650"/>
          <p14:tracePt t="74628" x="6096000" y="3041650"/>
          <p14:tracePt t="74633" x="6008688" y="3054350"/>
          <p14:tracePt t="74642" x="5945188" y="3054350"/>
          <p14:tracePt t="74649" x="5895975" y="3054350"/>
          <p14:tracePt t="74657" x="5832475" y="3054350"/>
          <p14:tracePt t="74665" x="5757863" y="3065463"/>
          <p14:tracePt t="74673" x="5683250" y="3065463"/>
          <p14:tracePt t="74681" x="5619750" y="3065463"/>
          <p14:tracePt t="74689" x="5570538" y="3065463"/>
          <p14:tracePt t="74697" x="5495925" y="3065463"/>
          <p14:tracePt t="74705" x="5470525" y="3065463"/>
          <p14:tracePt t="74713" x="5419725" y="3065463"/>
          <p14:tracePt t="74721" x="5383213" y="3065463"/>
          <p14:tracePt t="74729" x="5332413" y="3065463"/>
          <p14:tracePt t="74737" x="5294313" y="3065463"/>
          <p14:tracePt t="74746" x="5270500" y="3065463"/>
          <p14:tracePt t="74753" x="5257800" y="3065463"/>
          <p14:tracePt t="74762" x="5245100" y="3065463"/>
          <p14:tracePt t="74769" x="5232400" y="3065463"/>
          <p14:tracePt t="74875" x="5232400" y="3078163"/>
          <p14:tracePt t="74897" x="5245100" y="3090863"/>
          <p14:tracePt t="74905" x="5270500" y="3090863"/>
          <p14:tracePt t="74913" x="5357813" y="3103563"/>
          <p14:tracePt t="74921" x="5407025" y="3103563"/>
          <p14:tracePt t="74929" x="5495925" y="3116263"/>
          <p14:tracePt t="74937" x="5583238" y="3141663"/>
          <p14:tracePt t="74945" x="5683250" y="3154363"/>
          <p14:tracePt t="74953" x="5783263" y="3165475"/>
          <p14:tracePt t="74961" x="5883275" y="3165475"/>
          <p14:tracePt t="74969" x="5970588" y="3178175"/>
          <p14:tracePt t="74978" x="6057900" y="3178175"/>
          <p14:tracePt t="74985" x="6157913" y="3178175"/>
          <p14:tracePt t="74995" x="6234113" y="3178175"/>
          <p14:tracePt t="75001" x="6308725" y="3178175"/>
          <p14:tracePt t="75011" x="6359525" y="3178175"/>
          <p14:tracePt t="75017" x="6396038" y="3178175"/>
          <p14:tracePt t="75027" x="6446838" y="3178175"/>
          <p14:tracePt t="75043" x="6472238" y="3178175"/>
          <p14:tracePt t="75049" x="6483350" y="3178175"/>
          <p14:tracePt t="75057" x="6508750" y="3165475"/>
          <p14:tracePt t="75073" x="6508750" y="3154363"/>
          <p14:tracePt t="75081" x="6521450" y="3154363"/>
          <p14:tracePt t="75089" x="6534150" y="3141663"/>
          <p14:tracePt t="75097" x="6546850" y="3141663"/>
          <p14:tracePt t="75113" x="6546850" y="3128963"/>
          <p14:tracePt t="75121" x="6559550" y="3116263"/>
          <p14:tracePt t="75153" x="6572250" y="3103563"/>
          <p14:tracePt t="75161" x="6584950" y="3090863"/>
          <p14:tracePt t="75179" x="6584950" y="3078163"/>
          <p14:tracePt t="75457" x="6559550" y="3078163"/>
          <p14:tracePt t="75465" x="6496050" y="3078163"/>
          <p14:tracePt t="75473" x="6459538" y="3116263"/>
          <p14:tracePt t="75481" x="6308725" y="3165475"/>
          <p14:tracePt t="75489" x="6146800" y="3216275"/>
          <p14:tracePt t="75497" x="6021388" y="3254375"/>
          <p14:tracePt t="75505" x="5832475" y="3278188"/>
          <p14:tracePt t="75513" x="5632450" y="3316288"/>
          <p14:tracePt t="75521" x="5457825" y="3328988"/>
          <p14:tracePt t="75529" x="5294313" y="3367088"/>
          <p14:tracePt t="75537" x="5145088" y="3378200"/>
          <p14:tracePt t="75545" x="5006975" y="3429000"/>
          <p14:tracePt t="75553" x="4906963" y="3454400"/>
          <p14:tracePt t="75561" x="4819650" y="3467100"/>
          <p14:tracePt t="75569" x="4768850" y="3490913"/>
          <p14:tracePt t="75579" x="4732338" y="3503613"/>
          <p14:tracePt t="75585" x="4694238" y="3541713"/>
          <p14:tracePt t="75595" x="4668838" y="3541713"/>
          <p14:tracePt t="75601" x="4656138" y="3554413"/>
          <p14:tracePt t="75611" x="4630738" y="3567113"/>
          <p14:tracePt t="75617" x="4606925" y="3590925"/>
          <p14:tracePt t="75627" x="4581525" y="3603625"/>
          <p14:tracePt t="75633" x="4568825" y="3629025"/>
          <p14:tracePt t="75644" x="4556125" y="3629025"/>
          <p14:tracePt t="75649" x="4530725" y="3641725"/>
          <p14:tracePt t="75660" x="4494213" y="3679825"/>
          <p14:tracePt t="75665" x="4481513" y="3679825"/>
          <p14:tracePt t="75673" x="4456113" y="3703638"/>
          <p14:tracePt t="75681" x="4406900" y="3716338"/>
          <p14:tracePt t="75689" x="4368800" y="3741738"/>
          <p14:tracePt t="75697" x="4343400" y="3754438"/>
          <p14:tracePt t="75705" x="4294188" y="3779838"/>
          <p14:tracePt t="75713" x="4230688" y="3792538"/>
          <p14:tracePt t="75721" x="4205288" y="3803650"/>
          <p14:tracePt t="75729" x="4143375" y="3829050"/>
          <p14:tracePt t="75737" x="4068763" y="3854450"/>
          <p14:tracePt t="75745" x="3979863" y="3879850"/>
          <p14:tracePt t="75753" x="3892550" y="3905250"/>
          <p14:tracePt t="75761" x="3779838" y="3954463"/>
          <p14:tracePt t="75769" x="3717925" y="3979863"/>
          <p14:tracePt t="75778" x="3643313" y="3979863"/>
          <p14:tracePt t="75785" x="3567113" y="4017963"/>
          <p14:tracePt t="75794" x="3479800" y="4041775"/>
          <p14:tracePt t="75801" x="3392488" y="4041775"/>
          <p14:tracePt t="75811" x="3341688" y="4067175"/>
          <p14:tracePt t="75817" x="3267075" y="4079875"/>
          <p14:tracePt t="75827" x="3228975" y="4092575"/>
          <p14:tracePt t="75833" x="3179763" y="4105275"/>
          <p14:tracePt t="75842" x="3128963" y="4105275"/>
          <p14:tracePt t="75849" x="3016250" y="4129088"/>
          <p14:tracePt t="75860" x="2967038" y="4129088"/>
          <p14:tracePt t="75865" x="2941638" y="4129088"/>
          <p14:tracePt t="75878" x="2890838" y="4129088"/>
          <p14:tracePt t="75881" x="2841625" y="4129088"/>
          <p14:tracePt t="75889" x="2803525" y="4129088"/>
          <p14:tracePt t="75905" x="2767013" y="4129088"/>
          <p14:tracePt t="75913" x="2728913" y="4117975"/>
          <p14:tracePt t="75921" x="2690813" y="4079875"/>
          <p14:tracePt t="75929" x="2678113" y="4079875"/>
          <p14:tracePt t="75937" x="2616200" y="4029075"/>
          <p14:tracePt t="75945" x="2590800" y="4017963"/>
          <p14:tracePt t="75953" x="2541588" y="3967163"/>
          <p14:tracePt t="75961" x="2516188" y="3941763"/>
          <p14:tracePt t="75969" x="2490788" y="3916363"/>
          <p14:tracePt t="75977" x="2452688" y="3892550"/>
          <p14:tracePt t="75985" x="2441575" y="3879850"/>
          <p14:tracePt t="75995" x="2403475" y="3867150"/>
          <p14:tracePt t="76001" x="2378075" y="3841750"/>
          <p14:tracePt t="76011" x="2365375" y="3829050"/>
          <p14:tracePt t="76017" x="2352675" y="3816350"/>
          <p14:tracePt t="76033" x="2339975" y="3816350"/>
          <p14:tracePt t="76042" x="2328863" y="3816350"/>
          <p14:tracePt t="76049" x="2328863" y="3803650"/>
          <p14:tracePt t="76153" x="2316163" y="3803650"/>
          <p14:tracePt t="76185" x="2303463" y="3803650"/>
          <p14:tracePt t="76497" x="2316163" y="3803650"/>
          <p14:tracePt t="76569" x="2328863" y="3803650"/>
          <p14:tracePt t="76579" x="2352675" y="3803650"/>
          <p14:tracePt t="76586" x="2365375" y="3803650"/>
          <p14:tracePt t="76596" x="2390775" y="3803650"/>
          <p14:tracePt t="76602" x="2428875" y="3792538"/>
          <p14:tracePt t="76610" x="2452688" y="3792538"/>
          <p14:tracePt t="76617" x="2478088" y="3792538"/>
          <p14:tracePt t="76627" x="2516188" y="3792538"/>
          <p14:tracePt t="76633" x="2541588" y="3792538"/>
          <p14:tracePt t="76643" x="2578100" y="3779838"/>
          <p14:tracePt t="76649" x="2590800" y="3779838"/>
          <p14:tracePt t="76659" x="2616200" y="3779838"/>
          <p14:tracePt t="76665" x="2641600" y="3754438"/>
          <p14:tracePt t="76676" x="2654300" y="3754438"/>
          <p14:tracePt t="76681" x="2667000" y="3754438"/>
          <p14:tracePt t="76689" x="2678113" y="3754438"/>
          <p14:tracePt t="76697" x="2690813" y="3754438"/>
          <p14:tracePt t="76737" x="2703513" y="3754438"/>
          <p14:tracePt t="76745" x="2728913" y="3754438"/>
          <p14:tracePt t="76769" x="2741613" y="3754438"/>
          <p14:tracePt t="76780" x="2754313" y="3754438"/>
          <p14:tracePt t="76786" x="2767013" y="3754438"/>
          <p14:tracePt t="76803" x="2790825" y="3754438"/>
          <p14:tracePt t="76811" x="2841625" y="3754438"/>
          <p14:tracePt t="76817" x="2854325" y="3754438"/>
          <p14:tracePt t="76828" x="2890838" y="3754438"/>
          <p14:tracePt t="76834" x="2916238" y="3754438"/>
          <p14:tracePt t="76844" x="2954338" y="3754438"/>
          <p14:tracePt t="76849" x="2979738" y="3754438"/>
          <p14:tracePt t="76859" x="2992438" y="3754438"/>
          <p14:tracePt t="76865" x="3016250" y="3754438"/>
          <p14:tracePt t="76876" x="3028950" y="3754438"/>
          <p14:tracePt t="76891" x="3079750" y="3754438"/>
          <p14:tracePt t="76897" x="3103563" y="3754438"/>
          <p14:tracePt t="76905" x="3116263" y="3754438"/>
          <p14:tracePt t="76913" x="3141663" y="3741738"/>
          <p14:tracePt t="76921" x="3167063" y="3741738"/>
          <p14:tracePt t="76929" x="3179763" y="3741738"/>
          <p14:tracePt t="76945" x="3205163" y="3741738"/>
          <p14:tracePt t="76953" x="3216275" y="3741738"/>
          <p14:tracePt t="76977" x="3241675" y="3741738"/>
          <p14:tracePt t="76985" x="3254375" y="3741738"/>
          <p14:tracePt t="76993" x="3267075" y="3741738"/>
          <p14:tracePt t="77001" x="3305175" y="3741738"/>
          <p14:tracePt t="77009" x="3317875" y="3741738"/>
          <p14:tracePt t="77017" x="3341688" y="3741738"/>
          <p14:tracePt t="77026" x="3367088" y="3741738"/>
          <p14:tracePt t="77033" x="3392488" y="3741738"/>
          <p14:tracePt t="77042" x="3405188" y="3741738"/>
          <p14:tracePt t="77049" x="3417888" y="3741738"/>
          <p14:tracePt t="77059" x="3454400" y="3741738"/>
          <p14:tracePt t="77065" x="3467100" y="3741738"/>
          <p14:tracePt t="77076" x="3479800" y="3741738"/>
          <p14:tracePt t="77081" x="3517900" y="3741738"/>
          <p14:tracePt t="77092" x="3567113" y="3729038"/>
          <p14:tracePt t="77097" x="3592513" y="3716338"/>
          <p14:tracePt t="77106" x="3630613" y="3703638"/>
          <p14:tracePt t="77113" x="3667125" y="3692525"/>
          <p14:tracePt t="77121" x="3717925" y="3679825"/>
          <p14:tracePt t="77129" x="3743325" y="3679825"/>
          <p14:tracePt t="77137" x="3767138" y="3654425"/>
          <p14:tracePt t="77145" x="3817938" y="3641725"/>
          <p14:tracePt t="77153" x="3843338" y="3641725"/>
          <p14:tracePt t="77161" x="3856038" y="3641725"/>
          <p14:tracePt t="77169" x="3867150" y="3641725"/>
          <p14:tracePt t="77177" x="3892550" y="3641725"/>
          <p14:tracePt t="77209" x="3905250" y="3641725"/>
          <p14:tracePt t="77281" x="3917950" y="3641725"/>
          <p14:tracePt t="77297" x="3930650" y="3641725"/>
          <p14:tracePt t="77305" x="3943350" y="3641725"/>
          <p14:tracePt t="77321" x="3956050" y="3641725"/>
          <p14:tracePt t="77329" x="3979863" y="3641725"/>
          <p14:tracePt t="77337" x="3979863" y="3654425"/>
          <p14:tracePt t="77345" x="4017963" y="3679825"/>
          <p14:tracePt t="77353" x="4043363" y="3703638"/>
          <p14:tracePt t="77361" x="4056063" y="3716338"/>
          <p14:tracePt t="77369" x="4081463" y="3741738"/>
          <p14:tracePt t="77377" x="4117975" y="3754438"/>
          <p14:tracePt t="77385" x="4130675" y="3767138"/>
          <p14:tracePt t="77393" x="4143375" y="3767138"/>
          <p14:tracePt t="77409" x="4156075" y="3767138"/>
          <p14:tracePt t="77417" x="4168775" y="3779838"/>
          <p14:tracePt t="77458" x="4181475" y="3779838"/>
          <p14:tracePt t="77513" x="4192588" y="3779838"/>
          <p14:tracePt t="77553" x="4217988" y="3779838"/>
          <p14:tracePt t="77593" x="4230688" y="3779838"/>
          <p14:tracePt t="77609" x="4256088" y="3754438"/>
          <p14:tracePt t="77625" x="4268788" y="3754438"/>
          <p14:tracePt t="77633" x="4294188" y="3741738"/>
          <p14:tracePt t="77649" x="4305300" y="3729038"/>
          <p14:tracePt t="77658" x="4305300" y="3716338"/>
          <p14:tracePt t="77674" x="4318000" y="3703638"/>
          <p14:tracePt t="77681" x="4330700" y="3703638"/>
          <p14:tracePt t="77697" x="4343400" y="3703638"/>
          <p14:tracePt t="78209" x="4356100" y="3703638"/>
          <p14:tracePt t="78251" x="4368800" y="3703638"/>
          <p14:tracePt t="78260" x="4381500" y="3703638"/>
          <p14:tracePt t="78268" x="4394200" y="3703638"/>
          <p14:tracePt t="78281" x="4406900" y="3716338"/>
          <p14:tracePt t="78290" x="4418013" y="3716338"/>
          <p14:tracePt t="78297" x="4430713" y="3729038"/>
          <p14:tracePt t="78307" x="4456113" y="3741738"/>
          <p14:tracePt t="78313" x="4468813" y="3741738"/>
          <p14:tracePt t="78323" x="4481513" y="3754438"/>
          <p14:tracePt t="78329" x="4506913" y="3767138"/>
          <p14:tracePt t="78337" x="4543425" y="3767138"/>
          <p14:tracePt t="78345" x="4581525" y="3792538"/>
          <p14:tracePt t="78353" x="4606925" y="3803650"/>
          <p14:tracePt t="78361" x="4643438" y="3816350"/>
          <p14:tracePt t="78369" x="4694238" y="3816350"/>
          <p14:tracePt t="78377" x="4719638" y="3841750"/>
          <p14:tracePt t="78385" x="4756150" y="3854450"/>
          <p14:tracePt t="78393" x="4794250" y="3854450"/>
          <p14:tracePt t="78401" x="4819650" y="3867150"/>
          <p14:tracePt t="78409" x="4832350" y="3867150"/>
          <p14:tracePt t="78417" x="4856163" y="3867150"/>
          <p14:tracePt t="78425" x="4868863" y="3867150"/>
          <p14:tracePt t="78433" x="4894263" y="3879850"/>
          <p14:tracePt t="78449" x="4906963" y="3879850"/>
          <p14:tracePt t="78474" x="4919663" y="3879850"/>
          <p14:tracePt t="78497" x="4932363" y="3879850"/>
          <p14:tracePt t="78513" x="4956175" y="3879850"/>
          <p14:tracePt t="78537" x="4968875" y="3879850"/>
          <p14:tracePt t="78545" x="4994275" y="3879850"/>
          <p14:tracePt t="78553" x="5006975" y="3879850"/>
          <p14:tracePt t="78561" x="5019675" y="3879850"/>
          <p14:tracePt t="78569" x="5045075" y="3879850"/>
          <p14:tracePt t="78585" x="5068888" y="3879850"/>
          <p14:tracePt t="78593" x="5081588" y="3879850"/>
          <p14:tracePt t="78601" x="5106988" y="3879850"/>
          <p14:tracePt t="78617" x="5132388" y="3879850"/>
          <p14:tracePt t="78625" x="5145088" y="3879850"/>
          <p14:tracePt t="78642" x="5170488" y="3854450"/>
          <p14:tracePt t="78649" x="5181600" y="3854450"/>
          <p14:tracePt t="78657" x="5194300" y="3854450"/>
          <p14:tracePt t="78665" x="5219700" y="3841750"/>
          <p14:tracePt t="78674" x="5232400" y="3841750"/>
          <p14:tracePt t="78681" x="5245100" y="3841750"/>
          <p14:tracePt t="78691" x="5270500" y="3841750"/>
          <p14:tracePt t="78697" x="5294313" y="3841750"/>
          <p14:tracePt t="78707" x="5332413" y="3841750"/>
          <p14:tracePt t="78713" x="5357813" y="3841750"/>
          <p14:tracePt t="78723" x="5370513" y="3841750"/>
          <p14:tracePt t="78729" x="5394325" y="3841750"/>
          <p14:tracePt t="78737" x="5407025" y="3841750"/>
          <p14:tracePt t="78745" x="5419725" y="3841750"/>
          <p14:tracePt t="78753" x="5432425" y="3841750"/>
          <p14:tracePt t="78769" x="5457825" y="3841750"/>
          <p14:tracePt t="78777" x="5483225" y="3841750"/>
          <p14:tracePt t="78793" x="5495925" y="3841750"/>
          <p14:tracePt t="78801" x="5532438" y="3841750"/>
          <p14:tracePt t="78809" x="5570538" y="3841750"/>
          <p14:tracePt t="78817" x="5595938" y="3841750"/>
          <p14:tracePt t="78825" x="5632450" y="3841750"/>
          <p14:tracePt t="78833" x="5670550" y="3841750"/>
          <p14:tracePt t="78841" x="5719763" y="3841750"/>
          <p14:tracePt t="78849" x="5770563" y="3841750"/>
          <p14:tracePt t="78857" x="5808663" y="3841750"/>
          <p14:tracePt t="78865" x="5832475" y="3829050"/>
          <p14:tracePt t="78874" x="5870575" y="3829050"/>
          <p14:tracePt t="78881" x="5908675" y="3829050"/>
          <p14:tracePt t="78891" x="5932488" y="3816350"/>
          <p14:tracePt t="78897" x="5945188" y="3803650"/>
          <p14:tracePt t="78908" x="5957888" y="3803650"/>
          <p14:tracePt t="78913" x="5970588" y="3792538"/>
          <p14:tracePt t="78929" x="5983288" y="3792538"/>
          <p14:tracePt t="78941" x="5995988" y="3767138"/>
          <p14:tracePt t="78953" x="6008688" y="3767138"/>
          <p14:tracePt t="78961" x="6008688" y="3754438"/>
          <p14:tracePt t="78969" x="6008688" y="3729038"/>
          <p14:tracePt t="78977" x="6034088" y="3716338"/>
          <p14:tracePt t="78993" x="6045200" y="3703638"/>
          <p14:tracePt t="79001" x="6057900" y="3692525"/>
          <p14:tracePt t="79217" x="6034088" y="3729038"/>
          <p14:tracePt t="79225" x="5995988" y="3754438"/>
          <p14:tracePt t="79233" x="5945188" y="3792538"/>
          <p14:tracePt t="79241" x="5883275" y="3803650"/>
          <p14:tracePt t="79249" x="5808663" y="3841750"/>
          <p14:tracePt t="79257" x="5719763" y="3867150"/>
          <p14:tracePt t="79265" x="5619750" y="3892550"/>
          <p14:tracePt t="79273" x="5519738" y="3929063"/>
          <p14:tracePt t="79281" x="5432425" y="3929063"/>
          <p14:tracePt t="79291" x="5345113" y="3941763"/>
          <p14:tracePt t="79297" x="5257800" y="3941763"/>
          <p14:tracePt t="79308" x="5170488" y="3967163"/>
          <p14:tracePt t="79313" x="5106988" y="3967163"/>
          <p14:tracePt t="79323" x="5057775" y="3967163"/>
          <p14:tracePt t="79329" x="4968875" y="3967163"/>
          <p14:tracePt t="79340" x="4906963" y="3941763"/>
          <p14:tracePt t="79345" x="4868863" y="3929063"/>
          <p14:tracePt t="79353" x="4806950" y="3905250"/>
          <p14:tracePt t="79361" x="4732338" y="3905250"/>
          <p14:tracePt t="79369" x="4694238" y="3892550"/>
          <p14:tracePt t="79377" x="4643438" y="3892550"/>
          <p14:tracePt t="79385" x="4619625" y="3892550"/>
          <p14:tracePt t="79393" x="4568825" y="3879850"/>
          <p14:tracePt t="79401" x="4530725" y="3879850"/>
          <p14:tracePt t="79409" x="4494213" y="3879850"/>
          <p14:tracePt t="79417" x="4468813" y="3879850"/>
          <p14:tracePt t="79425" x="4443413" y="3867150"/>
          <p14:tracePt t="79433" x="4430713" y="3867150"/>
          <p14:tracePt t="79441" x="4406900" y="3867150"/>
          <p14:tracePt t="79449" x="4394200" y="3867150"/>
          <p14:tracePt t="79457" x="4368800" y="3854450"/>
          <p14:tracePt t="79465" x="4356100" y="3854450"/>
          <p14:tracePt t="79473" x="4343400" y="3854450"/>
          <p14:tracePt t="79491" x="4330700" y="3854450"/>
          <p14:tracePt t="79754" x="4294188" y="3854450"/>
          <p14:tracePt t="79761" x="4281488" y="3854450"/>
          <p14:tracePt t="79772" x="4243388" y="3854450"/>
          <p14:tracePt t="79778" x="4217988" y="3854450"/>
          <p14:tracePt t="79786" x="4192588" y="3854450"/>
          <p14:tracePt t="79794" x="4156075" y="3854450"/>
          <p14:tracePt t="79802" x="4143375" y="3854450"/>
          <p14:tracePt t="79810" x="4117975" y="3854450"/>
          <p14:tracePt t="79817" x="4105275" y="3854450"/>
          <p14:tracePt t="79825" x="4056063" y="3867150"/>
          <p14:tracePt t="79841" x="4030663" y="3867150"/>
          <p14:tracePt t="79849" x="4017963" y="3867150"/>
          <p14:tracePt t="79865" x="4005263" y="3867150"/>
          <p14:tracePt t="79881" x="3992563" y="3867150"/>
          <p14:tracePt t="79890" x="3979863" y="3867150"/>
          <p14:tracePt t="79977" x="3968750" y="3867150"/>
          <p14:tracePt t="79995" x="3956050" y="3867150"/>
          <p14:tracePt t="80011" x="3943350" y="3879850"/>
          <p14:tracePt t="80057" x="3930650" y="3879850"/>
          <p14:tracePt t="80073" x="3917950" y="3879850"/>
          <p14:tracePt t="80121" x="3905250" y="3879850"/>
          <p14:tracePt t="80673" x="3917950" y="3879850"/>
          <p14:tracePt t="80689" x="3930650" y="3879850"/>
          <p14:tracePt t="80697" x="3956050" y="3879850"/>
          <p14:tracePt t="80706" x="3968750" y="3879850"/>
          <p14:tracePt t="80713" x="3979863" y="3879850"/>
          <p14:tracePt t="80722" x="3992563" y="3879850"/>
          <p14:tracePt t="80729" x="4005263" y="3879850"/>
          <p14:tracePt t="80739" x="4017963" y="3879850"/>
          <p14:tracePt t="80745" x="4030663" y="3879850"/>
          <p14:tracePt t="80754" x="4043363" y="3879850"/>
          <p14:tracePt t="80770" x="4056063" y="3867150"/>
          <p14:tracePt t="80777" x="4068763" y="3867150"/>
          <p14:tracePt t="80793" x="4081463" y="3854450"/>
          <p14:tracePt t="80865" x="4092575" y="3841750"/>
          <p14:tracePt t="80873" x="4092575" y="3829050"/>
          <p14:tracePt t="80897" x="4092575" y="3816350"/>
          <p14:tracePt t="80913" x="4092575" y="3803650"/>
          <p14:tracePt t="81081" x="4092575" y="3792538"/>
          <p14:tracePt t="81089" x="4105275" y="3792538"/>
          <p14:tracePt t="81097" x="4130675" y="3803650"/>
          <p14:tracePt t="81105" x="4143375" y="3803650"/>
          <p14:tracePt t="81113" x="4181475" y="3829050"/>
          <p14:tracePt t="81122" x="4192588" y="3829050"/>
          <p14:tracePt t="81129" x="4230688" y="3841750"/>
          <p14:tracePt t="81138" x="4268788" y="3854450"/>
          <p14:tracePt t="81145" x="4294188" y="3867150"/>
          <p14:tracePt t="81155" x="4318000" y="3879850"/>
          <p14:tracePt t="81161" x="4330700" y="3879850"/>
          <p14:tracePt t="81171" x="4356100" y="3879850"/>
          <p14:tracePt t="81177" x="4368800" y="3892550"/>
          <p14:tracePt t="81188" x="4381500" y="3892550"/>
          <p14:tracePt t="81201" x="4406900" y="3892550"/>
          <p14:tracePt t="81225" x="4430713" y="3892550"/>
          <p14:tracePt t="81241" x="4443413" y="3892550"/>
          <p14:tracePt t="81257" x="4456113" y="3892550"/>
          <p14:tracePt t="81265" x="4468813" y="3892550"/>
          <p14:tracePt t="81273" x="4481513" y="3892550"/>
          <p14:tracePt t="81289" x="4506913" y="3892550"/>
          <p14:tracePt t="81297" x="4518025" y="3879850"/>
          <p14:tracePt t="81305" x="4543425" y="3867150"/>
          <p14:tracePt t="81323" x="4568825" y="3867150"/>
          <p14:tracePt t="81329" x="4581525" y="3841750"/>
          <p14:tracePt t="81338" x="4606925" y="3829050"/>
          <p14:tracePt t="81345" x="4619625" y="3829050"/>
          <p14:tracePt t="81355" x="4630738" y="3829050"/>
          <p14:tracePt t="81361" x="4630738" y="3816350"/>
          <p14:tracePt t="81371" x="4643438" y="3816350"/>
          <p14:tracePt t="81377" x="4681538" y="3792538"/>
          <p14:tracePt t="81402" x="4694238" y="3779838"/>
          <p14:tracePt t="81417" x="4694238" y="3767138"/>
          <p14:tracePt t="81569" x="4732338" y="3767138"/>
          <p14:tracePt t="81577" x="4819650" y="3792538"/>
          <p14:tracePt t="81586" x="4894263" y="3816350"/>
          <p14:tracePt t="81594" x="5019675" y="3829050"/>
          <p14:tracePt t="81605" x="5132388" y="3841750"/>
          <p14:tracePt t="81609" x="5281613" y="3867150"/>
          <p14:tracePt t="81618" x="5407025" y="3879850"/>
          <p14:tracePt t="81625" x="5557838" y="3879850"/>
          <p14:tracePt t="81633" x="5683250" y="3905250"/>
          <p14:tracePt t="81641" x="5821363" y="3905250"/>
          <p14:tracePt t="81649" x="5932488" y="3905250"/>
          <p14:tracePt t="81657" x="6034088" y="3905250"/>
          <p14:tracePt t="81665" x="6121400" y="3905250"/>
          <p14:tracePt t="81673" x="6183313" y="3905250"/>
          <p14:tracePt t="81681" x="6259513" y="3905250"/>
          <p14:tracePt t="81689" x="6296025" y="3905250"/>
          <p14:tracePt t="81697" x="6334125" y="3905250"/>
          <p14:tracePt t="81705" x="6346825" y="3905250"/>
          <p14:tracePt t="81713" x="6383338" y="3879850"/>
          <p14:tracePt t="81722" x="6408738" y="3867150"/>
          <p14:tracePt t="81729" x="6434138" y="3867150"/>
          <p14:tracePt t="81738" x="6434138" y="3854450"/>
          <p14:tracePt t="81745" x="6446838" y="3854450"/>
          <p14:tracePt t="81755" x="6446838" y="3841750"/>
          <p14:tracePt t="81761" x="6459538" y="3829050"/>
          <p14:tracePt t="81777" x="6459538" y="3816350"/>
          <p14:tracePt t="81793" x="6459538" y="3803650"/>
          <p14:tracePt t="81804" x="6459538" y="3792538"/>
          <p14:tracePt t="81809" x="6459538" y="3779838"/>
          <p14:tracePt t="81818" x="6446838" y="3754438"/>
          <p14:tracePt t="81825" x="6421438" y="3741738"/>
          <p14:tracePt t="81833" x="6383338" y="3703638"/>
          <p14:tracePt t="81841" x="6346825" y="3692525"/>
          <p14:tracePt t="81849" x="6296025" y="3679825"/>
          <p14:tracePt t="81857" x="6270625" y="3667125"/>
          <p14:tracePt t="81865" x="6221413" y="3667125"/>
          <p14:tracePt t="81887" x="6157913" y="3654425"/>
          <p14:tracePt t="81889" x="6146800" y="3654425"/>
          <p14:tracePt t="81897" x="6134100" y="3654425"/>
          <p14:tracePt t="81905" x="6121400" y="3654425"/>
          <p14:tracePt t="81921" x="6108700" y="3654425"/>
          <p14:tracePt t="81929" x="6108700" y="3667125"/>
          <p14:tracePt t="81937" x="6108700" y="3692525"/>
          <p14:tracePt t="81945" x="6108700" y="3716338"/>
          <p14:tracePt t="81954" x="6134100" y="3779838"/>
          <p14:tracePt t="81961" x="6221413" y="3854450"/>
          <p14:tracePt t="81971" x="6321425" y="3905250"/>
          <p14:tracePt t="81977" x="6434138" y="3941763"/>
          <p14:tracePt t="81987" x="6572250" y="3979863"/>
          <p14:tracePt t="81993" x="6746875" y="4029075"/>
          <p14:tracePt t="82002" x="6934200" y="4041775"/>
          <p14:tracePt t="82009" x="7123113" y="4092575"/>
          <p14:tracePt t="82020" x="7297738" y="4092575"/>
          <p14:tracePt t="82025" x="7510463" y="4105275"/>
          <p14:tracePt t="82033" x="7673975" y="4105275"/>
          <p14:tracePt t="82041" x="7810500" y="4105275"/>
          <p14:tracePt t="82049" x="7910513" y="4105275"/>
          <p14:tracePt t="82057" x="7999413" y="4092575"/>
          <p14:tracePt t="82065" x="8074025" y="4067175"/>
          <p14:tracePt t="82073" x="8099425" y="4029075"/>
          <p14:tracePt t="82081" x="8110538" y="3992563"/>
          <p14:tracePt t="82089" x="8110538" y="3941763"/>
          <p14:tracePt t="82097" x="8110538" y="3892550"/>
          <p14:tracePt t="82105" x="8110538" y="3854450"/>
          <p14:tracePt t="82113" x="8086725" y="3816350"/>
          <p14:tracePt t="82121" x="8035925" y="3754438"/>
          <p14:tracePt t="82129" x="7961313" y="3679825"/>
          <p14:tracePt t="82137" x="7886700" y="3629025"/>
          <p14:tracePt t="82145" x="7735888" y="3554413"/>
          <p14:tracePt t="82155" x="7610475" y="3516313"/>
          <p14:tracePt t="82161" x="7435850" y="3454400"/>
          <p14:tracePt t="82171" x="7297738" y="3454400"/>
          <p14:tracePt t="82177" x="7146925" y="3429000"/>
          <p14:tracePt t="82188" x="7010400" y="3416300"/>
          <p14:tracePt t="82193" x="6884988" y="3416300"/>
          <p14:tracePt t="82205" x="6759575" y="3416300"/>
          <p14:tracePt t="82209" x="6659563" y="3416300"/>
          <p14:tracePt t="82221" x="6559550" y="3416300"/>
          <p14:tracePt t="82225" x="6472238" y="3416300"/>
          <p14:tracePt t="82233" x="6396038" y="3416300"/>
          <p14:tracePt t="82241" x="6321425" y="3467100"/>
          <p14:tracePt t="82249" x="6259513" y="3516313"/>
          <p14:tracePt t="82257" x="6196013" y="3579813"/>
          <p14:tracePt t="82265" x="6157913" y="3641725"/>
          <p14:tracePt t="82273" x="6134100" y="3692525"/>
          <p14:tracePt t="82281" x="6134100" y="3741738"/>
          <p14:tracePt t="82289" x="6134100" y="3792538"/>
          <p14:tracePt t="82297" x="6134100" y="3829050"/>
          <p14:tracePt t="82305" x="6134100" y="3879850"/>
          <p14:tracePt t="82313" x="6183313" y="3941763"/>
          <p14:tracePt t="82321" x="6234113" y="3979863"/>
          <p14:tracePt t="82329" x="6321425" y="4029075"/>
          <p14:tracePt t="82337" x="6421438" y="4067175"/>
          <p14:tracePt t="82345" x="6546850" y="4079875"/>
          <p14:tracePt t="82355" x="6659563" y="4092575"/>
          <p14:tracePt t="82361" x="6821488" y="4092575"/>
          <p14:tracePt t="82371" x="6959600" y="4092575"/>
          <p14:tracePt t="82377" x="7110413" y="4092575"/>
          <p14:tracePt t="82387" x="7259638" y="4092575"/>
          <p14:tracePt t="82393" x="7397750" y="4067175"/>
          <p14:tracePt t="82403" x="7535863" y="4041775"/>
          <p14:tracePt t="82409" x="7610475" y="3992563"/>
          <p14:tracePt t="82420" x="7685088" y="3941763"/>
          <p14:tracePt t="82425" x="7735888" y="3892550"/>
          <p14:tracePt t="82436" x="7748588" y="3841750"/>
          <p14:tracePt t="82441" x="7761288" y="3829050"/>
          <p14:tracePt t="82449" x="7761288" y="3792538"/>
          <p14:tracePt t="82457" x="7761288" y="3754438"/>
          <p14:tracePt t="82465" x="7761288" y="3741738"/>
          <p14:tracePt t="82473" x="7748588" y="3692525"/>
          <p14:tracePt t="82481" x="7723188" y="3679825"/>
          <p14:tracePt t="82489" x="7661275" y="3641725"/>
          <p14:tracePt t="82497" x="7610475" y="3629025"/>
          <p14:tracePt t="82505" x="7523163" y="3579813"/>
          <p14:tracePt t="82513" x="7435850" y="3567113"/>
          <p14:tracePt t="82521" x="7348538" y="3529013"/>
          <p14:tracePt t="82529" x="7235825" y="3529013"/>
          <p14:tracePt t="82537" x="7146925" y="3503613"/>
          <p14:tracePt t="82545" x="7010400" y="3503613"/>
          <p14:tracePt t="82555" x="6897688" y="3503613"/>
          <p14:tracePt t="82561" x="6772275" y="3503613"/>
          <p14:tracePt t="82571" x="6696075" y="3503613"/>
          <p14:tracePt t="82577" x="6646863" y="3503613"/>
          <p14:tracePt t="82587" x="6559550" y="3516313"/>
          <p14:tracePt t="82593" x="6508750" y="3541713"/>
          <p14:tracePt t="82603" x="6483350" y="3567113"/>
          <p14:tracePt t="82609" x="6472238" y="3590925"/>
          <p14:tracePt t="82620" x="6459538" y="3616325"/>
          <p14:tracePt t="82625" x="6459538" y="3654425"/>
          <p14:tracePt t="82636" x="6459538" y="3667125"/>
          <p14:tracePt t="82641" x="6459538" y="3716338"/>
          <p14:tracePt t="82649" x="6459538" y="3754438"/>
          <p14:tracePt t="82657" x="6459538" y="3792538"/>
          <p14:tracePt t="82665" x="6459538" y="3803650"/>
          <p14:tracePt t="82673" x="6483350" y="3816350"/>
          <p14:tracePt t="82681" x="6508750" y="3841750"/>
          <p14:tracePt t="82697" x="6534150" y="3841750"/>
          <p14:tracePt t="82705" x="6559550" y="3854450"/>
          <p14:tracePt t="82713" x="6584950" y="3854450"/>
          <p14:tracePt t="82721" x="6621463" y="3854450"/>
          <p14:tracePt t="82729" x="6646863" y="3854450"/>
          <p14:tracePt t="82737" x="6696075" y="3841750"/>
          <p14:tracePt t="82745" x="6759575" y="3792538"/>
          <p14:tracePt t="82754" x="6834188" y="3741738"/>
          <p14:tracePt t="82761" x="6897688" y="3692525"/>
          <p14:tracePt t="82771" x="6959600" y="3629025"/>
          <p14:tracePt t="82777" x="6972300" y="3603625"/>
          <p14:tracePt t="82787" x="7010400" y="3554413"/>
          <p14:tracePt t="82793" x="7021513" y="3516313"/>
          <p14:tracePt t="82803" x="7021513" y="3503613"/>
          <p14:tracePt t="82809" x="7021513" y="3467100"/>
          <p14:tracePt t="82819" x="7021513" y="3454400"/>
          <p14:tracePt t="82825" x="7021513" y="3416300"/>
          <p14:tracePt t="82835" x="7021513" y="3378200"/>
          <p14:tracePt t="82841" x="6997700" y="3354388"/>
          <p14:tracePt t="82849" x="6985000" y="3328988"/>
          <p14:tracePt t="82857" x="6972300" y="3316288"/>
          <p14:tracePt t="82865" x="6946900" y="3316288"/>
          <p14:tracePt t="82873" x="6921500" y="3303588"/>
          <p14:tracePt t="82886" x="6872288" y="3303588"/>
          <p14:tracePt t="82889" x="6821488" y="3278188"/>
          <p14:tracePt t="82897" x="6772275" y="3278188"/>
          <p14:tracePt t="82905" x="6708775" y="3267075"/>
          <p14:tracePt t="82913" x="6646863" y="3267075"/>
          <p14:tracePt t="82921" x="6584950" y="3267075"/>
          <p14:tracePt t="82929" x="6521450" y="3267075"/>
          <p14:tracePt t="82937" x="6483350" y="3267075"/>
          <p14:tracePt t="82945" x="6446838" y="3267075"/>
          <p14:tracePt t="82953" x="6408738" y="3267075"/>
          <p14:tracePt t="82961" x="6396038" y="3290888"/>
          <p14:tracePt t="82970" x="6370638" y="3316288"/>
          <p14:tracePt t="82977" x="6370638" y="3328988"/>
          <p14:tracePt t="82987" x="6370638" y="3367088"/>
          <p14:tracePt t="82993" x="6370638" y="3416300"/>
          <p14:tracePt t="83004" x="6370638" y="3467100"/>
          <p14:tracePt t="83009" x="6370638" y="3529013"/>
          <p14:tracePt t="83019" x="6434138" y="3603625"/>
          <p14:tracePt t="83025" x="6483350" y="3641725"/>
          <p14:tracePt t="83036" x="6559550" y="3703638"/>
          <p14:tracePt t="83041" x="6672263" y="3741738"/>
          <p14:tracePt t="83049" x="6808788" y="3779838"/>
          <p14:tracePt t="83057" x="6921500" y="3803650"/>
          <p14:tracePt t="83065" x="7059613" y="3829050"/>
          <p14:tracePt t="83073" x="7197725" y="3841750"/>
          <p14:tracePt t="83081" x="7259638" y="3841750"/>
          <p14:tracePt t="83089" x="7385050" y="3841750"/>
          <p14:tracePt t="83097" x="7497763" y="3841750"/>
          <p14:tracePt t="83105" x="7597775" y="3829050"/>
          <p14:tracePt t="83113" x="7685088" y="3803650"/>
          <p14:tracePt t="83121" x="7773988" y="3767138"/>
          <p14:tracePt t="83129" x="7848600" y="3716338"/>
          <p14:tracePt t="83137" x="7897813" y="3679825"/>
          <p14:tracePt t="83145" x="7923213" y="3641725"/>
          <p14:tracePt t="83153" x="7961313" y="3590925"/>
          <p14:tracePt t="83161" x="7961313" y="3541713"/>
          <p14:tracePt t="83170" x="7974013" y="3479800"/>
          <p14:tracePt t="83177" x="7974013" y="3429000"/>
          <p14:tracePt t="83186" x="7974013" y="3390900"/>
          <p14:tracePt t="83193" x="7948613" y="3341688"/>
          <p14:tracePt t="83203" x="7935913" y="3316288"/>
          <p14:tracePt t="83209" x="7897813" y="3267075"/>
          <p14:tracePt t="83219" x="7848600" y="3228975"/>
          <p14:tracePt t="83225" x="7773988" y="3190875"/>
          <p14:tracePt t="83235" x="7673975" y="3165475"/>
          <p14:tracePt t="83241" x="7585075" y="3116263"/>
          <p14:tracePt t="83252" x="7497763" y="3090863"/>
          <p14:tracePt t="83257" x="7372350" y="3090863"/>
          <p14:tracePt t="83265" x="7259638" y="3078163"/>
          <p14:tracePt t="83273" x="7134225" y="3054350"/>
          <p14:tracePt t="83281" x="7021513" y="3054350"/>
          <p14:tracePt t="83289" x="6921500" y="3054350"/>
          <p14:tracePt t="83297" x="6821488" y="3054350"/>
          <p14:tracePt t="83305" x="6708775" y="3054350"/>
          <p14:tracePt t="83313" x="6572250" y="3054350"/>
          <p14:tracePt t="83321" x="6483350" y="3054350"/>
          <p14:tracePt t="83329" x="6396038" y="3078163"/>
          <p14:tracePt t="83337" x="6296025" y="3103563"/>
          <p14:tracePt t="83345" x="6259513" y="3116263"/>
          <p14:tracePt t="83353" x="6183313" y="3141663"/>
          <p14:tracePt t="83361" x="6096000" y="3178175"/>
          <p14:tracePt t="83369" x="6034088" y="3203575"/>
          <p14:tracePt t="83377" x="5983288" y="3241675"/>
          <p14:tracePt t="83386" x="5945188" y="3241675"/>
          <p14:tracePt t="83393" x="5908675" y="3254375"/>
          <p14:tracePt t="83404" x="5870575" y="3290888"/>
          <p14:tracePt t="83409" x="5857875" y="3290888"/>
          <p14:tracePt t="83420" x="5832475" y="3290888"/>
          <p14:tracePt t="83425" x="5821363" y="3290888"/>
          <p14:tracePt t="83436" x="5808663" y="3303588"/>
          <p14:tracePt t="83441" x="5795963" y="3303588"/>
          <p14:tracePt t="83457" x="5770563" y="3316288"/>
          <p14:tracePt t="83473" x="5757863" y="3316288"/>
          <p14:tracePt t="83489" x="5745163" y="3328988"/>
          <p14:tracePt t="83521" x="5719763" y="3328988"/>
          <p14:tracePt t="83529" x="5719763" y="3341688"/>
          <p14:tracePt t="83537" x="5708650" y="3354388"/>
          <p14:tracePt t="83553" x="5708650" y="3367088"/>
          <p14:tracePt t="83561" x="5695950" y="3378200"/>
          <p14:tracePt t="83577" x="5683250" y="3403600"/>
          <p14:tracePt t="83586" x="5670550" y="3403600"/>
          <p14:tracePt t="83593" x="5670550" y="3416300"/>
          <p14:tracePt t="83609" x="5657850" y="3429000"/>
          <p14:tracePt t="83625" x="5645150" y="3441700"/>
          <p14:tracePt t="83635" x="5632450" y="3454400"/>
          <p14:tracePt t="83651" x="5619750" y="3467100"/>
          <p14:tracePt t="83657" x="5607050" y="3479800"/>
          <p14:tracePt t="83673" x="5595938" y="3479800"/>
          <p14:tracePt t="83681" x="5570538" y="3479800"/>
          <p14:tracePt t="83689" x="5557838" y="3479800"/>
          <p14:tracePt t="83697" x="5519738" y="3490913"/>
          <p14:tracePt t="83705" x="5457825" y="3516313"/>
          <p14:tracePt t="83713" x="5419725" y="3529013"/>
          <p14:tracePt t="83721" x="5370513" y="3541713"/>
          <p14:tracePt t="83729" x="5332413" y="3541713"/>
          <p14:tracePt t="83737" x="5245100" y="3590925"/>
          <p14:tracePt t="83745" x="5207000" y="3603625"/>
          <p14:tracePt t="83753" x="5145088" y="3641725"/>
          <p14:tracePt t="83761" x="5094288" y="3654425"/>
          <p14:tracePt t="83769" x="5068888" y="3667125"/>
          <p14:tracePt t="83777" x="5019675" y="3679825"/>
          <p14:tracePt t="83786" x="5006975" y="3679825"/>
          <p14:tracePt t="83793" x="4981575" y="3679825"/>
          <p14:tracePt t="83802" x="4968875" y="3692525"/>
          <p14:tracePt t="83809" x="4945063" y="3692525"/>
          <p14:tracePt t="83819" x="4932363" y="3692525"/>
          <p14:tracePt t="83825" x="4894263" y="3692525"/>
          <p14:tracePt t="83836" x="4856163" y="3692525"/>
          <p14:tracePt t="83841" x="4832350" y="3692525"/>
          <p14:tracePt t="83852" x="4794250" y="3679825"/>
          <p14:tracePt t="83857" x="4756150" y="3667125"/>
          <p14:tracePt t="83868" x="4694238" y="3667125"/>
          <p14:tracePt t="83873" x="4656138" y="3667125"/>
          <p14:tracePt t="83886" x="4581525" y="3641725"/>
          <p14:tracePt t="83889" x="4543425" y="3629025"/>
          <p14:tracePt t="83897" x="4481513" y="3629025"/>
          <p14:tracePt t="83905" x="4430713" y="3629025"/>
          <p14:tracePt t="83913" x="4381500" y="3629025"/>
          <p14:tracePt t="83921" x="4343400" y="3616325"/>
          <p14:tracePt t="83929" x="4305300" y="3590925"/>
          <p14:tracePt t="83937" x="4294188" y="3590925"/>
          <p14:tracePt t="83945" x="4268788" y="3590925"/>
          <p14:tracePt t="83954" x="4243388" y="3579813"/>
          <p14:tracePt t="83963" x="4243388" y="3554413"/>
          <p14:tracePt t="83970" x="4217988" y="3541713"/>
          <p14:tracePt t="83977" x="4217988" y="3529013"/>
          <p14:tracePt t="83986" x="4192588" y="3503613"/>
          <p14:tracePt t="83993" x="4181475" y="3490913"/>
          <p14:tracePt t="84002" x="4181475" y="3467100"/>
          <p14:tracePt t="84009" x="4181475" y="3454400"/>
          <p14:tracePt t="84018" x="4156075" y="3441700"/>
          <p14:tracePt t="84025" x="4156075" y="3429000"/>
          <p14:tracePt t="84035" x="4156075" y="3416300"/>
          <p14:tracePt t="84041" x="4156075" y="3390900"/>
          <p14:tracePt t="84057" x="4156075" y="3354388"/>
          <p14:tracePt t="84067" x="4156075" y="3341688"/>
          <p14:tracePt t="84073" x="4156075" y="3303588"/>
          <p14:tracePt t="84081" x="4156075" y="3267075"/>
          <p14:tracePt t="84089" x="4168775" y="3228975"/>
          <p14:tracePt t="84097" x="4205288" y="3154363"/>
          <p14:tracePt t="84105" x="4256088" y="3054350"/>
          <p14:tracePt t="84113" x="4294188" y="3003550"/>
          <p14:tracePt t="84121" x="4343400" y="2941638"/>
          <p14:tracePt t="84129" x="4381500" y="2878138"/>
          <p14:tracePt t="84137" x="4456113" y="2803525"/>
          <p14:tracePt t="84145" x="4494213" y="2752725"/>
          <p14:tracePt t="84153" x="4543425" y="2716213"/>
          <p14:tracePt t="84161" x="4619625" y="2652713"/>
          <p14:tracePt t="84169" x="4732338" y="2578100"/>
          <p14:tracePt t="84177" x="4819650" y="2540000"/>
          <p14:tracePt t="84185" x="4919663" y="2490788"/>
          <p14:tracePt t="84193" x="5045075" y="2439988"/>
          <p14:tracePt t="84203" x="5170488" y="2390775"/>
          <p14:tracePt t="84209" x="5257800" y="2365375"/>
          <p14:tracePt t="84219" x="5394325" y="2339975"/>
          <p14:tracePt t="84225" x="5532438" y="2303463"/>
          <p14:tracePt t="84235" x="5645150" y="2290763"/>
          <p14:tracePt t="84241" x="5783263" y="2278063"/>
          <p14:tracePt t="84251" x="5921375" y="2252663"/>
          <p14:tracePt t="84257" x="5970588" y="2252663"/>
          <p14:tracePt t="84269" x="6083300" y="2252663"/>
          <p14:tracePt t="84273" x="6170613" y="2252663"/>
          <p14:tracePt t="84281" x="6270625" y="2252663"/>
          <p14:tracePt t="84289" x="6396038" y="2252663"/>
          <p14:tracePt t="84297" x="6508750" y="2252663"/>
          <p14:tracePt t="84305" x="6608763" y="2252663"/>
          <p14:tracePt t="84313" x="6721475" y="2252663"/>
          <p14:tracePt t="84321" x="6846888" y="2278063"/>
          <p14:tracePt t="84329" x="6946900" y="2314575"/>
          <p14:tracePt t="84337" x="7085013" y="2365375"/>
          <p14:tracePt t="84345" x="7172325" y="2390775"/>
          <p14:tracePt t="84353" x="7285038" y="2465388"/>
          <p14:tracePt t="84361" x="7397750" y="2503488"/>
          <p14:tracePt t="84369" x="7472363" y="2540000"/>
          <p14:tracePt t="84377" x="7548563" y="2590800"/>
          <p14:tracePt t="84385" x="7610475" y="2652713"/>
          <p14:tracePt t="84393" x="7673975" y="2690813"/>
          <p14:tracePt t="84402" x="7723188" y="2752725"/>
          <p14:tracePt t="84409" x="7748588" y="2790825"/>
          <p14:tracePt t="84418" x="7773988" y="2852738"/>
          <p14:tracePt t="84425" x="7810500" y="2903538"/>
          <p14:tracePt t="84434" x="7810500" y="2952750"/>
          <p14:tracePt t="84441" x="7823200" y="2990850"/>
          <p14:tracePt t="84451" x="7823200" y="3054350"/>
          <p14:tracePt t="84457" x="7823200" y="3090863"/>
          <p14:tracePt t="84468" x="7823200" y="3141663"/>
          <p14:tracePt t="84473" x="7823200" y="3178175"/>
          <p14:tracePt t="84484" x="7823200" y="3228975"/>
          <p14:tracePt t="84489" x="7823200" y="3267075"/>
          <p14:tracePt t="84497" x="7810500" y="3303588"/>
          <p14:tracePt t="84505" x="7785100" y="3328988"/>
          <p14:tracePt t="84513" x="7748588" y="3367088"/>
          <p14:tracePt t="84521" x="7723188" y="3403600"/>
          <p14:tracePt t="84529" x="7661275" y="3441700"/>
          <p14:tracePt t="84537" x="7585075" y="3479800"/>
          <p14:tracePt t="84545" x="7497763" y="3541713"/>
          <p14:tracePt t="84553" x="7410450" y="3567113"/>
          <p14:tracePt t="84561" x="7323138" y="3579813"/>
          <p14:tracePt t="84569" x="7185025" y="3616325"/>
          <p14:tracePt t="84577" x="7059613" y="3641725"/>
          <p14:tracePt t="84585" x="6910388" y="3667125"/>
          <p14:tracePt t="84593" x="6746875" y="3679825"/>
          <p14:tracePt t="84602" x="6596063" y="3692525"/>
          <p14:tracePt t="84609" x="6446838" y="3741738"/>
          <p14:tracePt t="84619" x="6321425" y="3741738"/>
          <p14:tracePt t="84625" x="6270625" y="3741738"/>
          <p14:tracePt t="84635" x="6196013" y="3741738"/>
          <p14:tracePt t="84641" x="6096000" y="3741738"/>
          <p14:tracePt t="84652" x="6021388" y="3741738"/>
          <p14:tracePt t="84657" x="5970588" y="3754438"/>
          <p14:tracePt t="84668" x="5921375" y="3754438"/>
          <p14:tracePt t="84673" x="5895975" y="3754438"/>
          <p14:tracePt t="84684" x="5870575" y="3754438"/>
          <p14:tracePt t="84689" x="5832475" y="3754438"/>
          <p14:tracePt t="84705" x="5821363" y="3754438"/>
          <p14:tracePt t="84713" x="5808663" y="3754438"/>
          <p14:tracePt t="84721" x="5795963" y="3754438"/>
          <p14:tracePt t="84729" x="5783263" y="3767138"/>
          <p14:tracePt t="84793" x="5770563" y="3767138"/>
          <p14:tracePt t="84801" x="5757863" y="3767138"/>
          <p14:tracePt t="85057" x="5783263" y="3767138"/>
          <p14:tracePt t="85066" x="5795963" y="3767138"/>
          <p14:tracePt t="85073" x="5821363" y="3767138"/>
          <p14:tracePt t="85082" x="5832475" y="3767138"/>
          <p14:tracePt t="85089" x="5870575" y="3754438"/>
          <p14:tracePt t="85101" x="5883275" y="3754438"/>
          <p14:tracePt t="85105" x="5908675" y="3754438"/>
          <p14:tracePt t="85113" x="5921375" y="3741738"/>
          <p14:tracePt t="85121" x="5957888" y="3741738"/>
          <p14:tracePt t="85129" x="5970588" y="3741738"/>
          <p14:tracePt t="85145" x="5995988" y="3741738"/>
          <p14:tracePt t="85161" x="6008688" y="3741738"/>
          <p14:tracePt t="85169" x="6021388" y="3741738"/>
          <p14:tracePt t="85177" x="6034088" y="3741738"/>
          <p14:tracePt t="85185" x="6045200" y="3741738"/>
          <p14:tracePt t="85193" x="6083300" y="3741738"/>
          <p14:tracePt t="85209" x="6108700" y="3741738"/>
          <p14:tracePt t="85217" x="6121400" y="3741738"/>
          <p14:tracePt t="85234" x="6157913" y="3741738"/>
          <p14:tracePt t="85409" x="6146800" y="3741738"/>
          <p14:tracePt t="85417" x="6121400" y="3741738"/>
          <p14:tracePt t="85425" x="6083300" y="3741738"/>
          <p14:tracePt t="85433" x="6045200" y="3741738"/>
          <p14:tracePt t="85441" x="6021388" y="3741738"/>
          <p14:tracePt t="85451" x="5983288" y="3729038"/>
          <p14:tracePt t="85457" x="5921375" y="3703638"/>
          <p14:tracePt t="85468" x="5908675" y="3692525"/>
          <p14:tracePt t="85473" x="5895975" y="3679825"/>
          <p14:tracePt t="85484" x="5883275" y="3679825"/>
          <p14:tracePt t="85489" x="5883275" y="3667125"/>
          <p14:tracePt t="85500" x="5883275" y="3654425"/>
          <p14:tracePt t="85505" x="5870575" y="3654425"/>
          <p14:tracePt t="85521" x="5870575" y="3641725"/>
          <p14:tracePt t="85529" x="5870575" y="3629025"/>
          <p14:tracePt t="85537" x="5870575" y="3616325"/>
          <p14:tracePt t="85553" x="5870575" y="3590925"/>
          <p14:tracePt t="85561" x="5870575" y="3579813"/>
          <p14:tracePt t="85569" x="5870575" y="3567113"/>
          <p14:tracePt t="85577" x="5870575" y="3541713"/>
          <p14:tracePt t="85585" x="5870575" y="3529013"/>
          <p14:tracePt t="85593" x="5908675" y="3490913"/>
          <p14:tracePt t="85601" x="5932488" y="3490913"/>
          <p14:tracePt t="85609" x="5970588" y="3467100"/>
          <p14:tracePt t="85617" x="6034088" y="3441700"/>
          <p14:tracePt t="85625" x="6057900" y="3429000"/>
          <p14:tracePt t="85633" x="6108700" y="3429000"/>
          <p14:tracePt t="85641" x="6157913" y="3429000"/>
          <p14:tracePt t="85650" x="6208713" y="3416300"/>
          <p14:tracePt t="85657" x="6283325" y="3416300"/>
          <p14:tracePt t="85667" x="6359525" y="3416300"/>
          <p14:tracePt t="85673" x="6421438" y="3416300"/>
          <p14:tracePt t="85683" x="6459538" y="3416300"/>
          <p14:tracePt t="85689" x="6521450" y="3416300"/>
          <p14:tracePt t="85699" x="6546850" y="3416300"/>
          <p14:tracePt t="85705" x="6559550" y="3416300"/>
          <p14:tracePt t="85715" x="6572250" y="3416300"/>
          <p14:tracePt t="85721" x="6608763" y="3416300"/>
          <p14:tracePt t="85737" x="6621463" y="3429000"/>
          <p14:tracePt t="85745" x="6621463" y="3441700"/>
          <p14:tracePt t="85753" x="6621463" y="3454400"/>
          <p14:tracePt t="85761" x="6621463" y="3467100"/>
          <p14:tracePt t="85769" x="6621463" y="3479800"/>
          <p14:tracePt t="85777" x="6646863" y="3516313"/>
          <p14:tracePt t="85793" x="6646863" y="3541713"/>
          <p14:tracePt t="85801" x="6646863" y="3554413"/>
          <p14:tracePt t="85809" x="6646863" y="3567113"/>
          <p14:tracePt t="85817" x="6646863" y="3590925"/>
          <p14:tracePt t="85825" x="6634163" y="3629025"/>
          <p14:tracePt t="85833" x="6584950" y="3667125"/>
          <p14:tracePt t="85841" x="6559550" y="3692525"/>
          <p14:tracePt t="85850" x="6483350" y="3729038"/>
          <p14:tracePt t="85857" x="6434138" y="3767138"/>
          <p14:tracePt t="85867" x="6334125" y="3816350"/>
          <p14:tracePt t="85884" x="6157913" y="3867150"/>
          <p14:tracePt t="85889" x="6034088" y="3879850"/>
          <p14:tracePt t="85900" x="5932488" y="3892550"/>
          <p14:tracePt t="85905" x="5832475" y="3892550"/>
          <p14:tracePt t="85916" x="5732463" y="3892550"/>
          <p14:tracePt t="85921" x="5670550" y="3892550"/>
          <p14:tracePt t="85929" x="5583238" y="3892550"/>
          <p14:tracePt t="85937" x="5532438" y="3892550"/>
          <p14:tracePt t="85945" x="5495925" y="3892550"/>
          <p14:tracePt t="85953" x="5445125" y="3892550"/>
          <p14:tracePt t="85961" x="5419725" y="3892550"/>
          <p14:tracePt t="85969" x="5407025" y="3892550"/>
          <p14:tracePt t="85977" x="5407025" y="3879850"/>
          <p14:tracePt t="86074" x="5394325" y="3879850"/>
          <p14:tracePt t="86082" x="5383213" y="3879850"/>
          <p14:tracePt t="86105" x="5370513" y="3867150"/>
          <p14:tracePt t="86115" x="5357813" y="3854450"/>
          <p14:tracePt t="86130" x="5332413" y="3829050"/>
          <p14:tracePt t="86145" x="5319713" y="3829050"/>
          <p14:tracePt t="86161" x="5307013" y="3829050"/>
          <p14:tracePt t="86185" x="5294313" y="3816350"/>
          <p14:tracePt t="86201" x="5281613" y="3803650"/>
          <p14:tracePt t="86217" x="5257800" y="3803650"/>
          <p14:tracePt t="86225" x="5257800" y="3792538"/>
          <p14:tracePt t="86233" x="5245100" y="3792538"/>
          <p14:tracePt t="86241" x="5232400" y="3792538"/>
          <p14:tracePt t="86257" x="5219700" y="3792538"/>
          <p14:tracePt t="86267" x="5194300" y="3792538"/>
          <p14:tracePt t="86273" x="5181600" y="3767138"/>
          <p14:tracePt t="86289" x="5170488" y="3767138"/>
          <p14:tracePt t="86305" x="5145088" y="3754438"/>
          <p14:tracePt t="86363" x="5145088" y="3741738"/>
          <p14:tracePt t="86380" x="5145088" y="3729038"/>
          <p14:tracePt t="86393" x="5145088" y="3716338"/>
          <p14:tracePt t="86409" x="5145088" y="3703638"/>
          <p14:tracePt t="86417" x="5145088" y="3692525"/>
          <p14:tracePt t="86716" x="5145088" y="3679825"/>
          <p14:tracePt t="86734" x="5181600" y="3692525"/>
          <p14:tracePt t="86737" x="5194300" y="3692525"/>
          <p14:tracePt t="86749" x="5207000" y="3692525"/>
          <p14:tracePt t="86753" x="5232400" y="3703638"/>
          <p14:tracePt t="86762" x="5232400" y="3716338"/>
          <p14:tracePt t="87090" x="5245100" y="3716338"/>
          <p14:tracePt t="87187" x="5245100" y="3729038"/>
          <p14:tracePt t="87249" x="5245100" y="3741738"/>
          <p14:tracePt t="87305" x="5245100" y="3754438"/>
          <p14:tracePt t="87849" x="5245100" y="3779838"/>
          <p14:tracePt t="88179" x="5232400" y="3779838"/>
          <p14:tracePt t="88241" x="5219700" y="3779838"/>
          <p14:tracePt t="91833" x="5219700" y="3767138"/>
          <p14:tracePt t="91858" x="5219700" y="3754438"/>
          <p14:tracePt t="91890" x="5219700" y="3741738"/>
          <p14:tracePt t="91899" x="5219700" y="3729038"/>
          <p14:tracePt t="91906" x="5232400" y="3729038"/>
          <p14:tracePt t="91937" x="5232400" y="3703638"/>
          <p14:tracePt t="92001" x="5232400" y="3692525"/>
          <p14:tracePt t="92017" x="5232400" y="3679825"/>
          <p14:tracePt t="92033" x="5219700" y="3667125"/>
          <p14:tracePt t="92049" x="5207000" y="3667125"/>
          <p14:tracePt t="92058" x="5194300" y="3667125"/>
          <p14:tracePt t="92065" x="5181600" y="3667125"/>
          <p14:tracePt t="92073" x="5157788" y="3667125"/>
          <p14:tracePt t="92081" x="5132388" y="3654425"/>
          <p14:tracePt t="92089" x="5094288" y="3654425"/>
          <p14:tracePt t="92097" x="5045075" y="3641725"/>
          <p14:tracePt t="92105" x="4994275" y="3641725"/>
          <p14:tracePt t="92113" x="4945063" y="3629025"/>
          <p14:tracePt t="92121" x="4868863" y="3629025"/>
          <p14:tracePt t="92129" x="4794250" y="3629025"/>
          <p14:tracePt t="92137" x="4719638" y="3616325"/>
          <p14:tracePt t="92145" x="4668838" y="3603625"/>
          <p14:tracePt t="92153" x="4630738" y="3603625"/>
          <p14:tracePt t="92161" x="4594225" y="3590925"/>
          <p14:tracePt t="92169" x="4543425" y="3590925"/>
          <p14:tracePt t="92177" x="4506913" y="3590925"/>
          <p14:tracePt t="92185" x="4456113" y="3590925"/>
          <p14:tracePt t="92194" x="4418013" y="3590925"/>
          <p14:tracePt t="92201" x="4381500" y="3590925"/>
          <p14:tracePt t="92210" x="4368800" y="3590925"/>
          <p14:tracePt t="92227" x="4343400" y="3590925"/>
          <p14:tracePt t="92233" x="4318000" y="3590925"/>
          <p14:tracePt t="92243" x="4281488" y="3590925"/>
          <p14:tracePt t="92249" x="4256088" y="3590925"/>
          <p14:tracePt t="92259" x="4243388" y="3603625"/>
          <p14:tracePt t="92265" x="4217988" y="3603625"/>
          <p14:tracePt t="92275" x="4192588" y="3616325"/>
          <p14:tracePt t="92281" x="4168775" y="3616325"/>
          <p14:tracePt t="92297" x="4156075" y="3616325"/>
          <p14:tracePt t="92305" x="4143375" y="3616325"/>
          <p14:tracePt t="92321" x="4130675" y="3616325"/>
          <p14:tracePt t="92345" x="4105275" y="3641725"/>
          <p14:tracePt t="92361" x="4092575" y="3641725"/>
          <p14:tracePt t="92377" x="4081463" y="3654425"/>
          <p14:tracePt t="92385" x="4043363" y="3667125"/>
          <p14:tracePt t="92401" x="4030663" y="3667125"/>
          <p14:tracePt t="92410" x="4017963" y="3679825"/>
          <p14:tracePt t="92417" x="4005263" y="3692525"/>
          <p14:tracePt t="92428" x="3992563" y="3692525"/>
          <p14:tracePt t="92444" x="3968750" y="3703638"/>
          <p14:tracePt t="92449" x="3943350" y="3716338"/>
          <p14:tracePt t="92460" x="3943350" y="3729038"/>
          <p14:tracePt t="92465" x="3917950" y="3729038"/>
          <p14:tracePt t="92475" x="3917950" y="3741738"/>
          <p14:tracePt t="92481" x="3892550" y="3767138"/>
          <p14:tracePt t="92490" x="3867150" y="3779838"/>
          <p14:tracePt t="92497" x="3843338" y="3803650"/>
          <p14:tracePt t="92505" x="3817938" y="3816350"/>
          <p14:tracePt t="92513" x="3792538" y="3829050"/>
          <p14:tracePt t="92521" x="3756025" y="3854450"/>
          <p14:tracePt t="92529" x="3743325" y="3867150"/>
          <p14:tracePt t="92537" x="3705225" y="3905250"/>
          <p14:tracePt t="92545" x="3679825" y="3916363"/>
          <p14:tracePt t="92553" x="3630613" y="3941763"/>
          <p14:tracePt t="92561" x="3605213" y="3954463"/>
          <p14:tracePt t="92569" x="3579813" y="3967163"/>
          <p14:tracePt t="92577" x="3517900" y="4005263"/>
          <p14:tracePt t="92585" x="3479800" y="4005263"/>
          <p14:tracePt t="92594" x="3417888" y="4005263"/>
          <p14:tracePt t="92601" x="3392488" y="4005263"/>
          <p14:tracePt t="92610" x="3354388" y="4005263"/>
          <p14:tracePt t="92617" x="3341688" y="4005263"/>
          <p14:tracePt t="92626" x="3292475" y="4005263"/>
          <p14:tracePt t="92633" x="3254375" y="4017963"/>
          <p14:tracePt t="92643" x="3216275" y="4029075"/>
          <p14:tracePt t="92649" x="3192463" y="4029075"/>
          <p14:tracePt t="92659" x="3154363" y="4029075"/>
          <p14:tracePt t="92665" x="3116263" y="4054475"/>
          <p14:tracePt t="92674" x="3079750" y="4054475"/>
          <p14:tracePt t="92681" x="3054350" y="4054475"/>
          <p14:tracePt t="92690" x="3028950" y="4054475"/>
          <p14:tracePt t="92697" x="3016250" y="4054475"/>
          <p14:tracePt t="92705" x="2992438" y="4054475"/>
          <p14:tracePt t="92713" x="2979738" y="4054475"/>
          <p14:tracePt t="92721" x="2967038" y="4054475"/>
          <p14:tracePt t="92729" x="2967038" y="4041775"/>
          <p14:tracePt t="92745" x="2954338" y="4041775"/>
          <p14:tracePt t="92817" x="2941638" y="4041775"/>
          <p14:tracePt t="92850" x="2941638" y="4029075"/>
          <p14:tracePt t="92860" x="2941638" y="4005263"/>
          <p14:tracePt t="92865" x="2941638" y="3967163"/>
          <p14:tracePt t="92877" x="2954338" y="3954463"/>
          <p14:tracePt t="92881" x="2992438" y="3929063"/>
          <p14:tracePt t="92893" x="3041650" y="3892550"/>
          <p14:tracePt t="92897" x="3092450" y="3854450"/>
          <p14:tracePt t="92905" x="3128963" y="3829050"/>
          <p14:tracePt t="92913" x="3167063" y="3792538"/>
          <p14:tracePt t="92921" x="3192463" y="3779838"/>
          <p14:tracePt t="92929" x="3216275" y="3754438"/>
          <p14:tracePt t="92937" x="3254375" y="3741738"/>
          <p14:tracePt t="92946" x="3317875" y="3729038"/>
          <p14:tracePt t="92953" x="3367088" y="3716338"/>
          <p14:tracePt t="92961" x="3454400" y="3703638"/>
          <p14:tracePt t="92969" x="3517900" y="3703638"/>
          <p14:tracePt t="92977" x="3592513" y="3703638"/>
          <p14:tracePt t="92985" x="3643313" y="3703638"/>
          <p14:tracePt t="92993" x="3705225" y="3692525"/>
          <p14:tracePt t="93001" x="3817938" y="3667125"/>
          <p14:tracePt t="93009" x="3879850" y="3667125"/>
          <p14:tracePt t="93017" x="3930650" y="3667125"/>
          <p14:tracePt t="93026" x="4030663" y="3667125"/>
          <p14:tracePt t="93033" x="4117975" y="3654425"/>
          <p14:tracePt t="93042" x="4192588" y="3654425"/>
          <p14:tracePt t="93049" x="4243388" y="3654425"/>
          <p14:tracePt t="93058" x="4318000" y="3654425"/>
          <p14:tracePt t="93065" x="4381500" y="3654425"/>
          <p14:tracePt t="93076" x="4443413" y="3654425"/>
          <p14:tracePt t="93081" x="4494213" y="3654425"/>
          <p14:tracePt t="93090" x="4543425" y="3654425"/>
          <p14:tracePt t="93097" x="4581525" y="3654425"/>
          <p14:tracePt t="93105" x="4630738" y="3654425"/>
          <p14:tracePt t="93113" x="4656138" y="3654425"/>
          <p14:tracePt t="93121" x="4694238" y="3654425"/>
          <p14:tracePt t="93129" x="4732338" y="3654425"/>
          <p14:tracePt t="93137" x="4756150" y="3654425"/>
          <p14:tracePt t="93145" x="4781550" y="3654425"/>
          <p14:tracePt t="93177" x="4794250" y="3654425"/>
          <p14:tracePt t="93193" x="4806950" y="3654425"/>
          <p14:tracePt t="93233" x="4819650" y="3654425"/>
          <p14:tracePt t="93249" x="4832350" y="3654425"/>
          <p14:tracePt t="93259" x="4843463" y="3654425"/>
          <p14:tracePt t="93265" x="4856163" y="3654425"/>
          <p14:tracePt t="93281" x="4868863" y="3654425"/>
          <p14:tracePt t="93289" x="4906963" y="3654425"/>
          <p14:tracePt t="93297" x="4932363" y="3654425"/>
          <p14:tracePt t="93308" x="4956175" y="3641725"/>
          <p14:tracePt t="93313" x="4981575" y="3629025"/>
          <p14:tracePt t="93321" x="5045075" y="3616325"/>
          <p14:tracePt t="93329" x="5068888" y="3603625"/>
          <p14:tracePt t="93337" x="5132388" y="3590925"/>
          <p14:tracePt t="93345" x="5157788" y="3590925"/>
          <p14:tracePt t="93353" x="5207000" y="3579813"/>
          <p14:tracePt t="93361" x="5232400" y="3579813"/>
          <p14:tracePt t="93369" x="5245100" y="3579813"/>
          <p14:tracePt t="93377" x="5281613" y="3567113"/>
          <p14:tracePt t="93385" x="5307013" y="3554413"/>
          <p14:tracePt t="93393" x="5332413" y="3554413"/>
          <p14:tracePt t="93401" x="5370513" y="3554413"/>
          <p14:tracePt t="93409" x="5383213" y="3554413"/>
          <p14:tracePt t="93417" x="5419725" y="3554413"/>
          <p14:tracePt t="93425" x="5445125" y="3554413"/>
          <p14:tracePt t="93433" x="5470525" y="3554413"/>
          <p14:tracePt t="93442" x="5495925" y="3554413"/>
          <p14:tracePt t="93449" x="5532438" y="3554413"/>
          <p14:tracePt t="93459" x="5570538" y="3554413"/>
          <p14:tracePt t="93465" x="5607050" y="3567113"/>
          <p14:tracePt t="93475" x="5645150" y="3579813"/>
          <p14:tracePt t="93481" x="5708650" y="3616325"/>
          <p14:tracePt t="93490" x="5745163" y="3629025"/>
          <p14:tracePt t="93497" x="5783263" y="3654425"/>
          <p14:tracePt t="93508" x="5832475" y="3679825"/>
          <p14:tracePt t="93513" x="5857875" y="3692525"/>
          <p14:tracePt t="93522" x="5883275" y="3703638"/>
          <p14:tracePt t="93529" x="5908675" y="3729038"/>
          <p14:tracePt t="93546" x="5921375" y="3729038"/>
          <p14:tracePt t="94001" x="5932488" y="3729038"/>
          <p14:tracePt t="94691" x="5945188" y="3741738"/>
          <p14:tracePt t="94723" x="5945188" y="3754438"/>
          <p14:tracePt t="94761" x="5957888" y="3754438"/>
          <p14:tracePt t="95345" x="5957888" y="3767138"/>
          <p14:tracePt t="95401" x="5957888" y="3779838"/>
          <p14:tracePt t="95457" x="5983288" y="3792538"/>
          <p14:tracePt t="95474" x="5983288" y="3803650"/>
          <p14:tracePt t="95492" x="5983288" y="3816350"/>
          <p14:tracePt t="95513" x="5983288" y="3829050"/>
          <p14:tracePt t="95557" x="5983288" y="3841750"/>
          <p14:tracePt t="95593" x="5995988" y="3841750"/>
          <p14:tracePt t="95641" x="5995988" y="3854450"/>
          <p14:tracePt t="95681" x="5995988" y="3867150"/>
          <p14:tracePt t="95706" x="5995988" y="3892550"/>
          <p14:tracePt t="95723" x="5995988" y="3905250"/>
          <p14:tracePt t="95745" x="5995988" y="3929063"/>
          <p14:tracePt t="95761" x="5995988" y="3941763"/>
          <p14:tracePt t="95770" x="5995988" y="3967163"/>
          <p14:tracePt t="95785" x="5995988" y="3979863"/>
          <p14:tracePt t="95793" x="5995988" y="4005263"/>
          <p14:tracePt t="95801" x="5995988" y="4017963"/>
          <p14:tracePt t="95809" x="5995988" y="4041775"/>
          <p14:tracePt t="95817" x="5995988" y="4054475"/>
          <p14:tracePt t="95825" x="5995988" y="4092575"/>
          <p14:tracePt t="95833" x="5995988" y="4105275"/>
          <p14:tracePt t="95841" x="5995988" y="4141788"/>
          <p14:tracePt t="95849" x="5995988" y="4179888"/>
          <p14:tracePt t="95857" x="5983288" y="4205288"/>
          <p14:tracePt t="95865" x="5970588" y="4230688"/>
          <p14:tracePt t="95873" x="5932488" y="4279900"/>
          <p14:tracePt t="95890" x="5883275" y="4341813"/>
          <p14:tracePt t="95897" x="5870575" y="4367213"/>
          <p14:tracePt t="95906" x="5821363" y="4405313"/>
          <p14:tracePt t="95913" x="5808663" y="4418013"/>
          <p14:tracePt t="95922" x="5783263" y="4454525"/>
          <p14:tracePt t="95929" x="5732463" y="4492625"/>
          <p14:tracePt t="95938" x="5719763" y="4518025"/>
          <p14:tracePt t="95945" x="5695950" y="4543425"/>
          <p14:tracePt t="95956" x="5683250" y="4567238"/>
          <p14:tracePt t="95961" x="5657850" y="4592638"/>
          <p14:tracePt t="95972" x="5645150" y="4605338"/>
          <p14:tracePt t="95977" x="5607050" y="4630738"/>
          <p14:tracePt t="95985" x="5595938" y="4656138"/>
          <p14:tracePt t="95993" x="5557838" y="4679950"/>
          <p14:tracePt t="96001" x="5495925" y="4730750"/>
          <p14:tracePt t="96009" x="5432425" y="4756150"/>
          <p14:tracePt t="96017" x="5383213" y="4792663"/>
          <p14:tracePt t="96025" x="5307013" y="4805363"/>
          <p14:tracePt t="96033" x="5257800" y="4830763"/>
          <p14:tracePt t="96041" x="5181600" y="4843463"/>
          <p14:tracePt t="96049" x="5106988" y="4868863"/>
          <p14:tracePt t="96057" x="5068888" y="4879975"/>
          <p14:tracePt t="96065" x="4981575" y="4905375"/>
          <p14:tracePt t="96073" x="4945063" y="4918075"/>
          <p14:tracePt t="96081" x="4881563" y="4930775"/>
          <p14:tracePt t="96091" x="4856163" y="4930775"/>
          <p14:tracePt t="96097" x="4819650" y="4930775"/>
          <p14:tracePt t="96106" x="4794250" y="4930775"/>
          <p14:tracePt t="96113" x="4768850" y="4930775"/>
          <p14:tracePt t="96123" x="4756150" y="4930775"/>
          <p14:tracePt t="96129" x="4743450" y="4930775"/>
          <p14:tracePt t="96137" x="4732338" y="4930775"/>
          <p14:tracePt t="96145" x="4719638" y="4930775"/>
          <p14:tracePt t="96161" x="4706938" y="4930775"/>
          <p14:tracePt t="96172" x="4694238" y="4930775"/>
          <p14:tracePt t="96177" x="4681538" y="4930775"/>
          <p14:tracePt t="96201" x="4668838" y="4930775"/>
          <p14:tracePt t="96217" x="4656138" y="4930775"/>
          <p14:tracePt t="96241" x="4643438" y="4930775"/>
          <p14:tracePt t="96249" x="4630738" y="4930775"/>
          <p14:tracePt t="96257" x="4630738" y="4918075"/>
          <p14:tracePt t="96265" x="4619625" y="4918075"/>
          <p14:tracePt t="96281" x="4619625" y="4905375"/>
          <p14:tracePt t="96297" x="4606925" y="4905375"/>
          <p14:tracePt t="96306" x="4606925" y="4892675"/>
          <p14:tracePt t="96322" x="4606925" y="4879975"/>
          <p14:tracePt t="96345" x="4581525" y="4868863"/>
          <p14:tracePt t="96361" x="4581525" y="4856163"/>
          <p14:tracePt t="96371" x="4568825" y="4843463"/>
          <p14:tracePt t="96385" x="4568825" y="4830763"/>
          <p14:tracePt t="96393" x="4568825" y="4818063"/>
          <p14:tracePt t="96409" x="4556125" y="4805363"/>
          <p14:tracePt t="96417" x="4543425" y="4805363"/>
          <p14:tracePt t="96652" x="4543425" y="4792663"/>
          <p14:tracePt t="96665" x="4543425" y="4779963"/>
          <p14:tracePt t="96673" x="4530725" y="4768850"/>
          <p14:tracePt t="96682" x="4530725" y="4756150"/>
          <p14:tracePt t="96689" x="4530725" y="4743450"/>
          <p14:tracePt t="96705" x="4530725" y="4730750"/>
          <p14:tracePt t="96713" x="4530725" y="4718050"/>
          <p14:tracePt t="96722" x="4518025" y="4705350"/>
          <p14:tracePt t="96785" x="4506913" y="4705350"/>
          <p14:tracePt t="96801" x="4481513" y="4705350"/>
          <p14:tracePt t="96865" x="4468813" y="4705350"/>
          <p14:tracePt t="96897" x="4456113" y="4705350"/>
          <p14:tracePt t="96905" x="4430713" y="4718050"/>
          <p14:tracePt t="96921" x="4418013" y="4718050"/>
          <p14:tracePt t="96929" x="4406900" y="4730750"/>
          <p14:tracePt t="96940" x="4394200" y="4743450"/>
          <p14:tracePt t="96946" x="4356100" y="4768850"/>
          <p14:tracePt t="96956" x="4330700" y="4779963"/>
          <p14:tracePt t="96962" x="4318000" y="4792663"/>
          <p14:tracePt t="96972" x="4305300" y="4792663"/>
          <p14:tracePt t="96977" x="4305300" y="4805363"/>
          <p14:tracePt t="96986" x="4281488" y="4818063"/>
          <p14:tracePt t="96993" x="4268788" y="4830763"/>
          <p14:tracePt t="97001" x="4256088" y="4843463"/>
          <p14:tracePt t="97033" x="4243388" y="4843463"/>
          <p14:tracePt t="97041" x="4230688" y="4843463"/>
          <p14:tracePt t="97049" x="4217988" y="4843463"/>
          <p14:tracePt t="97073" x="4205288" y="4843463"/>
          <p14:tracePt t="97081" x="4192588" y="4843463"/>
          <p14:tracePt t="97089" x="4181475" y="4843463"/>
          <p14:tracePt t="97097" x="4168775" y="4843463"/>
          <p14:tracePt t="97105" x="4143375" y="4843463"/>
          <p14:tracePt t="97177" x="4117975" y="4843463"/>
          <p14:tracePt t="97337" x="4117975" y="4856163"/>
          <p14:tracePt t="97345" x="4143375" y="4868863"/>
          <p14:tracePt t="97355" x="4156075" y="4868863"/>
          <p14:tracePt t="97361" x="4181475" y="4868863"/>
          <p14:tracePt t="97371" x="4192588" y="4879975"/>
          <p14:tracePt t="97377" x="4230688" y="4879975"/>
          <p14:tracePt t="97386" x="4256088" y="4892675"/>
          <p14:tracePt t="97393" x="4281488" y="4905375"/>
          <p14:tracePt t="97404" x="4294188" y="4918075"/>
          <p14:tracePt t="97409" x="4305300" y="4918075"/>
          <p14:tracePt t="97418" x="4330700" y="4918075"/>
          <p14:tracePt t="97433" x="4343400" y="4918075"/>
          <p14:tracePt t="97721" x="4330700" y="4918075"/>
          <p14:tracePt t="97729" x="4318000" y="4918075"/>
          <p14:tracePt t="97741" x="4281488" y="4918075"/>
          <p14:tracePt t="97746" x="4243388" y="4918075"/>
          <p14:tracePt t="97755" x="4217988" y="4918075"/>
          <p14:tracePt t="97762" x="4168775" y="4918075"/>
          <p14:tracePt t="97772" x="4105275" y="4905375"/>
          <p14:tracePt t="97777" x="4068763" y="4905375"/>
          <p14:tracePt t="97788" x="4030663" y="4892675"/>
          <p14:tracePt t="97793" x="3992563" y="4892675"/>
          <p14:tracePt t="97803" x="3979863" y="4892675"/>
          <p14:tracePt t="97809" x="3956050" y="4892675"/>
          <p14:tracePt t="97820" x="3930650" y="4892675"/>
          <p14:tracePt t="97825" x="3905250" y="4892675"/>
          <p14:tracePt t="97841" x="3892550" y="4892675"/>
          <p14:tracePt t="97849" x="3867150" y="4892675"/>
          <p14:tracePt t="97865" x="3856038" y="4892675"/>
          <p14:tracePt t="97873" x="3830638" y="4892675"/>
          <p14:tracePt t="97881" x="3767138" y="4892675"/>
          <p14:tracePt t="97904" x="3679825" y="4892675"/>
          <p14:tracePt t="97905" x="3667125" y="4892675"/>
          <p14:tracePt t="97913" x="3630613" y="4892675"/>
          <p14:tracePt t="97921" x="3605213" y="4892675"/>
          <p14:tracePt t="97929" x="3567113" y="4892675"/>
          <p14:tracePt t="97937" x="3530600" y="4892675"/>
          <p14:tracePt t="97945" x="3492500" y="4892675"/>
          <p14:tracePt t="97955" x="3479800" y="4892675"/>
          <p14:tracePt t="97961" x="3454400" y="4892675"/>
          <p14:tracePt t="97970" x="3429000" y="4892675"/>
          <p14:tracePt t="97977" x="3392488" y="4892675"/>
          <p14:tracePt t="97987" x="3354388" y="4892675"/>
          <p14:tracePt t="97993" x="3341688" y="4892675"/>
          <p14:tracePt t="98003" x="3317875" y="4879975"/>
          <p14:tracePt t="98009" x="3305175" y="4879975"/>
          <p14:tracePt t="98025" x="3279775" y="4868863"/>
          <p14:tracePt t="98057" x="3267075" y="4868863"/>
          <p14:tracePt t="98065" x="3267075" y="4856163"/>
          <p14:tracePt t="98081" x="3228975" y="4843463"/>
          <p14:tracePt t="98097" x="3216275" y="4843463"/>
          <p14:tracePt t="98105" x="3216275" y="4830763"/>
          <p14:tracePt t="98113" x="3205163" y="4830763"/>
          <p14:tracePt t="98121" x="3179763" y="4818063"/>
          <p14:tracePt t="98129" x="3179763" y="4805363"/>
          <p14:tracePt t="98137" x="3154363" y="4805363"/>
          <p14:tracePt t="98145" x="3141663" y="4779963"/>
          <p14:tracePt t="98154" x="3128963" y="4779963"/>
          <p14:tracePt t="98161" x="3103563" y="4756150"/>
          <p14:tracePt t="98171" x="3092450" y="4743450"/>
          <p14:tracePt t="98177" x="3079750" y="4730750"/>
          <p14:tracePt t="98187" x="3041650" y="4692650"/>
          <p14:tracePt t="98193" x="3003550" y="4679950"/>
          <p14:tracePt t="98203" x="2979738" y="4656138"/>
          <p14:tracePt t="98209" x="2941638" y="4630738"/>
          <p14:tracePt t="98220" x="2916238" y="4605338"/>
          <p14:tracePt t="98225" x="2903538" y="4592638"/>
          <p14:tracePt t="98237" x="2879725" y="4579938"/>
          <p14:tracePt t="98241" x="2867025" y="4554538"/>
          <p14:tracePt t="98249" x="2854325" y="4554538"/>
          <p14:tracePt t="98265" x="2854325" y="4543425"/>
          <p14:tracePt t="98273" x="2854325" y="4530725"/>
          <p14:tracePt t="98289" x="2854325" y="4518025"/>
          <p14:tracePt t="98297" x="2841625" y="4518025"/>
          <p14:tracePt t="98553" x="2841625" y="4505325"/>
          <p14:tracePt t="98561" x="2854325" y="4467225"/>
          <p14:tracePt t="98570" x="2903538" y="4430713"/>
          <p14:tracePt t="98577" x="2954338" y="4392613"/>
          <p14:tracePt t="98586" x="3003550" y="4341813"/>
          <p14:tracePt t="98593" x="3028950" y="4305300"/>
          <p14:tracePt t="98602" x="3103563" y="4230688"/>
          <p14:tracePt t="98609" x="3179763" y="4154488"/>
          <p14:tracePt t="98620" x="3192463" y="4117975"/>
          <p14:tracePt t="98625" x="3241675" y="4067175"/>
          <p14:tracePt t="98637" x="3279775" y="4041775"/>
          <p14:tracePt t="98641" x="3317875" y="4017963"/>
          <p14:tracePt t="98649" x="3341688" y="3992563"/>
          <p14:tracePt t="98657" x="3367088" y="3967163"/>
          <p14:tracePt t="98666" x="3379788" y="3954463"/>
          <p14:tracePt t="98689" x="3392488" y="3941763"/>
          <p14:tracePt t="98705" x="3405188" y="3929063"/>
          <p14:tracePt t="98713" x="3417888" y="3916363"/>
          <p14:tracePt t="98721" x="3429000" y="3916363"/>
          <p14:tracePt t="98729" x="3441700" y="3892550"/>
          <p14:tracePt t="98737" x="3479800" y="3879850"/>
          <p14:tracePt t="98745" x="3479800" y="3867150"/>
          <p14:tracePt t="98753" x="3505200" y="3854450"/>
          <p14:tracePt t="98761" x="3517900" y="3841750"/>
          <p14:tracePt t="98770" x="3530600" y="3841750"/>
          <p14:tracePt t="98809" x="3541713" y="3829050"/>
          <p14:tracePt t="98881" x="3554413" y="3816350"/>
          <p14:tracePt t="98914" x="3567113" y="3803650"/>
          <p14:tracePt t="98929" x="3592513" y="3792538"/>
          <p14:tracePt t="99081" x="3605213" y="3792538"/>
          <p14:tracePt t="99089" x="3630613" y="3792538"/>
          <p14:tracePt t="99097" x="3643313" y="3792538"/>
          <p14:tracePt t="99105" x="3667125" y="3792538"/>
          <p14:tracePt t="99113" x="3717925" y="3792538"/>
          <p14:tracePt t="99121" x="3779838" y="3816350"/>
          <p14:tracePt t="99129" x="3805238" y="3829050"/>
          <p14:tracePt t="99137" x="3830638" y="3841750"/>
          <p14:tracePt t="99145" x="3879850" y="3854450"/>
          <p14:tracePt t="99153" x="3930650" y="3867150"/>
          <p14:tracePt t="99161" x="3930650" y="3879850"/>
          <p14:tracePt t="99170" x="3956050" y="3879850"/>
          <p14:tracePt t="99177" x="3968750" y="3879850"/>
          <p14:tracePt t="99186" x="3979863" y="3879850"/>
          <p14:tracePt t="99297" x="3992563" y="3892550"/>
          <p14:tracePt t="99305" x="3992563" y="3905250"/>
          <p14:tracePt t="99313" x="4005263" y="3905250"/>
          <p14:tracePt t="99329" x="4005263" y="3916363"/>
          <p14:tracePt t="99337" x="4005263" y="3929063"/>
          <p14:tracePt t="99345" x="4017963" y="3941763"/>
          <p14:tracePt t="99353" x="4030663" y="3979863"/>
          <p14:tracePt t="99361" x="4030663" y="3992563"/>
          <p14:tracePt t="99370" x="4043363" y="4005263"/>
          <p14:tracePt t="99377" x="4056063" y="4029075"/>
          <p14:tracePt t="99386" x="4056063" y="4067175"/>
          <p14:tracePt t="99393" x="4056063" y="4079875"/>
          <p14:tracePt t="99404" x="4056063" y="4105275"/>
          <p14:tracePt t="99409" x="4068763" y="4117975"/>
          <p14:tracePt t="99419" x="4068763" y="4154488"/>
          <p14:tracePt t="99425" x="4068763" y="4179888"/>
          <p14:tracePt t="99436" x="4068763" y="4205288"/>
          <p14:tracePt t="99452" x="4068763" y="4217988"/>
          <p14:tracePt t="99457" x="4068763" y="4230688"/>
          <p14:tracePt t="99466" x="4068763" y="4241800"/>
          <p14:tracePt t="99497" x="4081463" y="4254500"/>
          <p14:tracePt t="99513" x="4092575" y="4254500"/>
          <p14:tracePt t="99561" x="4092575" y="4279900"/>
          <p14:tracePt t="99569" x="4081463" y="4279900"/>
          <p14:tracePt t="99577" x="4056063" y="4279900"/>
          <p14:tracePt t="99585" x="4017963" y="4279900"/>
          <p14:tracePt t="99593" x="3992563" y="4279900"/>
          <p14:tracePt t="99603" x="3956050" y="4292600"/>
          <p14:tracePt t="99609" x="3930650" y="4292600"/>
          <p14:tracePt t="99619" x="3917950" y="4305300"/>
          <p14:tracePt t="99625" x="3867150" y="4318000"/>
          <p14:tracePt t="99634" x="3856038" y="4318000"/>
          <p14:tracePt t="99641" x="3830638" y="4330700"/>
          <p14:tracePt t="99652" x="3779838" y="4330700"/>
          <p14:tracePt t="99657" x="3767138" y="4330700"/>
          <p14:tracePt t="99668" x="3730625" y="4330700"/>
          <p14:tracePt t="99673" x="3679825" y="4330700"/>
          <p14:tracePt t="99681" x="3630613" y="4330700"/>
          <p14:tracePt t="99689" x="3579813" y="4330700"/>
          <p14:tracePt t="99697" x="3541713" y="4330700"/>
          <p14:tracePt t="99705" x="3492500" y="4330700"/>
          <p14:tracePt t="99713" x="3454400" y="4330700"/>
          <p14:tracePt t="99721" x="3405188" y="4330700"/>
          <p14:tracePt t="99729" x="3379788" y="4330700"/>
          <p14:tracePt t="99737" x="3354388" y="4330700"/>
          <p14:tracePt t="99745" x="3341688" y="4330700"/>
          <p14:tracePt t="99753" x="3317875" y="4330700"/>
          <p14:tracePt t="99761" x="3305175" y="4330700"/>
          <p14:tracePt t="99769" x="3267075" y="4330700"/>
          <p14:tracePt t="99777" x="3241675" y="4330700"/>
          <p14:tracePt t="99785" x="3228975" y="4330700"/>
          <p14:tracePt t="99793" x="3216275" y="4330700"/>
          <p14:tracePt t="99803" x="3179763" y="4330700"/>
          <p14:tracePt t="99809" x="3167063" y="4330700"/>
          <p14:tracePt t="99818" x="3128963" y="4330700"/>
          <p14:tracePt t="99825" x="3103563" y="4330700"/>
          <p14:tracePt t="99835" x="3079750" y="4330700"/>
          <p14:tracePt t="99841" x="3054350" y="4330700"/>
          <p14:tracePt t="99852" x="3028950" y="4330700"/>
          <p14:tracePt t="99857" x="2992438" y="4330700"/>
          <p14:tracePt t="99866" x="2967038" y="4330700"/>
          <p14:tracePt t="99886" x="2903538" y="4330700"/>
          <p14:tracePt t="99889" x="2879725" y="4330700"/>
          <p14:tracePt t="99897" x="2867025" y="4330700"/>
          <p14:tracePt t="99921" x="2854325" y="4330700"/>
          <p14:tracePt t="99953" x="2841625" y="4341813"/>
          <p14:tracePt t="100289" x="2841625" y="4330700"/>
          <p14:tracePt t="100298" x="2879725" y="4292600"/>
          <p14:tracePt t="100305" x="2890838" y="4279900"/>
          <p14:tracePt t="100313" x="2916238" y="4254500"/>
          <p14:tracePt t="100321" x="2941638" y="4230688"/>
          <p14:tracePt t="100329" x="2954338" y="4217988"/>
          <p14:tracePt t="100337" x="2979738" y="4192588"/>
          <p14:tracePt t="100353" x="2992438" y="4179888"/>
          <p14:tracePt t="100505" x="3003550" y="4179888"/>
          <p14:tracePt t="100513" x="3016250" y="4179888"/>
          <p14:tracePt t="100529" x="3028950" y="4179888"/>
          <p14:tracePt t="100537" x="3041650" y="4179888"/>
          <p14:tracePt t="100545" x="3067050" y="4179888"/>
          <p14:tracePt t="100553" x="3079750" y="4179888"/>
          <p14:tracePt t="100561" x="3092450" y="4179888"/>
          <p14:tracePt t="100569" x="3116263" y="4179888"/>
          <p14:tracePt t="100577" x="3128963" y="4179888"/>
          <p14:tracePt t="100585" x="3154363" y="4179888"/>
          <p14:tracePt t="100593" x="3179763" y="4192588"/>
          <p14:tracePt t="100602" x="3205163" y="4192588"/>
          <p14:tracePt t="100609" x="3216275" y="4192588"/>
          <p14:tracePt t="100619" x="3228975" y="4192588"/>
          <p14:tracePt t="100625" x="3241675" y="4192588"/>
          <p14:tracePt t="100635" x="3254375" y="4192588"/>
          <p14:tracePt t="100682" x="3267075" y="4192588"/>
          <p14:tracePt t="100859" x="3279775" y="4192588"/>
          <p14:tracePt t="100874" x="3292475" y="4205288"/>
          <p14:tracePt t="100905" x="3305175" y="4217988"/>
          <p14:tracePt t="100921" x="3305175" y="4230688"/>
          <p14:tracePt t="100929" x="3317875" y="4230688"/>
          <p14:tracePt t="100945" x="3341688" y="4241800"/>
          <p14:tracePt t="100953" x="3354388" y="4241800"/>
          <p14:tracePt t="100961" x="3367088" y="4241800"/>
          <p14:tracePt t="100977" x="3379788" y="4241800"/>
          <p14:tracePt t="100985" x="3405188" y="4241800"/>
          <p14:tracePt t="101001" x="3417888" y="4241800"/>
          <p14:tracePt t="101009" x="3429000" y="4241800"/>
          <p14:tracePt t="101025" x="3441700" y="4241800"/>
          <p14:tracePt t="101161" x="3467100" y="4241800"/>
          <p14:tracePt t="101169" x="3479800" y="4241800"/>
          <p14:tracePt t="101185" x="3505200" y="4217988"/>
          <p14:tracePt t="101193" x="3517900" y="4217988"/>
          <p14:tracePt t="101203" x="3530600" y="4205288"/>
          <p14:tracePt t="101210" x="3554413" y="4179888"/>
          <p14:tracePt t="101219" x="3567113" y="4179888"/>
          <p14:tracePt t="101226" x="3592513" y="4167188"/>
          <p14:tracePt t="101235" x="3617913" y="4154488"/>
          <p14:tracePt t="101241" x="3630613" y="4141788"/>
          <p14:tracePt t="101251" x="3679825" y="4129088"/>
          <p14:tracePt t="101258" x="3692525" y="4117975"/>
          <p14:tracePt t="101267" x="3730625" y="4105275"/>
          <p14:tracePt t="101273" x="3743325" y="4092575"/>
          <p14:tracePt t="101282" x="3767138" y="4092575"/>
          <p14:tracePt t="101289" x="3779838" y="4092575"/>
          <p14:tracePt t="101300" x="3805238" y="4092575"/>
          <p14:tracePt t="101305" x="3817938" y="4079875"/>
          <p14:tracePt t="101353" x="3830638" y="4079875"/>
          <p14:tracePt t="101369" x="3843338" y="4079875"/>
          <p14:tracePt t="101401" x="3856038" y="4079875"/>
          <p14:tracePt t="101441" x="3867150" y="4079875"/>
          <p14:tracePt t="101451" x="3879850" y="4079875"/>
          <p14:tracePt t="101457" x="3905250" y="4079875"/>
          <p14:tracePt t="101467" x="3917950" y="4079875"/>
          <p14:tracePt t="101473" x="3943350" y="4092575"/>
          <p14:tracePt t="101484" x="3943350" y="4105275"/>
          <p14:tracePt t="101489" x="3968750" y="4105275"/>
          <p14:tracePt t="101500" x="4005263" y="4117975"/>
          <p14:tracePt t="101505" x="4030663" y="4129088"/>
          <p14:tracePt t="101517" x="4068763" y="4141788"/>
          <p14:tracePt t="101521" x="4105275" y="4141788"/>
          <p14:tracePt t="101529" x="4130675" y="4154488"/>
          <p14:tracePt t="101537" x="4156075" y="4154488"/>
          <p14:tracePt t="101545" x="4168775" y="4167188"/>
          <p14:tracePt t="101553" x="4192588" y="4167188"/>
          <p14:tracePt t="101561" x="4217988" y="4167188"/>
          <p14:tracePt t="101569" x="4230688" y="4167188"/>
          <p14:tracePt t="101577" x="4243388" y="4167188"/>
          <p14:tracePt t="101585" x="4256088" y="4167188"/>
          <p14:tracePt t="101593" x="4268788" y="4167188"/>
          <p14:tracePt t="101601" x="4281488" y="4167188"/>
          <p14:tracePt t="101617" x="4294188" y="4167188"/>
          <p14:tracePt t="101625" x="4318000" y="4167188"/>
          <p14:tracePt t="101633" x="4356100" y="4167188"/>
          <p14:tracePt t="101641" x="4368800" y="4167188"/>
          <p14:tracePt t="101650" x="4406900" y="4167188"/>
          <p14:tracePt t="101657" x="4418013" y="4167188"/>
          <p14:tracePt t="101667" x="4456113" y="4167188"/>
          <p14:tracePt t="101673" x="4494213" y="4167188"/>
          <p14:tracePt t="101683" x="4530725" y="4167188"/>
          <p14:tracePt t="101689" x="4568825" y="4141788"/>
          <p14:tracePt t="101699" x="4594225" y="4141788"/>
          <p14:tracePt t="101705" x="4630738" y="4141788"/>
          <p14:tracePt t="101716" x="4643438" y="4141788"/>
          <p14:tracePt t="101721" x="4668838" y="4141788"/>
          <p14:tracePt t="101729" x="4694238" y="4129088"/>
          <p14:tracePt t="101737" x="4732338" y="4117975"/>
          <p14:tracePt t="101745" x="4794250" y="4117975"/>
          <p14:tracePt t="101753" x="4856163" y="4105275"/>
          <p14:tracePt t="101761" x="4894263" y="4092575"/>
          <p14:tracePt t="101769" x="4956175" y="4079875"/>
          <p14:tracePt t="101777" x="5019675" y="4079875"/>
          <p14:tracePt t="101785" x="5119688" y="4067175"/>
          <p14:tracePt t="101793" x="5194300" y="4041775"/>
          <p14:tracePt t="101801" x="5270500" y="4041775"/>
          <p14:tracePt t="101809" x="5319713" y="4029075"/>
          <p14:tracePt t="101817" x="5357813" y="4017963"/>
          <p14:tracePt t="101825" x="5407025" y="4017963"/>
          <p14:tracePt t="101833" x="5432425" y="4017963"/>
          <p14:tracePt t="101841" x="5457825" y="4017963"/>
          <p14:tracePt t="101897" x="5470525" y="4017963"/>
          <p14:tracePt t="101905" x="5483225" y="4017963"/>
          <p14:tracePt t="101937" x="5495925" y="4017963"/>
          <p14:tracePt t="101969" x="5507038" y="4017963"/>
          <p14:tracePt t="101985" x="5519738" y="4017963"/>
          <p14:tracePt t="102001" x="5532438" y="4017963"/>
          <p14:tracePt t="102017" x="5570538" y="4017963"/>
          <p14:tracePt t="102025" x="5583238" y="4017963"/>
          <p14:tracePt t="102033" x="5607050" y="4017963"/>
          <p14:tracePt t="102041" x="5645150" y="4017963"/>
          <p14:tracePt t="102050" x="5695950" y="4017963"/>
          <p14:tracePt t="102057" x="5732463" y="4017963"/>
          <p14:tracePt t="102066" x="5757863" y="4017963"/>
          <p14:tracePt t="102073" x="5795963" y="4017963"/>
          <p14:tracePt t="102083" x="5832475" y="4017963"/>
          <p14:tracePt t="102089" x="5845175" y="4017963"/>
          <p14:tracePt t="102099" x="5870575" y="4017963"/>
          <p14:tracePt t="102105" x="5883275" y="4017963"/>
          <p14:tracePt t="102121" x="5895975" y="4017963"/>
          <p14:tracePt t="102129" x="5908675" y="4017963"/>
          <p14:tracePt t="102145" x="5921375" y="4017963"/>
          <p14:tracePt t="102153" x="5932488" y="4017963"/>
          <p14:tracePt t="102161" x="5945188" y="4017963"/>
          <p14:tracePt t="102185" x="5970588" y="4029075"/>
          <p14:tracePt t="102249" x="5970588" y="4041775"/>
          <p14:tracePt t="102297" x="5983288" y="4067175"/>
          <p14:tracePt t="102346" x="5995988" y="4079875"/>
          <p14:tracePt t="102401" x="6008688" y="4079875"/>
          <p14:tracePt t="102409" x="6021388" y="4079875"/>
          <p14:tracePt t="102433" x="6045200" y="4079875"/>
          <p14:tracePt t="102441" x="6045200" y="4092575"/>
          <p14:tracePt t="102449" x="6057900" y="4105275"/>
          <p14:tracePt t="102457" x="6070600" y="4105275"/>
          <p14:tracePt t="102467" x="6083300" y="4105275"/>
          <p14:tracePt t="102482" x="6096000" y="4105275"/>
          <p14:tracePt t="102505" x="6108700" y="4105275"/>
          <p14:tracePt t="102641" x="6134100" y="4105275"/>
          <p14:tracePt t="102649" x="6146800" y="4105275"/>
          <p14:tracePt t="102657" x="6157913" y="4105275"/>
          <p14:tracePt t="102666" x="6183313" y="4105275"/>
          <p14:tracePt t="102673" x="6234113" y="4105275"/>
          <p14:tracePt t="102683" x="6283325" y="4105275"/>
          <p14:tracePt t="102689" x="6359525" y="4105275"/>
          <p14:tracePt t="102700" x="6408738" y="4105275"/>
          <p14:tracePt t="102705" x="6508750" y="4105275"/>
          <p14:tracePt t="102716" x="6572250" y="4105275"/>
          <p14:tracePt t="102721" x="6646863" y="4105275"/>
          <p14:tracePt t="102733" x="6696075" y="4105275"/>
          <p14:tracePt t="102737" x="6734175" y="4105275"/>
          <p14:tracePt t="102745" x="6759575" y="4105275"/>
          <p14:tracePt t="102753" x="6772275" y="4105275"/>
          <p14:tracePt t="102761" x="6784975" y="4105275"/>
          <p14:tracePt t="102803" x="6784975" y="4117975"/>
          <p14:tracePt t="102841" x="6784975" y="4129088"/>
          <p14:tracePt t="102865" x="6784975" y="4141788"/>
          <p14:tracePt t="102873" x="6784975" y="4154488"/>
          <p14:tracePt t="102882" x="6784975" y="4167188"/>
          <p14:tracePt t="102889" x="6784975" y="4179888"/>
          <p14:tracePt t="102898" x="6784975" y="4192588"/>
          <p14:tracePt t="102905" x="6772275" y="4205288"/>
          <p14:tracePt t="102914" x="6746875" y="4217988"/>
          <p14:tracePt t="102921" x="6708775" y="4230688"/>
          <p14:tracePt t="102931" x="6672263" y="4241800"/>
          <p14:tracePt t="102937" x="6621463" y="4241800"/>
          <p14:tracePt t="102948" x="6534150" y="4267200"/>
          <p14:tracePt t="102953" x="6472238" y="4279900"/>
          <p14:tracePt t="102961" x="6408738" y="4279900"/>
          <p14:tracePt t="102969" x="6383338" y="4279900"/>
          <p14:tracePt t="102977" x="6346825" y="4279900"/>
          <p14:tracePt t="102985" x="6334125" y="4279900"/>
          <p14:tracePt t="103001" x="6321425" y="4279900"/>
          <p14:tracePt t="103066" x="6308725" y="4279900"/>
          <p14:tracePt t="103097" x="6308725" y="4267200"/>
          <p14:tracePt t="103105" x="6308725" y="4241800"/>
          <p14:tracePt t="103121" x="6308725" y="4217988"/>
          <p14:tracePt t="103130" x="6308725" y="4205288"/>
          <p14:tracePt t="103137" x="6308725" y="4179888"/>
          <p14:tracePt t="103147" x="6308725" y="4154488"/>
          <p14:tracePt t="103161" x="6308725" y="4117975"/>
          <p14:tracePt t="103169" x="6321425" y="4079875"/>
          <p14:tracePt t="103177" x="6334125" y="4054475"/>
          <p14:tracePt t="103185" x="6346825" y="4029075"/>
          <p14:tracePt t="103193" x="6370638" y="3992563"/>
          <p14:tracePt t="103201" x="6396038" y="3954463"/>
          <p14:tracePt t="103209" x="6408738" y="3929063"/>
          <p14:tracePt t="103217" x="6434138" y="3916363"/>
          <p14:tracePt t="103225" x="6459538" y="3879850"/>
          <p14:tracePt t="103233" x="6472238" y="3867150"/>
          <p14:tracePt t="103241" x="6496050" y="3829050"/>
          <p14:tracePt t="103249" x="6508750" y="3816350"/>
          <p14:tracePt t="103257" x="6572250" y="3792538"/>
          <p14:tracePt t="103265" x="6596063" y="3779838"/>
          <p14:tracePt t="103273" x="6646863" y="3767138"/>
          <p14:tracePt t="103283" x="6684963" y="3754438"/>
          <p14:tracePt t="103289" x="6708775" y="3741738"/>
          <p14:tracePt t="103298" x="6784975" y="3729038"/>
          <p14:tracePt t="103305" x="6808788" y="3729038"/>
          <p14:tracePt t="103315" x="6846888" y="3729038"/>
          <p14:tracePt t="103321" x="6859588" y="3716338"/>
          <p14:tracePt t="103331" x="6897688" y="3716338"/>
          <p14:tracePt t="103337" x="6910388" y="3716338"/>
          <p14:tracePt t="103348" x="6934200" y="3716338"/>
          <p14:tracePt t="103361" x="6946900" y="3716338"/>
          <p14:tracePt t="103377" x="6972300" y="3716338"/>
          <p14:tracePt t="103385" x="6997700" y="3729038"/>
          <p14:tracePt t="103401" x="7021513" y="3741738"/>
          <p14:tracePt t="103409" x="7034213" y="3754438"/>
          <p14:tracePt t="103417" x="7059613" y="3767138"/>
          <p14:tracePt t="103425" x="7072313" y="3792538"/>
          <p14:tracePt t="103433" x="7097713" y="3816350"/>
          <p14:tracePt t="103441" x="7123113" y="3829050"/>
          <p14:tracePt t="103449" x="7159625" y="3879850"/>
          <p14:tracePt t="103457" x="7172325" y="3892550"/>
          <p14:tracePt t="103465" x="7185025" y="3905250"/>
          <p14:tracePt t="103473" x="7210425" y="3941763"/>
          <p14:tracePt t="103482" x="7223125" y="3954463"/>
          <p14:tracePt t="103489" x="7223125" y="3967163"/>
          <p14:tracePt t="103499" x="7223125" y="3992563"/>
          <p14:tracePt t="103505" x="7235825" y="4017963"/>
          <p14:tracePt t="103515" x="7235825" y="4041775"/>
          <p14:tracePt t="103521" x="7235825" y="4054475"/>
          <p14:tracePt t="103531" x="7235825" y="4092575"/>
          <p14:tracePt t="103537" x="7235825" y="4129088"/>
          <p14:tracePt t="103549" x="7235825" y="4141788"/>
          <p14:tracePt t="103553" x="7235825" y="4179888"/>
          <p14:tracePt t="103565" x="7235825" y="4205288"/>
          <p14:tracePt t="103569" x="7235825" y="4241800"/>
          <p14:tracePt t="103577" x="7210425" y="4267200"/>
          <p14:tracePt t="103585" x="7185025" y="4318000"/>
          <p14:tracePt t="103593" x="7159625" y="4354513"/>
          <p14:tracePt t="103601" x="7123113" y="4379913"/>
          <p14:tracePt t="103609" x="7097713" y="4405313"/>
          <p14:tracePt t="103617" x="7059613" y="4430713"/>
          <p14:tracePt t="103625" x="6997700" y="4454525"/>
          <p14:tracePt t="103633" x="6959600" y="4479925"/>
          <p14:tracePt t="103641" x="6884988" y="4505325"/>
          <p14:tracePt t="103649" x="6821488" y="4530725"/>
          <p14:tracePt t="103657" x="6772275" y="4543425"/>
          <p14:tracePt t="103665" x="6696075" y="4567238"/>
          <p14:tracePt t="103673" x="6621463" y="4567238"/>
          <p14:tracePt t="103682" x="6546850" y="4592638"/>
          <p14:tracePt t="103689" x="6459538" y="4605338"/>
          <p14:tracePt t="103698" x="6346825" y="4618038"/>
          <p14:tracePt t="103705" x="6259513" y="4618038"/>
          <p14:tracePt t="103715" x="6134100" y="4618038"/>
          <p14:tracePt t="103721" x="6021388" y="4618038"/>
          <p14:tracePt t="103731" x="5908675" y="4618038"/>
          <p14:tracePt t="103737" x="5821363" y="4618038"/>
          <p14:tracePt t="103746" x="5719763" y="4618038"/>
          <p14:tracePt t="103753" x="5645150" y="4592638"/>
          <p14:tracePt t="103761" x="5583238" y="4579938"/>
          <p14:tracePt t="103769" x="5532438" y="4554538"/>
          <p14:tracePt t="103777" x="5507038" y="4530725"/>
          <p14:tracePt t="103785" x="5495925" y="4518025"/>
          <p14:tracePt t="103793" x="5470525" y="4479925"/>
          <p14:tracePt t="103801" x="5457825" y="4443413"/>
          <p14:tracePt t="103809" x="5457825" y="4418013"/>
          <p14:tracePt t="103817" x="5445125" y="4367213"/>
          <p14:tracePt t="103825" x="5445125" y="4318000"/>
          <p14:tracePt t="103833" x="5432425" y="4241800"/>
          <p14:tracePt t="103841" x="5432425" y="4192588"/>
          <p14:tracePt t="103849" x="5432425" y="4129088"/>
          <p14:tracePt t="103857" x="5432425" y="4079875"/>
          <p14:tracePt t="103865" x="5432425" y="4005263"/>
          <p14:tracePt t="103873" x="5432425" y="3941763"/>
          <p14:tracePt t="103881" x="5432425" y="3867150"/>
          <p14:tracePt t="103889" x="5432425" y="3803650"/>
          <p14:tracePt t="103897" x="5432425" y="3741738"/>
          <p14:tracePt t="103905" x="5470525" y="3654425"/>
          <p14:tracePt t="103916" x="5507038" y="3590925"/>
          <p14:tracePt t="103921" x="5519738" y="3541713"/>
          <p14:tracePt t="103931" x="5545138" y="3490913"/>
          <p14:tracePt t="103937" x="5570538" y="3467100"/>
          <p14:tracePt t="103947" x="5607050" y="3416300"/>
          <p14:tracePt t="103953" x="5632450" y="3390900"/>
          <p14:tracePt t="103964" x="5683250" y="3354388"/>
          <p14:tracePt t="103969" x="5708650" y="3341688"/>
          <p14:tracePt t="103977" x="5757863" y="3328988"/>
          <p14:tracePt t="103985" x="5795963" y="3303588"/>
          <p14:tracePt t="103993" x="5832475" y="3303588"/>
          <p14:tracePt t="104001" x="5883275" y="3290888"/>
          <p14:tracePt t="104015" x="5970588" y="3278188"/>
          <p14:tracePt t="104017" x="6021388" y="3278188"/>
          <p14:tracePt t="104025" x="6108700" y="3241675"/>
          <p14:tracePt t="104033" x="6170613" y="3241675"/>
          <p14:tracePt t="104041" x="6234113" y="3241675"/>
          <p14:tracePt t="104049" x="6270625" y="3241675"/>
          <p14:tracePt t="104057" x="6359525" y="3241675"/>
          <p14:tracePt t="104065" x="6421438" y="3241675"/>
          <p14:tracePt t="104073" x="6508750" y="3241675"/>
          <p14:tracePt t="104081" x="6596063" y="3254375"/>
          <p14:tracePt t="104089" x="6684963" y="3278188"/>
          <p14:tracePt t="104097" x="6746875" y="3303588"/>
          <p14:tracePt t="104105" x="6808788" y="3328988"/>
          <p14:tracePt t="104115" x="6872288" y="3367088"/>
          <p14:tracePt t="104121" x="6934200" y="3390900"/>
          <p14:tracePt t="104132" x="7010400" y="3429000"/>
          <p14:tracePt t="104137" x="7046913" y="3441700"/>
          <p14:tracePt t="104147" x="7085013" y="3467100"/>
          <p14:tracePt t="104153" x="7110413" y="3490913"/>
          <p14:tracePt t="104164" x="7146925" y="3529013"/>
          <p14:tracePt t="104169" x="7172325" y="3541713"/>
          <p14:tracePt t="104180" x="7210425" y="3590925"/>
          <p14:tracePt t="104185" x="7235825" y="3616325"/>
          <p14:tracePt t="104201" x="7246938" y="3654425"/>
          <p14:tracePt t="104209" x="7285038" y="3716338"/>
          <p14:tracePt t="104217" x="7297738" y="3729038"/>
          <p14:tracePt t="104225" x="7297738" y="3754438"/>
          <p14:tracePt t="104233" x="7297738" y="3779838"/>
          <p14:tracePt t="104241" x="7297738" y="3803650"/>
          <p14:tracePt t="104249" x="7297738" y="3816350"/>
          <p14:tracePt t="104257" x="7297738" y="3841750"/>
          <p14:tracePt t="104265" x="7297738" y="3854450"/>
          <p14:tracePt t="104289" x="7297738" y="3879850"/>
          <p14:tracePt t="104306" x="7297738" y="3892550"/>
          <p14:tracePt t="104322" x="7297738" y="3905250"/>
          <p14:tracePt t="104332" x="7297738" y="3916363"/>
          <p14:tracePt t="104337" x="7297738" y="3929063"/>
          <p14:tracePt t="104353" x="7297738" y="3954463"/>
          <p14:tracePt t="104364" x="7297738" y="3992563"/>
          <p14:tracePt t="104369" x="7297738" y="4017963"/>
          <p14:tracePt t="104381" x="7272338" y="4054475"/>
          <p14:tracePt t="104385" x="7259638" y="4092575"/>
          <p14:tracePt t="104393" x="7223125" y="4117975"/>
          <p14:tracePt t="104401" x="7223125" y="4141788"/>
          <p14:tracePt t="104409" x="7185025" y="4192588"/>
          <p14:tracePt t="104417" x="7172325" y="4217988"/>
          <p14:tracePt t="104425" x="7134225" y="4241800"/>
          <p14:tracePt t="104433" x="7123113" y="4267200"/>
          <p14:tracePt t="104441" x="7110413" y="4279900"/>
          <p14:tracePt t="104449" x="7085013" y="4305300"/>
          <p14:tracePt t="104457" x="7072313" y="4318000"/>
          <p14:tracePt t="104473" x="7046913" y="4341813"/>
          <p14:tracePt t="104481" x="7021513" y="4354513"/>
          <p14:tracePt t="104489" x="6997700" y="4367213"/>
          <p14:tracePt t="104497" x="6972300" y="4379913"/>
          <p14:tracePt t="104505" x="6959600" y="4379913"/>
          <p14:tracePt t="104514" x="6934200" y="4392613"/>
          <p14:tracePt t="104521" x="6910388" y="4405313"/>
          <p14:tracePt t="104531" x="6897688" y="4405313"/>
          <p14:tracePt t="104537" x="6884988" y="4405313"/>
          <p14:tracePt t="104546" x="6859588" y="4405313"/>
          <p14:tracePt t="104553" x="6859588" y="4418013"/>
          <p14:tracePt t="104585" x="6846888" y="4418013"/>
          <p14:tracePt t="104619" x="6821488" y="4418013"/>
          <p14:tracePt t="104627" x="6784975" y="4354513"/>
          <p14:tracePt t="104635" x="6772275" y="4330700"/>
          <p14:tracePt t="104641" x="6746875" y="4305300"/>
          <p14:tracePt t="104649" x="6721475" y="4279900"/>
          <p14:tracePt t="104658" x="6684963" y="4241800"/>
          <p14:tracePt t="104665" x="6672263" y="4230688"/>
          <p14:tracePt t="104673" x="6659563" y="4205288"/>
          <p14:tracePt t="104681" x="6634163" y="4192588"/>
          <p14:tracePt t="104689" x="6621463" y="4179888"/>
          <p14:tracePt t="104697" x="6608763" y="4167188"/>
          <p14:tracePt t="104705" x="6608763" y="4154488"/>
          <p14:tracePt t="104714" x="6596063" y="4141788"/>
          <p14:tracePt t="104721" x="6584950" y="4129088"/>
          <p14:tracePt t="104737" x="6584950" y="4105275"/>
          <p14:tracePt t="104746" x="6584950" y="4092575"/>
          <p14:tracePt t="104753" x="6584950" y="4067175"/>
          <p14:tracePt t="104763" x="6559550" y="4041775"/>
          <p14:tracePt t="104769" x="6559550" y="4029075"/>
          <p14:tracePt t="104781" x="6559550" y="4017963"/>
          <p14:tracePt t="104785" x="6559550" y="4005263"/>
          <p14:tracePt t="104796" x="6559550" y="3979863"/>
          <p14:tracePt t="104801" x="6559550" y="3967163"/>
          <p14:tracePt t="104809" x="6559550" y="3941763"/>
          <p14:tracePt t="104817" x="6559550" y="3929063"/>
          <p14:tracePt t="104825" x="6559550" y="3905250"/>
          <p14:tracePt t="104833" x="6559550" y="3892550"/>
          <p14:tracePt t="104849" x="6559550" y="3879850"/>
          <p14:tracePt t="104857" x="6559550" y="3867150"/>
          <p14:tracePt t="104879" x="6559550" y="3854450"/>
          <p14:tracePt t="104889" x="6559550" y="3841750"/>
          <p14:tracePt t="104897" x="6559550" y="3816350"/>
          <p14:tracePt t="104915" x="6572250" y="3816350"/>
          <p14:tracePt t="104923" x="6572250" y="3803650"/>
          <p14:tracePt t="104931" x="6584950" y="3803650"/>
          <p14:tracePt t="104937" x="6596063" y="3803650"/>
          <p14:tracePt t="104947" x="6621463" y="3779838"/>
          <p14:tracePt t="104953" x="6646863" y="3779838"/>
          <p14:tracePt t="104963" x="6672263" y="3767138"/>
          <p14:tracePt t="104969" x="6684963" y="3767138"/>
          <p14:tracePt t="104979" x="6708775" y="3754438"/>
          <p14:tracePt t="104985" x="6734175" y="3741738"/>
          <p14:tracePt t="104995" x="6746875" y="3729038"/>
          <p14:tracePt t="105001" x="6784975" y="3716338"/>
          <p14:tracePt t="105009" x="6797675" y="3716338"/>
          <p14:tracePt t="105017" x="6834188" y="3703638"/>
          <p14:tracePt t="105025" x="6859588" y="3703638"/>
          <p14:tracePt t="105033" x="6897688" y="3692525"/>
          <p14:tracePt t="105041" x="6921500" y="3692525"/>
          <p14:tracePt t="105049" x="6972300" y="3679825"/>
          <p14:tracePt t="105057" x="7010400" y="3679825"/>
          <p14:tracePt t="105065" x="7046913" y="3679825"/>
          <p14:tracePt t="105073" x="7085013" y="3667125"/>
          <p14:tracePt t="105081" x="7110413" y="3667125"/>
          <p14:tracePt t="105089" x="7146925" y="3667125"/>
          <p14:tracePt t="105097" x="7185025" y="3641725"/>
          <p14:tracePt t="105105" x="7197725" y="3641725"/>
          <p14:tracePt t="105113" x="7210425" y="3641725"/>
          <p14:tracePt t="105121" x="7223125" y="3641725"/>
          <p14:tracePt t="105130" x="7246938" y="3641725"/>
          <p14:tracePt t="105137" x="7272338" y="3629025"/>
          <p14:tracePt t="105153" x="7297738" y="3629025"/>
          <p14:tracePt t="105163" x="7335838" y="3629025"/>
          <p14:tracePt t="105169" x="7348538" y="3641725"/>
          <p14:tracePt t="105180" x="7359650" y="3641725"/>
          <p14:tracePt t="105185" x="7372350" y="3641725"/>
          <p14:tracePt t="105196" x="7397750" y="3654425"/>
          <p14:tracePt t="105201" x="7410450" y="3667125"/>
          <p14:tracePt t="105209" x="7435850" y="3679825"/>
          <p14:tracePt t="105217" x="7435850" y="3692525"/>
          <p14:tracePt t="105225" x="7448550" y="3692525"/>
          <p14:tracePt t="105241" x="7459663" y="3716338"/>
          <p14:tracePt t="105257" x="7472363" y="3729038"/>
          <p14:tracePt t="105273" x="7472363" y="3741738"/>
          <p14:tracePt t="105281" x="7472363" y="3767138"/>
          <p14:tracePt t="105289" x="7485063" y="3779838"/>
          <p14:tracePt t="105297" x="7485063" y="3792538"/>
          <p14:tracePt t="105305" x="7485063" y="3803650"/>
          <p14:tracePt t="105321" x="7485063" y="3829050"/>
          <p14:tracePt t="105330" x="7485063" y="3841750"/>
          <p14:tracePt t="105337" x="7485063" y="3867150"/>
          <p14:tracePt t="105346" x="7485063" y="3879850"/>
          <p14:tracePt t="105353" x="7485063" y="3905250"/>
          <p14:tracePt t="105363" x="7485063" y="3916363"/>
          <p14:tracePt t="105369" x="7485063" y="3954463"/>
          <p14:tracePt t="105379" x="7485063" y="3967163"/>
          <p14:tracePt t="105385" x="7485063" y="3992563"/>
          <p14:tracePt t="105395" x="7485063" y="4005263"/>
          <p14:tracePt t="105401" x="7485063" y="4029075"/>
          <p14:tracePt t="105412" x="7485063" y="4054475"/>
          <p14:tracePt t="105417" x="7485063" y="4079875"/>
          <p14:tracePt t="105425" x="7485063" y="4092575"/>
          <p14:tracePt t="105433" x="7485063" y="4105275"/>
          <p14:tracePt t="105441" x="7485063" y="4129088"/>
          <p14:tracePt t="105449" x="7485063" y="4141788"/>
          <p14:tracePt t="105457" x="7485063" y="4167188"/>
          <p14:tracePt t="105473" x="7485063" y="4192588"/>
          <p14:tracePt t="105481" x="7485063" y="4217988"/>
          <p14:tracePt t="105497" x="7485063" y="4230688"/>
          <p14:tracePt t="105505" x="7485063" y="4254500"/>
          <p14:tracePt t="105513" x="7472363" y="4267200"/>
          <p14:tracePt t="105521" x="7472363" y="4279900"/>
          <p14:tracePt t="105530" x="7472363" y="4292600"/>
          <p14:tracePt t="105537" x="7459663" y="4305300"/>
          <p14:tracePt t="105547" x="7448550" y="4330700"/>
          <p14:tracePt t="105563" x="7435850" y="4341813"/>
          <p14:tracePt t="105569" x="7423150" y="4367213"/>
          <p14:tracePt t="105580" x="7410450" y="4379913"/>
          <p14:tracePt t="105585" x="7397750" y="4405313"/>
          <p14:tracePt t="105596" x="7385050" y="4418013"/>
          <p14:tracePt t="105601" x="7359650" y="4430713"/>
          <p14:tracePt t="105612" x="7335838" y="4467225"/>
          <p14:tracePt t="105617" x="7310438" y="4467225"/>
          <p14:tracePt t="105625" x="7259638" y="4492625"/>
          <p14:tracePt t="105633" x="7235825" y="4518025"/>
          <p14:tracePt t="105641" x="7197725" y="4530725"/>
          <p14:tracePt t="105649" x="7159625" y="4554538"/>
          <p14:tracePt t="105657" x="7146925" y="4554538"/>
          <p14:tracePt t="105665" x="7123113" y="4567238"/>
          <p14:tracePt t="105673" x="7123113" y="4579938"/>
          <p14:tracePt t="105681" x="7097713" y="4579938"/>
          <p14:tracePt t="105689" x="7085013" y="4605338"/>
          <p14:tracePt t="105697" x="7072313" y="4605338"/>
          <p14:tracePt t="105705" x="7059613" y="4618038"/>
          <p14:tracePt t="105713" x="7046913" y="4630738"/>
          <p14:tracePt t="105721" x="7034213" y="4643438"/>
          <p14:tracePt t="105730" x="7034213" y="4656138"/>
          <p14:tracePt t="105746" x="7034213" y="4667250"/>
          <p14:tracePt t="105753" x="7034213" y="4692650"/>
          <p14:tracePt t="105762" x="7034213" y="4705350"/>
          <p14:tracePt t="105769" x="7034213" y="4718050"/>
          <p14:tracePt t="105779" x="7034213" y="4756150"/>
          <p14:tracePt t="105785" x="7034213" y="4768850"/>
          <p14:tracePt t="105795" x="7034213" y="4792663"/>
          <p14:tracePt t="105801" x="7034213" y="4805363"/>
          <p14:tracePt t="105809" x="7034213" y="4843463"/>
          <p14:tracePt t="105817" x="7034213" y="4856163"/>
          <p14:tracePt t="105833" x="7034213" y="4879975"/>
          <p14:tracePt t="105841" x="7046913" y="4905375"/>
          <p14:tracePt t="105849" x="7046913" y="4918075"/>
          <p14:tracePt t="105857" x="7046913" y="4930775"/>
          <p14:tracePt t="105865" x="7046913" y="4956175"/>
          <p14:tracePt t="105879" x="7046913" y="4968875"/>
          <p14:tracePt t="105889" x="7046913" y="4992688"/>
          <p14:tracePt t="105897" x="7046913" y="5005388"/>
          <p14:tracePt t="105913" x="7046913" y="5030788"/>
          <p14:tracePt t="105921" x="7034213" y="5043488"/>
          <p14:tracePt t="105929" x="7034213" y="5056188"/>
          <p14:tracePt t="105937" x="7021513" y="5068888"/>
          <p14:tracePt t="105946" x="7010400" y="5081588"/>
          <p14:tracePt t="105953" x="6997700" y="5092700"/>
          <p14:tracePt t="105963" x="6985000" y="5092700"/>
          <p14:tracePt t="105969" x="6972300" y="5105400"/>
          <p14:tracePt t="105980" x="6959600" y="5130800"/>
          <p14:tracePt t="105985" x="6946900" y="5130800"/>
          <p14:tracePt t="105995" x="6934200" y="5143500"/>
          <p14:tracePt t="106017" x="6921500" y="5156200"/>
          <p14:tracePt t="106033" x="6910388" y="5181600"/>
          <p14:tracePt t="106065" x="6897688" y="5194300"/>
          <p14:tracePt t="106073" x="6897688" y="5205413"/>
          <p14:tracePt t="106089" x="6897688" y="5218113"/>
          <p14:tracePt t="106097" x="6884988" y="5230813"/>
          <p14:tracePt t="106105" x="6884988" y="5243513"/>
          <p14:tracePt t="106121" x="6872288" y="5256213"/>
          <p14:tracePt t="106129" x="6859588" y="5268913"/>
          <p14:tracePt t="106137" x="6859588" y="5294313"/>
          <p14:tracePt t="106146" x="6846888" y="5305425"/>
          <p14:tracePt t="106153" x="6834188" y="5318125"/>
          <p14:tracePt t="106162" x="6808788" y="5330825"/>
          <p14:tracePt t="106169" x="6797675" y="5356225"/>
          <p14:tracePt t="106179" x="6772275" y="5368925"/>
          <p14:tracePt t="106185" x="6746875" y="5418138"/>
          <p14:tracePt t="106195" x="6708775" y="5430838"/>
          <p14:tracePt t="106201" x="6696075" y="5443538"/>
          <p14:tracePt t="106212" x="6672263" y="5456238"/>
          <p14:tracePt t="106217" x="6646863" y="5481638"/>
          <p14:tracePt t="106226" x="6608763" y="5481638"/>
          <p14:tracePt t="106233" x="6572250" y="5494338"/>
          <p14:tracePt t="106241" x="6546850" y="5518150"/>
          <p14:tracePt t="106249" x="6521450" y="5518150"/>
          <p14:tracePt t="106257" x="6508750" y="5518150"/>
          <p14:tracePt t="106265" x="6472238" y="5530850"/>
          <p14:tracePt t="106273" x="6434138" y="5530850"/>
          <p14:tracePt t="106281" x="6408738" y="5556250"/>
          <p14:tracePt t="106289" x="6359525" y="5556250"/>
          <p14:tracePt t="106297" x="6321425" y="5568950"/>
          <p14:tracePt t="106305" x="6283325" y="5581650"/>
          <p14:tracePt t="106313" x="6270625" y="5581650"/>
          <p14:tracePt t="106321" x="6234113" y="5581650"/>
          <p14:tracePt t="106329" x="6196013" y="5594350"/>
          <p14:tracePt t="106337" x="6134100" y="5594350"/>
          <p14:tracePt t="106346" x="6096000" y="5607050"/>
          <p14:tracePt t="106353" x="6045200" y="5607050"/>
          <p14:tracePt t="106362" x="6021388" y="5607050"/>
          <p14:tracePt t="106369" x="5983288" y="5607050"/>
          <p14:tracePt t="106379" x="5957888" y="5607050"/>
          <p14:tracePt t="106385" x="5908675" y="5607050"/>
          <p14:tracePt t="106395" x="5895975" y="5607050"/>
          <p14:tracePt t="106401" x="5857875" y="5619750"/>
          <p14:tracePt t="106412" x="5832475" y="5619750"/>
          <p14:tracePt t="106417" x="5783263" y="5619750"/>
          <p14:tracePt t="106429" x="5745163" y="5619750"/>
          <p14:tracePt t="106433" x="5708650" y="5619750"/>
          <p14:tracePt t="106441" x="5657850" y="5619750"/>
          <p14:tracePt t="106449" x="5619750" y="5619750"/>
          <p14:tracePt t="106457" x="5583238" y="5619750"/>
          <p14:tracePt t="106465" x="5545138" y="5619750"/>
          <p14:tracePt t="106473" x="5495925" y="5619750"/>
          <p14:tracePt t="106481" x="5457825" y="5619750"/>
          <p14:tracePt t="106489" x="5394325" y="5619750"/>
          <p14:tracePt t="106497" x="5357813" y="5619750"/>
          <p14:tracePt t="106505" x="5307013" y="5619750"/>
          <p14:tracePt t="106513" x="5257800" y="5619750"/>
          <p14:tracePt t="106521" x="5207000" y="5619750"/>
          <p14:tracePt t="106529" x="5170488" y="5619750"/>
          <p14:tracePt t="106537" x="5132388" y="5619750"/>
          <p14:tracePt t="106545" x="5081588" y="5619750"/>
          <p14:tracePt t="106553" x="5068888" y="5619750"/>
          <p14:tracePt t="106562" x="5057775" y="5619750"/>
          <p14:tracePt t="106569" x="5032375" y="5619750"/>
          <p14:tracePt t="106578" x="5019675" y="5619750"/>
          <p14:tracePt t="106585" x="5006975" y="5619750"/>
          <p14:tracePt t="106594" x="4994275" y="5619750"/>
          <p14:tracePt t="106601" x="4981575" y="5619750"/>
          <p14:tracePt t="106611" x="4968875" y="5607050"/>
          <p14:tracePt t="106627" x="4956175" y="5607050"/>
          <p14:tracePt t="106633" x="4945063" y="5594350"/>
          <p14:tracePt t="106649" x="4932363" y="5581650"/>
          <p14:tracePt t="106657" x="4906963" y="5568950"/>
          <p14:tracePt t="106665" x="4906963" y="5556250"/>
          <p14:tracePt t="106673" x="4894263" y="5556250"/>
          <p14:tracePt t="106681" x="4881563" y="5543550"/>
          <p14:tracePt t="106689" x="4868863" y="5543550"/>
          <p14:tracePt t="106697" x="4868863" y="5530850"/>
          <p14:tracePt t="106705" x="4856163" y="5530850"/>
          <p14:tracePt t="106713" x="4856163" y="5518150"/>
          <p14:tracePt t="106721" x="4832350" y="5507038"/>
          <p14:tracePt t="106729" x="4832350" y="5494338"/>
          <p14:tracePt t="106737" x="4819650" y="5481638"/>
          <p14:tracePt t="106745" x="4806950" y="5468938"/>
          <p14:tracePt t="106753" x="4794250" y="5456238"/>
          <p14:tracePt t="106762" x="4794250" y="5443538"/>
          <p14:tracePt t="106769" x="4794250" y="5430838"/>
          <p14:tracePt t="106778" x="4781550" y="5418138"/>
          <p14:tracePt t="106785" x="4781550" y="5407025"/>
          <p14:tracePt t="106795" x="4781550" y="5381625"/>
          <p14:tracePt t="106811" x="4768850" y="5356225"/>
          <p14:tracePt t="106817" x="4768850" y="5343525"/>
          <p14:tracePt t="106828" x="4768850" y="5330825"/>
          <p14:tracePt t="106845" x="4768850" y="5318125"/>
          <p14:tracePt t="106849" x="4768850" y="5305425"/>
          <p14:tracePt t="106857" x="4768850" y="5294313"/>
          <p14:tracePt t="106865" x="4768850" y="5281613"/>
          <p14:tracePt t="106873" x="4768850" y="5256213"/>
          <p14:tracePt t="106881" x="4768850" y="5230813"/>
          <p14:tracePt t="106897" x="4768850" y="5205413"/>
          <p14:tracePt t="106905" x="4768850" y="5181600"/>
          <p14:tracePt t="106913" x="4768850" y="5168900"/>
          <p14:tracePt t="106921" x="4768850" y="5143500"/>
          <p14:tracePt t="106929" x="4768850" y="5130800"/>
          <p14:tracePt t="106937" x="4768850" y="5105400"/>
          <p14:tracePt t="106962" x="4768850" y="5043488"/>
          <p14:tracePt t="106969" x="4781550" y="4992688"/>
          <p14:tracePt t="106978" x="4794250" y="4968875"/>
          <p14:tracePt t="106985" x="4806950" y="4956175"/>
          <p14:tracePt t="106994" x="4843463" y="4905375"/>
          <p14:tracePt t="107001" x="4868863" y="4868863"/>
          <p14:tracePt t="107011" x="4906963" y="4830763"/>
          <p14:tracePt t="107017" x="4945063" y="4779963"/>
          <p14:tracePt t="107027" x="4994275" y="4743450"/>
          <p14:tracePt t="107033" x="5032375" y="4705350"/>
          <p14:tracePt t="107044" x="5081588" y="4656138"/>
          <p14:tracePt t="107049" x="5145088" y="4605338"/>
          <p14:tracePt t="107058" x="5232400" y="4567238"/>
          <p14:tracePt t="107065" x="5281613" y="4543425"/>
          <p14:tracePt t="107073" x="5345113" y="4518025"/>
          <p14:tracePt t="107081" x="5432425" y="4479925"/>
          <p14:tracePt t="107089" x="5495925" y="4454525"/>
          <p14:tracePt t="107097" x="5570538" y="4418013"/>
          <p14:tracePt t="107105" x="5632450" y="4379913"/>
          <p14:tracePt t="107113" x="5719763" y="4367213"/>
          <p14:tracePt t="107121" x="5795963" y="4354513"/>
          <p14:tracePt t="107129" x="5870575" y="4318000"/>
          <p14:tracePt t="107137" x="5983288" y="4305300"/>
          <p14:tracePt t="107145" x="6070600" y="4305300"/>
          <p14:tracePt t="107153" x="6170613" y="4292600"/>
          <p14:tracePt t="107162" x="6246813" y="4267200"/>
          <p14:tracePt t="107169" x="6346825" y="4254500"/>
          <p14:tracePt t="107178" x="6434138" y="4254500"/>
          <p14:tracePt t="107185" x="6534150" y="4254500"/>
          <p14:tracePt t="107195" x="6621463" y="4254500"/>
          <p14:tracePt t="107201" x="6696075" y="4254500"/>
          <p14:tracePt t="107211" x="6784975" y="4254500"/>
          <p14:tracePt t="107217" x="6872288" y="4254500"/>
          <p14:tracePt t="107228" x="6946900" y="4254500"/>
          <p14:tracePt t="107233" x="7034213" y="4254500"/>
          <p14:tracePt t="107244" x="7085013" y="4254500"/>
          <p14:tracePt t="107249" x="7159625" y="4267200"/>
          <p14:tracePt t="107261" x="7246938" y="4292600"/>
          <p14:tracePt t="107265" x="7335838" y="4330700"/>
          <p14:tracePt t="107273" x="7397750" y="4354513"/>
          <p14:tracePt t="107281" x="7423150" y="4367213"/>
          <p14:tracePt t="107289" x="7448550" y="4392613"/>
          <p14:tracePt t="107297" x="7485063" y="4418013"/>
          <p14:tracePt t="107305" x="7510463" y="4430713"/>
          <p14:tracePt t="107313" x="7535863" y="4454525"/>
          <p14:tracePt t="107321" x="7548563" y="4479925"/>
          <p14:tracePt t="107329" x="7561263" y="4518025"/>
          <p14:tracePt t="107337" x="7572375" y="4530725"/>
          <p14:tracePt t="107345" x="7597775" y="4567238"/>
          <p14:tracePt t="107353" x="7623175" y="4630738"/>
          <p14:tracePt t="107362" x="7623175" y="4656138"/>
          <p14:tracePt t="107369" x="7635875" y="4667250"/>
          <p14:tracePt t="107378" x="7648575" y="4718050"/>
          <p14:tracePt t="107385" x="7661275" y="4768850"/>
          <p14:tracePt t="107394" x="7673975" y="4805363"/>
          <p14:tracePt t="107401" x="7673975" y="4830763"/>
          <p14:tracePt t="107411" x="7685088" y="4868863"/>
          <p14:tracePt t="107417" x="7685088" y="4918075"/>
          <p14:tracePt t="107427" x="7685088" y="4956175"/>
          <p14:tracePt t="107433" x="7685088" y="4992688"/>
          <p14:tracePt t="107443" x="7685088" y="5030788"/>
          <p14:tracePt t="107449" x="7685088" y="5068888"/>
          <p14:tracePt t="107460" x="7685088" y="5105400"/>
          <p14:tracePt t="107465" x="7685088" y="5118100"/>
          <p14:tracePt t="107473" x="7685088" y="5156200"/>
          <p14:tracePt t="107481" x="7685088" y="5181600"/>
          <p14:tracePt t="107489" x="7673975" y="5205413"/>
          <p14:tracePt t="107497" x="7661275" y="5243513"/>
          <p14:tracePt t="107505" x="7635875" y="5268913"/>
          <p14:tracePt t="107513" x="7623175" y="5281613"/>
          <p14:tracePt t="107521" x="7585075" y="5330825"/>
          <p14:tracePt t="107529" x="7548563" y="5356225"/>
          <p14:tracePt t="107537" x="7497763" y="5394325"/>
          <p14:tracePt t="107545" x="7472363" y="5407025"/>
          <p14:tracePt t="107553" x="7410450" y="5456238"/>
          <p14:tracePt t="107561" x="7323138" y="5494338"/>
          <p14:tracePt t="107569" x="7246938" y="5530850"/>
          <p14:tracePt t="107578" x="7159625" y="5568950"/>
          <p14:tracePt t="107585" x="7059613" y="5607050"/>
          <p14:tracePt t="107594" x="6934200" y="5643563"/>
          <p14:tracePt t="107601" x="6834188" y="5668963"/>
          <p14:tracePt t="107611" x="6708775" y="5707063"/>
          <p14:tracePt t="107617" x="6596063" y="5743575"/>
          <p14:tracePt t="107627" x="6459538" y="5768975"/>
          <p14:tracePt t="107633" x="6321425" y="5781675"/>
          <p14:tracePt t="107644" x="6234113" y="5807075"/>
          <p14:tracePt t="107649" x="6096000" y="5807075"/>
          <p14:tracePt t="107661" x="5970588" y="5807075"/>
          <p14:tracePt t="107665" x="5832475" y="5807075"/>
          <p14:tracePt t="107673" x="5708650" y="5807075"/>
          <p14:tracePt t="107681" x="5570538" y="5807075"/>
          <p14:tracePt t="107689" x="5457825" y="5807075"/>
          <p14:tracePt t="107697" x="5357813" y="5807075"/>
          <p14:tracePt t="107705" x="5281613" y="5807075"/>
          <p14:tracePt t="107713" x="5181600" y="5807075"/>
          <p14:tracePt t="107721" x="5081588" y="5781675"/>
          <p14:tracePt t="107729" x="4956175" y="5743575"/>
          <p14:tracePt t="107737" x="4881563" y="5707063"/>
          <p14:tracePt t="107745" x="4794250" y="5681663"/>
          <p14:tracePt t="107753" x="4694238" y="5619750"/>
          <p14:tracePt t="107761" x="4630738" y="5568950"/>
          <p14:tracePt t="107769" x="4568825" y="5543550"/>
          <p14:tracePt t="107777" x="4556125" y="5518150"/>
          <p14:tracePt t="107785" x="4518025" y="5481638"/>
          <p14:tracePt t="107795" x="4506913" y="5443538"/>
          <p14:tracePt t="107801" x="4481513" y="5407025"/>
          <p14:tracePt t="107810" x="4468813" y="5381625"/>
          <p14:tracePt t="107817" x="4456113" y="5343525"/>
          <p14:tracePt t="107827" x="4456113" y="5330825"/>
          <p14:tracePt t="107833" x="4456113" y="5294313"/>
          <p14:tracePt t="107843" x="4430713" y="5268913"/>
          <p14:tracePt t="107849" x="4430713" y="5230813"/>
          <p14:tracePt t="107859" x="4430713" y="5205413"/>
          <p14:tracePt t="107865" x="4430713" y="5194300"/>
          <p14:tracePt t="107873" x="4418013" y="5156200"/>
          <p14:tracePt t="107894" x="4418013" y="5105400"/>
          <p14:tracePt t="107897" x="4418013" y="5068888"/>
          <p14:tracePt t="107905" x="4418013" y="5030788"/>
          <p14:tracePt t="107913" x="4418013" y="5005388"/>
          <p14:tracePt t="107921" x="4418013" y="4956175"/>
          <p14:tracePt t="107929" x="4418013" y="4918075"/>
          <p14:tracePt t="107937" x="4418013" y="4879975"/>
          <p14:tracePt t="107945" x="4418013" y="4856163"/>
          <p14:tracePt t="107953" x="4418013" y="4830763"/>
          <p14:tracePt t="107961" x="4418013" y="4792663"/>
          <p14:tracePt t="107969" x="4418013" y="4779963"/>
          <p14:tracePt t="107977" x="4418013" y="4743450"/>
          <p14:tracePt t="107985" x="4418013" y="4705350"/>
          <p14:tracePt t="107993" x="4418013" y="4667250"/>
          <p14:tracePt t="108001" x="4430713" y="4630738"/>
          <p14:tracePt t="108010" x="4443413" y="4605338"/>
          <p14:tracePt t="108017" x="4468813" y="4567238"/>
          <p14:tracePt t="108027" x="4481513" y="4543425"/>
          <p14:tracePt t="108033" x="4506913" y="4505325"/>
          <p14:tracePt t="108043" x="4543425" y="4443413"/>
          <p14:tracePt t="108049" x="4556125" y="4418013"/>
          <p14:tracePt t="108059" x="4606925" y="4379913"/>
          <p14:tracePt t="108065" x="4630738" y="4318000"/>
          <p14:tracePt t="108077" x="4681538" y="4279900"/>
          <p14:tracePt t="108081" x="4756150" y="4241800"/>
          <p14:tracePt t="108089" x="4832350" y="4205288"/>
          <p14:tracePt t="108097" x="4906963" y="4154488"/>
          <p14:tracePt t="108105" x="4981575" y="4117975"/>
          <p14:tracePt t="108113" x="5032375" y="4092575"/>
          <p14:tracePt t="108121" x="5119688" y="4054475"/>
          <p14:tracePt t="108129" x="5181600" y="4029075"/>
          <p14:tracePt t="108137" x="5270500" y="4029075"/>
          <p14:tracePt t="108145" x="5319713" y="4017963"/>
          <p14:tracePt t="108153" x="5407025" y="4005263"/>
          <p14:tracePt t="108161" x="5457825" y="4005263"/>
          <p14:tracePt t="108169" x="5507038" y="4005263"/>
          <p14:tracePt t="108177" x="5570538" y="4005263"/>
          <p14:tracePt t="108185" x="5645150" y="4005263"/>
          <p14:tracePt t="108193" x="5695950" y="4005263"/>
          <p14:tracePt t="108201" x="5745163" y="4005263"/>
          <p14:tracePt t="108210" x="5795963" y="4005263"/>
          <p14:tracePt t="108217" x="5870575" y="4005263"/>
          <p14:tracePt t="108226" x="5932488" y="4017963"/>
          <p14:tracePt t="108233" x="6008688" y="4029075"/>
          <p14:tracePt t="108243" x="6083300" y="4041775"/>
          <p14:tracePt t="108249" x="6146800" y="4067175"/>
          <p14:tracePt t="108259" x="6157913" y="4092575"/>
          <p14:tracePt t="108265" x="6208713" y="4129088"/>
          <p14:tracePt t="108276" x="6259513" y="4141788"/>
          <p14:tracePt t="108281" x="6296025" y="4141788"/>
          <p14:tracePt t="108289" x="6308725" y="4154488"/>
          <p14:tracePt t="108297" x="6346825" y="4179888"/>
          <p14:tracePt t="108305" x="6359525" y="4179888"/>
          <p14:tracePt t="108313" x="6370638" y="4192588"/>
          <p14:tracePt t="108321" x="6383338" y="4192588"/>
          <p14:tracePt t="108329" x="6396038" y="4217988"/>
          <p14:tracePt t="108345" x="6421438" y="4241800"/>
          <p14:tracePt t="108353" x="6421438" y="4254500"/>
          <p14:tracePt t="108369" x="6446838" y="4292600"/>
          <p14:tracePt t="108377" x="6459538" y="4318000"/>
          <p14:tracePt t="108385" x="6472238" y="4354513"/>
          <p14:tracePt t="108393" x="6483350" y="4379913"/>
          <p14:tracePt t="108401" x="6483350" y="4405313"/>
          <p14:tracePt t="108411" x="6483350" y="4443413"/>
          <p14:tracePt t="108417" x="6483350" y="4467225"/>
          <p14:tracePt t="108427" x="6496050" y="4505325"/>
          <p14:tracePt t="108433" x="6496050" y="4530725"/>
          <p14:tracePt t="108444" x="6496050" y="4567238"/>
          <p14:tracePt t="108449" x="6496050" y="4605338"/>
          <p14:tracePt t="108459" x="6496050" y="4630738"/>
          <p14:tracePt t="108465" x="6496050" y="4667250"/>
          <p14:tracePt t="108476" x="6496050" y="4705350"/>
          <p14:tracePt t="108481" x="6496050" y="4743450"/>
          <p14:tracePt t="108493" x="6496050" y="4768850"/>
          <p14:tracePt t="108497" x="6496050" y="4818063"/>
          <p14:tracePt t="108505" x="6472238" y="4856163"/>
          <p14:tracePt t="108513" x="6446838" y="4892675"/>
          <p14:tracePt t="108521" x="6421438" y="4943475"/>
          <p14:tracePt t="108529" x="6383338" y="4981575"/>
          <p14:tracePt t="108537" x="6359525" y="5030788"/>
          <p14:tracePt t="108545" x="6334125" y="5056188"/>
          <p14:tracePt t="108553" x="6308725" y="5081588"/>
          <p14:tracePt t="108561" x="6259513" y="5130800"/>
          <p14:tracePt t="108569" x="6234113" y="5156200"/>
          <p14:tracePt t="108577" x="6183313" y="5194300"/>
          <p14:tracePt t="108585" x="6134100" y="5243513"/>
          <p14:tracePt t="108593" x="6096000" y="5256213"/>
          <p14:tracePt t="108601" x="6045200" y="5294313"/>
          <p14:tracePt t="108609" x="5983288" y="5330825"/>
          <p14:tracePt t="108617" x="5945188" y="5356225"/>
          <p14:tracePt t="108627" x="5921375" y="5368925"/>
          <p14:tracePt t="108633" x="5870575" y="5394325"/>
          <p14:tracePt t="108643" x="5832475" y="5418138"/>
          <p14:tracePt t="108649" x="5770563" y="5456238"/>
          <p14:tracePt t="108659" x="5732463" y="5468938"/>
          <p14:tracePt t="108665" x="5695950" y="5468938"/>
          <p14:tracePt t="108676" x="5670550" y="5494338"/>
          <p14:tracePt t="108681" x="5645150" y="5507038"/>
          <p14:tracePt t="108692" x="5583238" y="5518150"/>
          <p14:tracePt t="108697" x="5519738" y="5543550"/>
          <p14:tracePt t="108705" x="5470525" y="5543550"/>
          <p14:tracePt t="108713" x="5394325" y="5556250"/>
          <p14:tracePt t="108721" x="5332413" y="5556250"/>
          <p14:tracePt t="108729" x="5270500" y="5556250"/>
          <p14:tracePt t="108737" x="5194300" y="5568950"/>
          <p14:tracePt t="108745" x="5119688" y="5568950"/>
          <p14:tracePt t="108753" x="5057775" y="5568950"/>
          <p14:tracePt t="108761" x="5006975" y="5568950"/>
          <p14:tracePt t="108769" x="4956175" y="5568950"/>
          <p14:tracePt t="108777" x="4919663" y="5568950"/>
          <p14:tracePt t="108785" x="4868863" y="5568950"/>
          <p14:tracePt t="108793" x="4843463" y="5556250"/>
          <p14:tracePt t="108801" x="4794250" y="5530850"/>
          <p14:tracePt t="108809" x="4781550" y="5507038"/>
          <p14:tracePt t="108817" x="4743450" y="5481638"/>
          <p14:tracePt t="108827" x="4706938" y="5443538"/>
          <p14:tracePt t="108833" x="4694238" y="5418138"/>
          <p14:tracePt t="108843" x="4681538" y="5368925"/>
          <p14:tracePt t="108849" x="4668838" y="5330825"/>
          <p14:tracePt t="108858" x="4656138" y="5294313"/>
          <p14:tracePt t="108865" x="4656138" y="5268913"/>
          <p14:tracePt t="108873" x="4656138" y="5256213"/>
          <p14:tracePt t="108893" x="4656138" y="5218113"/>
          <p14:tracePt t="108897" x="4656138" y="5194300"/>
          <p14:tracePt t="108905" x="4656138" y="5181600"/>
          <p14:tracePt t="108913" x="4656138" y="5143500"/>
          <p14:tracePt t="108921" x="4656138" y="5105400"/>
          <p14:tracePt t="108929" x="4656138" y="5081588"/>
          <p14:tracePt t="108937" x="4656138" y="5030788"/>
          <p14:tracePt t="108945" x="4656138" y="4943475"/>
          <p14:tracePt t="108953" x="4668838" y="4868863"/>
          <p14:tracePt t="108961" x="4694238" y="4805363"/>
          <p14:tracePt t="108969" x="4732338" y="4730750"/>
          <p14:tracePt t="108977" x="4768850" y="4618038"/>
          <p14:tracePt t="108985" x="4819650" y="4543425"/>
          <p14:tracePt t="108993" x="4868863" y="4492625"/>
          <p14:tracePt t="109001" x="4919663" y="4418013"/>
          <p14:tracePt t="109009" x="4968875" y="4367213"/>
          <p14:tracePt t="109017" x="4994275" y="4341813"/>
          <p14:tracePt t="109026" x="5057775" y="4279900"/>
          <p14:tracePt t="109033" x="5132388" y="4230688"/>
          <p14:tracePt t="109043" x="5207000" y="4179888"/>
          <p14:tracePt t="109049" x="5257800" y="4141788"/>
          <p14:tracePt t="109058" x="5332413" y="4105275"/>
          <p14:tracePt t="109065" x="5432425" y="4067175"/>
          <p14:tracePt t="109075" x="5519738" y="4041775"/>
          <p14:tracePt t="109081" x="5583238" y="4005263"/>
          <p14:tracePt t="109092" x="5645150" y="3967163"/>
          <p14:tracePt t="109097" x="5745163" y="3941763"/>
          <p14:tracePt t="109105" x="5832475" y="3916363"/>
          <p14:tracePt t="109113" x="5945188" y="3879850"/>
          <p14:tracePt t="109121" x="6034088" y="3867150"/>
          <p14:tracePt t="109129" x="6096000" y="3854450"/>
          <p14:tracePt t="109137" x="6196013" y="3854450"/>
          <p14:tracePt t="109145" x="6270625" y="3854450"/>
          <p14:tracePt t="109153" x="6334125" y="3854450"/>
          <p14:tracePt t="109161" x="6434138" y="3854450"/>
          <p14:tracePt t="109169" x="6508750" y="3854450"/>
          <p14:tracePt t="109177" x="6572250" y="3854450"/>
          <p14:tracePt t="109185" x="6659563" y="3854450"/>
          <p14:tracePt t="109193" x="6708775" y="3854450"/>
          <p14:tracePt t="109201" x="6759575" y="3854450"/>
          <p14:tracePt t="109209" x="6808788" y="3854450"/>
          <p14:tracePt t="109217" x="6859588" y="3854450"/>
          <p14:tracePt t="109227" x="6897688" y="3854450"/>
          <p14:tracePt t="109233" x="6972300" y="3892550"/>
          <p14:tracePt t="109243" x="6997700" y="3892550"/>
          <p14:tracePt t="109249" x="7059613" y="3929063"/>
          <p14:tracePt t="109259" x="7085013" y="3954463"/>
          <p14:tracePt t="109265" x="7146925" y="3992563"/>
          <p14:tracePt t="109275" x="7159625" y="4005263"/>
          <p14:tracePt t="109281" x="7197725" y="4054475"/>
          <p14:tracePt t="109293" x="7246938" y="4092575"/>
          <p14:tracePt t="109297" x="7272338" y="4129088"/>
          <p14:tracePt t="109308" x="7310438" y="4167188"/>
          <p14:tracePt t="109313" x="7359650" y="4230688"/>
          <p14:tracePt t="109321" x="7385050" y="4279900"/>
          <p14:tracePt t="109329" x="7423150" y="4330700"/>
          <p14:tracePt t="109337" x="7459663" y="4392613"/>
          <p14:tracePt t="109345" x="7510463" y="4454525"/>
          <p14:tracePt t="109353" x="7561263" y="4554538"/>
          <p14:tracePt t="109361" x="7597775" y="4630738"/>
          <p14:tracePt t="109369" x="7623175" y="4705350"/>
          <p14:tracePt t="109377" x="7635875" y="4792663"/>
          <p14:tracePt t="109385" x="7661275" y="4856163"/>
          <p14:tracePt t="109393" x="7673975" y="4930775"/>
          <p14:tracePt t="109401" x="7673975" y="5030788"/>
          <p14:tracePt t="109409" x="7673975" y="5105400"/>
          <p14:tracePt t="109417" x="7673975" y="5168900"/>
          <p14:tracePt t="109425" x="7673975" y="5230813"/>
          <p14:tracePt t="109433" x="7673975" y="5318125"/>
          <p14:tracePt t="109443" x="7673975" y="5368925"/>
          <p14:tracePt t="109449" x="7661275" y="5443538"/>
          <p14:tracePt t="109458" x="7635875" y="5518150"/>
          <p14:tracePt t="109465" x="7597775" y="5568950"/>
          <p14:tracePt t="109475" x="7572375" y="5630863"/>
          <p14:tracePt t="109481" x="7510463" y="5719763"/>
          <p14:tracePt t="109491" x="7459663" y="5794375"/>
          <p14:tracePt t="109497" x="7397750" y="5868988"/>
          <p14:tracePt t="109507" x="7335838" y="5956300"/>
          <p14:tracePt t="109513" x="7259638" y="6032500"/>
          <p14:tracePt t="109521" x="7172325" y="6132513"/>
          <p14:tracePt t="109529" x="7110413" y="6219825"/>
          <p14:tracePt t="109537" x="6997700" y="6307138"/>
          <p14:tracePt t="109545" x="6921500" y="6381750"/>
          <p14:tracePt t="109553" x="6846888" y="6470650"/>
          <p14:tracePt t="109561" x="6759575" y="6532563"/>
          <p14:tracePt t="109569" x="6672263" y="6594475"/>
          <p14:tracePt t="109577" x="6596063" y="6645275"/>
          <p14:tracePt t="109585" x="6521450" y="6696075"/>
          <p14:tracePt t="109593" x="6446838" y="6745288"/>
          <p14:tracePt t="109601" x="6359525" y="6796088"/>
          <p14:tracePt t="109609" x="6283325" y="6832600"/>
          <p14:tracePt t="109761" x="4443413" y="6732588"/>
          <p14:tracePt t="109769" x="4343400" y="6657975"/>
          <p14:tracePt t="109777" x="4230688" y="6570663"/>
          <p14:tracePt t="109785" x="4181475" y="6519863"/>
          <p14:tracePt t="109793" x="4117975" y="6457950"/>
          <p14:tracePt t="109801" x="4081463" y="6407150"/>
          <p14:tracePt t="109809" x="4030663" y="6357938"/>
          <p14:tracePt t="109817" x="4005263" y="6319838"/>
          <p14:tracePt t="109825" x="3979863" y="6269038"/>
          <p14:tracePt t="109833" x="3968750" y="6232525"/>
          <p14:tracePt t="109842" x="3968750" y="6181725"/>
          <p14:tracePt t="109849" x="3956050" y="6132513"/>
          <p14:tracePt t="109858" x="3956050" y="6056313"/>
          <p14:tracePt t="109865" x="3956050" y="5994400"/>
          <p14:tracePt t="109876" x="3956050" y="5894388"/>
          <p14:tracePt t="109881" x="3956050" y="5807075"/>
          <p14:tracePt t="109891" x="3956050" y="5707063"/>
          <p14:tracePt t="109897" x="3968750" y="5581650"/>
          <p14:tracePt t="109907" x="3992563" y="5494338"/>
          <p14:tracePt t="109913" x="4030663" y="5381625"/>
          <p14:tracePt t="109924" x="4056063" y="5305425"/>
          <p14:tracePt t="109929" x="4092575" y="5218113"/>
          <p14:tracePt t="109937" x="4105275" y="5181600"/>
          <p14:tracePt t="109945" x="4130675" y="5092700"/>
          <p14:tracePt t="109953" x="4156075" y="5030788"/>
          <p14:tracePt t="109961" x="4181475" y="4981575"/>
          <p14:tracePt t="109969" x="4217988" y="4918075"/>
          <p14:tracePt t="109977" x="4230688" y="4892675"/>
          <p14:tracePt t="109985" x="4268788" y="4818063"/>
          <p14:tracePt t="109993" x="4281488" y="4792663"/>
          <p14:tracePt t="110001" x="4330700" y="4743450"/>
          <p14:tracePt t="110009" x="4356100" y="4692650"/>
          <p14:tracePt t="110017" x="4430713" y="4630738"/>
          <p14:tracePt t="110025" x="4494213" y="4592638"/>
          <p14:tracePt t="110033" x="4568825" y="4530725"/>
          <p14:tracePt t="110042" x="4630738" y="4479925"/>
          <p14:tracePt t="110049" x="4706938" y="4430713"/>
          <p14:tracePt t="110058" x="4794250" y="4379913"/>
          <p14:tracePt t="110065" x="4894263" y="4330700"/>
          <p14:tracePt t="110075" x="4968875" y="4292600"/>
          <p14:tracePt t="110081" x="5081588" y="4254500"/>
          <p14:tracePt t="110092" x="5181600" y="4241800"/>
          <p14:tracePt t="110097" x="5281613" y="4179888"/>
          <p14:tracePt t="110107" x="5383213" y="4167188"/>
          <p14:tracePt t="110113" x="5495925" y="4167188"/>
          <p14:tracePt t="110124" x="5619750" y="4167188"/>
          <p14:tracePt t="110129" x="5732463" y="4167188"/>
          <p14:tracePt t="110138" x="5857875" y="4167188"/>
          <p14:tracePt t="110145" x="5995988" y="4167188"/>
          <p14:tracePt t="110153" x="6108700" y="4167188"/>
          <p14:tracePt t="110161" x="6234113" y="4167188"/>
          <p14:tracePt t="110169" x="6359525" y="4167188"/>
          <p14:tracePt t="110177" x="6459538" y="4167188"/>
          <p14:tracePt t="110185" x="6621463" y="4179888"/>
          <p14:tracePt t="110193" x="6721475" y="4192588"/>
          <p14:tracePt t="110201" x="6821488" y="4217988"/>
          <p14:tracePt t="110209" x="6921500" y="4267200"/>
          <p14:tracePt t="110217" x="7034213" y="4318000"/>
          <p14:tracePt t="110225" x="7123113" y="4379913"/>
          <p14:tracePt t="110233" x="7197725" y="4430713"/>
          <p14:tracePt t="110242" x="7272338" y="4467225"/>
          <p14:tracePt t="110249" x="7323138" y="4505325"/>
          <p14:tracePt t="110258" x="7372350" y="4567238"/>
          <p14:tracePt t="110265" x="7397750" y="4630738"/>
          <p14:tracePt t="110275" x="7410450" y="4667250"/>
          <p14:tracePt t="110281" x="7435850" y="4730750"/>
          <p14:tracePt t="110291" x="7459663" y="4805363"/>
          <p14:tracePt t="110297" x="7472363" y="4892675"/>
          <p14:tracePt t="110307" x="7472363" y="4981575"/>
          <p14:tracePt t="110313" x="7472363" y="5081588"/>
          <p14:tracePt t="110324" x="7472363" y="5168900"/>
          <p14:tracePt t="110329" x="7472363" y="5268913"/>
          <p14:tracePt t="110337" x="7459663" y="5368925"/>
          <p14:tracePt t="110345" x="7423150" y="5468938"/>
          <p14:tracePt t="110353" x="7372350" y="5568950"/>
          <p14:tracePt t="110361" x="7297738" y="5656263"/>
          <p14:tracePt t="110369" x="7235825" y="5743575"/>
          <p14:tracePt t="110377" x="7159625" y="5819775"/>
          <p14:tracePt t="110385" x="7085013" y="5894388"/>
          <p14:tracePt t="110393" x="6997700" y="5945188"/>
          <p14:tracePt t="110401" x="6897688" y="6007100"/>
          <p14:tracePt t="110409" x="6808788" y="6069013"/>
          <p14:tracePt t="110417" x="6721475" y="6119813"/>
          <p14:tracePt t="110425" x="6634163" y="6132513"/>
          <p14:tracePt t="110433" x="6496050" y="6157913"/>
          <p14:tracePt t="110441" x="6370638" y="6194425"/>
          <p14:tracePt t="110449" x="6246813" y="6194425"/>
          <p14:tracePt t="110457" x="6096000" y="6194425"/>
          <p14:tracePt t="110465" x="5945188" y="6194425"/>
          <p14:tracePt t="110474" x="5757863" y="6194425"/>
          <p14:tracePt t="110481" x="5595938" y="6194425"/>
          <p14:tracePt t="110491" x="5370513" y="6194425"/>
          <p14:tracePt t="110497" x="5181600" y="6169025"/>
          <p14:tracePt t="110507" x="4932363" y="6107113"/>
          <p14:tracePt t="110513" x="4768850" y="6081713"/>
          <p14:tracePt t="110523" x="4630738" y="6019800"/>
          <p14:tracePt t="110529" x="4494213" y="5969000"/>
          <p14:tracePt t="110541" x="4356100" y="5945188"/>
          <p14:tracePt t="110545" x="4268788" y="5881688"/>
          <p14:tracePt t="110553" x="4181475" y="5843588"/>
          <p14:tracePt t="110561" x="4156075" y="5832475"/>
          <p14:tracePt t="110569" x="4105275" y="5807075"/>
          <p14:tracePt t="110577" x="4092575" y="5781675"/>
          <p14:tracePt t="110585" x="4068763" y="5743575"/>
          <p14:tracePt t="110593" x="4068763" y="5732463"/>
          <p14:tracePt t="110601" x="4068763" y="5694363"/>
          <p14:tracePt t="110609" x="4068763" y="5643563"/>
          <p14:tracePt t="110617" x="4068763" y="5594350"/>
          <p14:tracePt t="110625" x="4068763" y="5530850"/>
          <p14:tracePt t="110633" x="4068763" y="5494338"/>
          <p14:tracePt t="110641" x="4068763" y="5443538"/>
          <p14:tracePt t="110649" x="4081463" y="5356225"/>
          <p14:tracePt t="110658" x="4105275" y="5294313"/>
          <p14:tracePt t="110665" x="4168775" y="5194300"/>
          <p14:tracePt t="110674" x="4230688" y="5105400"/>
          <p14:tracePt t="110681" x="4281488" y="4992688"/>
          <p14:tracePt t="110691" x="4368800" y="4892675"/>
          <p14:tracePt t="110697" x="4443413" y="4768850"/>
          <p14:tracePt t="110707" x="4581525" y="4656138"/>
          <p14:tracePt t="110713" x="4681538" y="4554538"/>
          <p14:tracePt t="110723" x="4832350" y="4454525"/>
          <p14:tracePt t="110729" x="4932363" y="4392613"/>
          <p14:tracePt t="110740" x="5068888" y="4318000"/>
          <p14:tracePt t="110745" x="5194300" y="4279900"/>
          <p14:tracePt t="110753" x="5332413" y="4230688"/>
          <p14:tracePt t="110761" x="5445125" y="4217988"/>
          <p14:tracePt t="110769" x="5583238" y="4192588"/>
          <p14:tracePt t="110777" x="5708650" y="4179888"/>
          <p14:tracePt t="110785" x="5808663" y="4179888"/>
          <p14:tracePt t="110793" x="5908675" y="4179888"/>
          <p14:tracePt t="110801" x="6034088" y="4179888"/>
          <p14:tracePt t="110809" x="6108700" y="4179888"/>
          <p14:tracePt t="110817" x="6208713" y="4179888"/>
          <p14:tracePt t="110825" x="6308725" y="4192588"/>
          <p14:tracePt t="110833" x="6408738" y="4205288"/>
          <p14:tracePt t="110841" x="6472238" y="4217988"/>
          <p14:tracePt t="110849" x="6559550" y="4254500"/>
          <p14:tracePt t="110857" x="6608763" y="4254500"/>
          <p14:tracePt t="110865" x="6634163" y="4267200"/>
          <p14:tracePt t="110875" x="6684963" y="4305300"/>
          <p14:tracePt t="110881" x="6721475" y="4305300"/>
          <p14:tracePt t="110891" x="6759575" y="4318000"/>
          <p14:tracePt t="110897" x="6784975" y="4354513"/>
          <p14:tracePt t="110908" x="6797675" y="4354513"/>
          <p14:tracePt t="110913" x="6821488" y="4392613"/>
          <p14:tracePt t="110923" x="6821488" y="4405313"/>
          <p14:tracePt t="110929" x="6834188" y="4418013"/>
          <p14:tracePt t="110940" x="6859588" y="4443413"/>
          <p14:tracePt t="110945" x="6859588" y="4467225"/>
          <p14:tracePt t="110953" x="6859588" y="4492625"/>
          <p14:tracePt t="110961" x="6859588" y="4530725"/>
          <p14:tracePt t="110969" x="6859588" y="4554538"/>
          <p14:tracePt t="110977" x="6859588" y="4579938"/>
          <p14:tracePt t="110985" x="6859588" y="4618038"/>
          <p14:tracePt t="110993" x="6859588" y="4656138"/>
          <p14:tracePt t="111001" x="6859588" y="4692650"/>
          <p14:tracePt t="111009" x="6859588" y="4743450"/>
          <p14:tracePt t="111017" x="6859588" y="4779963"/>
          <p14:tracePt t="111025" x="6846888" y="4843463"/>
          <p14:tracePt t="111033" x="6808788" y="4879975"/>
          <p14:tracePt t="111041" x="6784975" y="4930775"/>
          <p14:tracePt t="111049" x="6734175" y="4992688"/>
          <p14:tracePt t="111057" x="6684963" y="5030788"/>
          <p14:tracePt t="111065" x="6646863" y="5068888"/>
          <p14:tracePt t="111074" x="6584950" y="5118100"/>
          <p14:tracePt t="111081" x="6508750" y="5156200"/>
          <p14:tracePt t="111090" x="6472238" y="5168900"/>
          <p14:tracePt t="111097" x="6383338" y="5194300"/>
          <p14:tracePt t="111106" x="6334125" y="5218113"/>
          <p14:tracePt t="111113" x="6283325" y="5230813"/>
          <p14:tracePt t="111123" x="6183313" y="5230813"/>
          <p14:tracePt t="111129" x="6108700" y="5243513"/>
          <p14:tracePt t="111139" x="6034088" y="5243513"/>
          <p14:tracePt t="111145" x="5921375" y="5268913"/>
          <p14:tracePt t="111156" x="5821363" y="5268913"/>
          <p14:tracePt t="111161" x="5719763" y="5268913"/>
          <p14:tracePt t="111169" x="5607050" y="5268913"/>
          <p14:tracePt t="111177" x="5519738" y="5268913"/>
          <p14:tracePt t="111185" x="5407025" y="5268913"/>
          <p14:tracePt t="111193" x="5319713" y="5268913"/>
          <p14:tracePt t="111201" x="5232400" y="5268913"/>
          <p14:tracePt t="111209" x="5170488" y="5268913"/>
          <p14:tracePt t="111217" x="5132388" y="5268913"/>
          <p14:tracePt t="111225" x="5081588" y="5268913"/>
          <p14:tracePt t="111233" x="5045075" y="5268913"/>
          <p14:tracePt t="111241" x="5019675" y="5268913"/>
          <p14:tracePt t="111249" x="4981575" y="5268913"/>
          <p14:tracePt t="111257" x="4932363" y="5268913"/>
          <p14:tracePt t="111265" x="4868863" y="5256213"/>
          <p14:tracePt t="111274" x="4819650" y="5243513"/>
          <p14:tracePt t="111281" x="4781550" y="5218113"/>
          <p14:tracePt t="111291" x="4719638" y="5218113"/>
          <p14:tracePt t="111297" x="4668838" y="5205413"/>
          <p14:tracePt t="111307" x="4619625" y="5194300"/>
          <p14:tracePt t="111313" x="4594225" y="5181600"/>
          <p14:tracePt t="111324" x="4556125" y="5168900"/>
          <p14:tracePt t="111329" x="4530725" y="5156200"/>
          <p14:tracePt t="111340" x="4530725" y="5143500"/>
          <p14:tracePt t="111345" x="4506913" y="5130800"/>
          <p14:tracePt t="111357" x="4506913" y="5118100"/>
          <p14:tracePt t="111361" x="4481513" y="5105400"/>
          <p14:tracePt t="111377" x="4481513" y="5092700"/>
          <p14:tracePt t="111385" x="4481513" y="5081588"/>
          <p14:tracePt t="111401" x="4481513" y="5043488"/>
          <p14:tracePt t="111417" x="4481513" y="5005388"/>
          <p14:tracePt t="111425" x="4481513" y="4968875"/>
          <p14:tracePt t="111433" x="4481513" y="4943475"/>
          <p14:tracePt t="111441" x="4481513" y="4905375"/>
          <p14:tracePt t="111449" x="4481513" y="4856163"/>
          <p14:tracePt t="111457" x="4494213" y="4818063"/>
          <p14:tracePt t="111465" x="4506913" y="4756150"/>
          <p14:tracePt t="111474" x="4556125" y="4718050"/>
          <p14:tracePt t="111481" x="4619625" y="4630738"/>
          <p14:tracePt t="111491" x="4656138" y="4605338"/>
          <p14:tracePt t="111497" x="4719638" y="4554538"/>
          <p14:tracePt t="111506" x="4781550" y="4505325"/>
          <p14:tracePt t="111513" x="4856163" y="4454525"/>
          <p14:tracePt t="111523" x="4932363" y="4405313"/>
          <p14:tracePt t="111529" x="5006975" y="4379913"/>
          <p14:tracePt t="111539" x="5081588" y="4341813"/>
          <p14:tracePt t="111545" x="5119688" y="4341813"/>
          <p14:tracePt t="111555" x="5145088" y="4318000"/>
          <p14:tracePt t="111561" x="5219700" y="4292600"/>
          <p14:tracePt t="111569" x="5281613" y="4279900"/>
          <p14:tracePt t="111577" x="5345113" y="4279900"/>
          <p14:tracePt t="111585" x="5383213" y="4279900"/>
          <p14:tracePt t="111593" x="5457825" y="4267200"/>
          <p14:tracePt t="111601" x="5495925" y="4267200"/>
          <p14:tracePt t="111609" x="5545138" y="4267200"/>
          <p14:tracePt t="111617" x="5595938" y="4241800"/>
          <p14:tracePt t="111625" x="5619750" y="4230688"/>
          <p14:tracePt t="111633" x="5657850" y="4230688"/>
          <p14:tracePt t="111641" x="5695950" y="4230688"/>
          <p14:tracePt t="111649" x="5745163" y="4217988"/>
          <p14:tracePt t="111657" x="5770563" y="4217988"/>
          <p14:tracePt t="111665" x="5795963" y="4217988"/>
          <p14:tracePt t="111673" x="5845175" y="4217988"/>
          <p14:tracePt t="111681" x="5870575" y="4192588"/>
          <p14:tracePt t="111690" x="5883275" y="4192588"/>
          <p14:tracePt t="111697" x="5921375" y="4179888"/>
          <p14:tracePt t="111706" x="5945188" y="4179888"/>
          <p14:tracePt t="111713" x="5970588" y="4179888"/>
          <p14:tracePt t="111729" x="5983288" y="4179888"/>
          <p14:tracePt t="111739" x="5995988" y="4179888"/>
          <p14:tracePt t="111745" x="6008688" y="4179888"/>
          <p14:tracePt t="111770" x="6021388" y="4179888"/>
          <p14:tracePt t="111777" x="6034088" y="4179888"/>
          <p14:tracePt t="111785" x="6045200" y="4179888"/>
          <p14:tracePt t="111801" x="6057900" y="4179888"/>
          <p14:tracePt t="111809" x="6070600" y="4179888"/>
          <p14:tracePt t="111817" x="6096000" y="4192588"/>
          <p14:tracePt t="111825" x="6108700" y="4205288"/>
          <p14:tracePt t="111833" x="6121400" y="4217988"/>
          <p14:tracePt t="111841" x="6146800" y="4241800"/>
          <p14:tracePt t="111857" x="6170613" y="4267200"/>
          <p14:tracePt t="111865" x="6183313" y="4279900"/>
          <p14:tracePt t="111889" x="6234113" y="4330700"/>
          <p14:tracePt t="111890" x="6234113" y="4354513"/>
          <p14:tracePt t="111897" x="6234113" y="4367213"/>
          <p14:tracePt t="111906" x="6270625" y="4418013"/>
          <p14:tracePt t="111913" x="6283325" y="4443413"/>
          <p14:tracePt t="111922" x="6283325" y="4492625"/>
          <p14:tracePt t="111929" x="6296025" y="4518025"/>
          <p14:tracePt t="111939" x="6321425" y="4579938"/>
          <p14:tracePt t="111945" x="6334125" y="4605338"/>
          <p14:tracePt t="111955" x="6334125" y="4656138"/>
          <p14:tracePt t="111961" x="6334125" y="4692650"/>
          <p14:tracePt t="111972" x="6334125" y="4730750"/>
          <p14:tracePt t="111977" x="6346825" y="4779963"/>
          <p14:tracePt t="111985" x="6346825" y="4843463"/>
          <p14:tracePt t="111993" x="6346825" y="4892675"/>
          <p14:tracePt t="112001" x="6346825" y="4943475"/>
          <p14:tracePt t="112009" x="6346825" y="5005388"/>
          <p14:tracePt t="112017" x="6346825" y="5081588"/>
          <p14:tracePt t="112025" x="6346825" y="5143500"/>
          <p14:tracePt t="112033" x="6346825" y="5230813"/>
          <p14:tracePt t="112041" x="6346825" y="5318125"/>
          <p14:tracePt t="112049" x="6296025" y="5418138"/>
          <p14:tracePt t="112057" x="6283325" y="5507038"/>
          <p14:tracePt t="112065" x="6234113" y="5568950"/>
          <p14:tracePt t="112073" x="6170613" y="5694363"/>
          <p14:tracePt t="112081" x="6121400" y="5732463"/>
          <p14:tracePt t="112090" x="6070600" y="5781675"/>
          <p14:tracePt t="112097" x="6008688" y="5819775"/>
          <p14:tracePt t="112106" x="5932488" y="5843588"/>
          <p14:tracePt t="112113" x="5870575" y="5868988"/>
          <p14:tracePt t="112122" x="5770563" y="5881688"/>
          <p14:tracePt t="112129" x="5683250" y="5881688"/>
          <p14:tracePt t="112140" x="5583238" y="5881688"/>
          <p14:tracePt t="112145" x="5495925" y="5881688"/>
          <p14:tracePt t="112155" x="5383213" y="5868988"/>
          <p14:tracePt t="112161" x="5245100" y="5819775"/>
          <p14:tracePt t="112172" x="5119688" y="5781675"/>
          <p14:tracePt t="112177" x="4981575" y="5743575"/>
          <p14:tracePt t="112186" x="4856163" y="5707063"/>
          <p14:tracePt t="112193" x="4781550" y="5656263"/>
          <p14:tracePt t="112201" x="4719638" y="5607050"/>
          <p14:tracePt t="112209" x="4668838" y="5543550"/>
          <p14:tracePt t="112217" x="4581525" y="5494338"/>
          <p14:tracePt t="112225" x="4530725" y="5456238"/>
          <p14:tracePt t="112233" x="4468813" y="5407025"/>
          <p14:tracePt t="112241" x="4443413" y="5381625"/>
          <p14:tracePt t="112249" x="4418013" y="5356225"/>
          <p14:tracePt t="112257" x="4381500" y="5318125"/>
          <p14:tracePt t="112265" x="4368800" y="5305425"/>
          <p14:tracePt t="112273" x="4356100" y="5281613"/>
          <p14:tracePt t="112281" x="4343400" y="5281613"/>
          <p14:tracePt t="112290" x="4330700" y="5268913"/>
          <p14:tracePt t="112329" x="4318000" y="5256213"/>
          <p14:tracePt t="112417" x="4318000" y="5243513"/>
          <p14:tracePt t="112425" x="4318000" y="5230813"/>
          <p14:tracePt t="112433" x="4318000" y="5218113"/>
          <p14:tracePt t="112449" x="4318000" y="5205413"/>
          <p14:tracePt t="112465" x="4318000" y="5181600"/>
          <p14:tracePt t="112481" x="4330700" y="5156200"/>
          <p14:tracePt t="112489" x="4343400" y="5130800"/>
          <p14:tracePt t="112497" x="4356100" y="5118100"/>
          <p14:tracePt t="112506" x="4356100" y="5092700"/>
          <p14:tracePt t="112513" x="4381500" y="5068888"/>
          <p14:tracePt t="112522" x="4394200" y="5043488"/>
          <p14:tracePt t="112529" x="4406900" y="5030788"/>
          <p14:tracePt t="112539" x="4430713" y="4992688"/>
          <p14:tracePt t="112545" x="4443413" y="4956175"/>
          <p14:tracePt t="112555" x="4456113" y="4943475"/>
          <p14:tracePt t="112561" x="4468813" y="4905375"/>
          <p14:tracePt t="112571" x="4468813" y="4879975"/>
          <p14:tracePt t="112577" x="4481513" y="4856163"/>
          <p14:tracePt t="112589" x="4494213" y="4805363"/>
          <p14:tracePt t="112593" x="4518025" y="4768850"/>
          <p14:tracePt t="112601" x="4530725" y="4743450"/>
          <p14:tracePt t="112609" x="4543425" y="4718050"/>
          <p14:tracePt t="112617" x="4556125" y="4692650"/>
          <p14:tracePt t="112625" x="4556125" y="4656138"/>
          <p14:tracePt t="112633" x="4568825" y="4656138"/>
          <p14:tracePt t="112641" x="4568825" y="4643438"/>
          <p14:tracePt t="112649" x="4568825" y="4630738"/>
          <p14:tracePt t="112657" x="4581525" y="4618038"/>
          <p14:tracePt t="112731" x="4594225" y="4618038"/>
          <p14:tracePt t="112747" x="4619625" y="4618038"/>
          <p14:tracePt t="112762" x="4643438" y="4630738"/>
          <p14:tracePt t="112777" x="4656138" y="4630738"/>
          <p14:tracePt t="112793" x="4668838" y="4643438"/>
          <p14:tracePt t="112833" x="4681538" y="4643438"/>
          <p14:tracePt t="112841" x="4694238" y="4656138"/>
          <p14:tracePt t="112881" x="4706938" y="4667250"/>
          <p14:tracePt t="112985" x="4719638" y="4667250"/>
          <p14:tracePt t="112993" x="4732338" y="4667250"/>
          <p14:tracePt t="113003" x="4743450" y="4667250"/>
          <p14:tracePt t="113009" x="4768850" y="4667250"/>
          <p14:tracePt t="113017" x="4819650" y="4656138"/>
          <p14:tracePt t="113025" x="4832350" y="4656138"/>
          <p14:tracePt t="113035" x="4856163" y="4656138"/>
          <p14:tracePt t="113042" x="4894263" y="4656138"/>
          <p14:tracePt t="113052" x="4932363" y="4656138"/>
          <p14:tracePt t="113059" x="4968875" y="4643438"/>
          <p14:tracePt t="113065" x="5019675" y="4643438"/>
          <p14:tracePt t="113073" x="5057775" y="4643438"/>
          <p14:tracePt t="113081" x="5094288" y="4643438"/>
          <p14:tracePt t="113089" x="5132388" y="4643438"/>
          <p14:tracePt t="113097" x="5181600" y="4643438"/>
          <p14:tracePt t="113105" x="5207000" y="4643438"/>
          <p14:tracePt t="113113" x="5245100" y="4643438"/>
          <p14:tracePt t="113121" x="5294313" y="4643438"/>
          <p14:tracePt t="113129" x="5319713" y="4643438"/>
          <p14:tracePt t="113138" x="5345113" y="4643438"/>
          <p14:tracePt t="113145" x="5383213" y="4643438"/>
          <p14:tracePt t="113156" x="5419725" y="4643438"/>
          <p14:tracePt t="113161" x="5457825" y="4643438"/>
          <p14:tracePt t="113171" x="5483225" y="4656138"/>
          <p14:tracePt t="113177" x="5519738" y="4679950"/>
          <p14:tracePt t="113187" x="5570538" y="4705350"/>
          <p14:tracePt t="113193" x="5607050" y="4730750"/>
          <p14:tracePt t="113201" x="5645150" y="4756150"/>
          <p14:tracePt t="113209" x="5657850" y="4779963"/>
          <p14:tracePt t="113217" x="5683250" y="4805363"/>
          <p14:tracePt t="113225" x="5695950" y="4818063"/>
          <p14:tracePt t="113233" x="5708650" y="4818063"/>
          <p14:tracePt t="113241" x="5719763" y="4830763"/>
          <p14:tracePt t="113481" x="5719763" y="4843463"/>
          <p14:tracePt t="113795" x="5732463" y="4856163"/>
          <p14:tracePt t="113804" x="5745163" y="4856163"/>
          <p14:tracePt t="113810" x="5757863" y="4856163"/>
          <p14:tracePt t="113821" x="5783263" y="4868863"/>
          <p14:tracePt t="113834" x="5808663" y="4868863"/>
          <p14:tracePt t="113841" x="5808663" y="4879975"/>
          <p14:tracePt t="113849" x="5821363" y="4879975"/>
          <p14:tracePt t="113857" x="5845175" y="4892675"/>
          <p14:tracePt t="113873" x="5870575" y="4892675"/>
          <p14:tracePt t="113889" x="5883275" y="4892675"/>
          <p14:tracePt t="113905" x="5895975" y="4892675"/>
          <p14:tracePt t="113954" x="5908675" y="4892675"/>
          <p14:tracePt t="113977" x="5921375" y="4892675"/>
          <p14:tracePt t="113993" x="5932488" y="4892675"/>
          <p14:tracePt t="114003" x="5945188" y="4892675"/>
          <p14:tracePt t="114009" x="5970588" y="4892675"/>
          <p14:tracePt t="114018" x="5983288" y="4892675"/>
          <p14:tracePt t="114034" x="6008688" y="4892675"/>
          <p14:tracePt t="114041" x="6021388" y="4892675"/>
          <p14:tracePt t="114049" x="6045200" y="4892675"/>
          <p14:tracePt t="114057" x="6057900" y="4892675"/>
          <p14:tracePt t="114065" x="6070600" y="4892675"/>
          <p14:tracePt t="114073" x="6096000" y="4892675"/>
          <p14:tracePt t="114089" x="6108700" y="4892675"/>
          <p14:tracePt t="114105" x="6146800" y="4892675"/>
          <p14:tracePt t="114129" x="6157913" y="4892675"/>
          <p14:tracePt t="114145" x="6170613" y="4892675"/>
          <p14:tracePt t="114177" x="6183313" y="4892675"/>
          <p14:tracePt t="114465" x="6196013" y="4892675"/>
          <p14:tracePt t="114497" x="6208713" y="4892675"/>
          <p14:tracePt t="114505" x="6221413" y="4892675"/>
          <p14:tracePt t="114553" x="6234113" y="4892675"/>
          <p14:tracePt t="114570" x="6246813" y="4892675"/>
          <p14:tracePt t="114609" x="6259513" y="4892675"/>
          <p14:tracePt t="114634" x="6270625" y="4892675"/>
          <p14:tracePt t="114673" x="6283325" y="4892675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>
          <a:xfrm>
            <a:off x="288561" y="365125"/>
            <a:ext cx="10515600" cy="804108"/>
          </a:xfrm>
        </p:spPr>
        <p:txBody>
          <a:bodyPr/>
          <a:lstStyle/>
          <a:p>
            <a:pPr algn="just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politics, culture and environment  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262" y="1329281"/>
            <a:ext cx="11467476" cy="5008849"/>
          </a:xfrm>
        </p:spPr>
        <p:txBody>
          <a:bodyPr rtlCol="0">
            <a:normAutofit/>
          </a:bodyPr>
          <a:lstStyle/>
          <a:p>
            <a:pPr algn="just" fontAlgn="auto">
              <a:spcAft>
                <a:spcPct val="20000"/>
              </a:spcAft>
              <a:buFontTx/>
              <a:buChar char="•"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politics: </a:t>
            </a:r>
          </a:p>
          <a:p>
            <a:pPr algn="just" fontAlgn="auto">
              <a:spcAft>
                <a:spcPct val="20000"/>
              </a:spcAft>
              <a:buFontTx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in organizations occupy different positions with different specialties, concerns, and perspectives.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auto">
              <a:spcAft>
                <a:spcPct val="20000"/>
              </a:spcAft>
              <a:buFontTx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naturally have divergent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viewpoints about how resources, rewards and punishments should be distributed .</a:t>
            </a:r>
          </a:p>
          <a:p>
            <a:pPr algn="just" fontAlgn="auto">
              <a:spcAft>
                <a:spcPct val="20000"/>
              </a:spcAft>
              <a:buFontTx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result in political struggle for resources, competition, and conflict within every organization. </a:t>
            </a:r>
          </a:p>
          <a:p>
            <a:pPr algn="just" fontAlgn="auto">
              <a:spcAft>
                <a:spcPct val="20000"/>
              </a:spcAft>
              <a:buFontTx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 resistance is one of the great difficulties of bringing about organizational change—especially the development of new information systems. </a:t>
            </a:r>
          </a:p>
          <a:p>
            <a:pPr lvl="1" algn="just" fontAlgn="auto">
              <a:spcAft>
                <a:spcPct val="20000"/>
              </a:spcAft>
              <a:buFontTx/>
              <a:buChar char="•"/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auto">
              <a:spcAft>
                <a:spcPct val="20000"/>
              </a:spcAft>
              <a:buFontTx/>
              <a:buChar char="•"/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05979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Tm="831164">
        <p15:prstTrans prst="origami"/>
      </p:transition>
    </mc:Choice>
    <mc:Fallback xmlns="">
      <p:transition spd="slow" advTm="83116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/>
    </p:bldLst>
  </p:timing>
  <p:extLst>
    <p:ext uri="{3A86A75C-4F4B-4683-9AE1-C65F6400EC91}">
      <p14:laserTraceLst xmlns:p14="http://schemas.microsoft.com/office/powerpoint/2010/main">
        <p14:tracePtLst>
          <p14:tracePt t="68" x="6321425" y="4879975"/>
          <p14:tracePt t="72" x="6370638" y="4879975"/>
          <p14:tracePt t="18904" x="9301163" y="6632575"/>
          <p14:tracePt t="18926" x="9099550" y="6632575"/>
          <p14:tracePt t="18953" x="8774113" y="6607175"/>
          <p14:tracePt t="18976" x="8599488" y="6570663"/>
          <p14:tracePt t="18977" x="8524875" y="6570663"/>
          <p14:tracePt t="18999" x="8361363" y="6545263"/>
          <p14:tracePt t="19020" x="8061325" y="6483350"/>
          <p14:tracePt t="19044" x="7785100" y="6381750"/>
          <p14:tracePt t="19070" x="7585075" y="6332538"/>
          <p14:tracePt t="19090" x="7448550" y="6294438"/>
          <p14:tracePt t="19097" x="7397750" y="6281738"/>
          <p14:tracePt t="19116" x="7310438" y="6245225"/>
          <p14:tracePt t="19139" x="7197725" y="6194425"/>
          <p14:tracePt t="19166" x="7021513" y="6119813"/>
          <p14:tracePt t="19188" x="6910388" y="6056313"/>
          <p14:tracePt t="19208" x="6772275" y="6007100"/>
          <p14:tracePt t="19231" x="6672263" y="5945188"/>
          <p14:tracePt t="19258" x="6521450" y="5881688"/>
          <p14:tracePt t="19301" x="6408738" y="5843588"/>
          <p14:tracePt t="19319" x="6396038" y="5832475"/>
          <p14:tracePt t="19344" x="6383338" y="5832475"/>
          <p14:tracePt t="19369" x="6370638" y="5819775"/>
          <p14:tracePt t="19393" x="6370638" y="5743575"/>
          <p14:tracePt t="19411" x="6370638" y="5681663"/>
          <p14:tracePt t="19433" x="6370638" y="5568950"/>
          <p14:tracePt t="19456" x="6408738" y="5481638"/>
          <p14:tracePt t="19457" x="6421438" y="5456238"/>
          <p14:tracePt t="19484" x="6446838" y="5381625"/>
          <p14:tracePt t="19506" x="6472238" y="5343525"/>
          <p14:tracePt t="19524" x="6472238" y="5318125"/>
          <p14:tracePt t="19576" x="6472238" y="5294313"/>
          <p14:tracePt t="19577" x="6472238" y="5281613"/>
          <p14:tracePt t="19599" x="6472238" y="5268913"/>
          <p14:tracePt t="19600" x="6472238" y="5256213"/>
          <p14:tracePt t="19622" x="6472238" y="5243513"/>
          <p14:tracePt t="19644" x="6472238" y="5205413"/>
          <p14:tracePt t="19806" x="6472238" y="5194300"/>
          <p14:tracePt t="19849" x="6483350" y="5156200"/>
          <p14:tracePt t="19873" x="6621463" y="5118100"/>
          <p14:tracePt t="19897" x="6946900" y="4992688"/>
          <p14:tracePt t="19919" x="7185025" y="4918075"/>
          <p14:tracePt t="19943" x="7510463" y="4843463"/>
          <p14:tracePt t="19945" x="7548563" y="4830763"/>
          <p14:tracePt t="19971" x="7635875" y="4792663"/>
          <p14:tracePt t="19994" x="7685088" y="4779963"/>
          <p14:tracePt t="20014" x="7710488" y="4768850"/>
          <p14:tracePt t="20037" x="7773988" y="4743450"/>
          <p14:tracePt t="20065" x="7861300" y="4705350"/>
          <p14:tracePt t="20087" x="7874000" y="4692650"/>
          <p14:tracePt t="20109" x="7886700" y="4692650"/>
          <p14:tracePt t="20152" x="7861300" y="4567238"/>
          <p14:tracePt t="20177" x="7410450" y="4354513"/>
          <p14:tracePt t="20202" x="6408738" y="4054475"/>
          <p14:tracePt t="20220" x="5695950" y="3941763"/>
          <p14:tracePt t="20245" x="4606925" y="3779838"/>
          <p14:tracePt t="20269" x="4068763" y="3703638"/>
          <p14:tracePt t="20293" x="3905250" y="3667125"/>
          <p14:tracePt t="20399" x="3892550" y="3616325"/>
          <p14:tracePt t="20418" x="3867150" y="3441700"/>
          <p14:tracePt t="20443" x="3843338" y="3203575"/>
          <p14:tracePt t="20470" x="3817938" y="3003550"/>
          <p14:tracePt t="20494" x="3817938" y="2890838"/>
          <p14:tracePt t="20515" x="3817938" y="2740025"/>
          <p14:tracePt t="20537" x="3817938" y="2552700"/>
          <p14:tracePt t="20563" x="3843338" y="2427288"/>
          <p14:tracePt t="20586" x="3879850" y="2352675"/>
          <p14:tracePt t="20610" x="3968750" y="2265363"/>
          <p14:tracePt t="20632" x="4043363" y="2227263"/>
          <p14:tracePt t="20633" x="4092575" y="2214563"/>
          <p14:tracePt t="20660" x="4268788" y="2139950"/>
          <p14:tracePt t="20703" x="4594225" y="2052638"/>
          <p14:tracePt t="20723" x="4681538" y="2039938"/>
          <p14:tracePt t="20748" x="4768850" y="2039938"/>
          <p14:tracePt t="20775" x="4868863" y="2039938"/>
          <p14:tracePt t="20776" x="4894263" y="2052638"/>
          <p14:tracePt t="20801" x="4981575" y="2065338"/>
          <p14:tracePt t="20820" x="5019675" y="2078038"/>
          <p14:tracePt t="20844" x="5032375" y="2101850"/>
          <p14:tracePt t="20909" x="5045075" y="2152650"/>
          <p14:tracePt t="20928" x="5057775" y="2227263"/>
          <p14:tracePt t="20960" x="5057775" y="2303463"/>
          <p14:tracePt t="20961" x="5057775" y="2339975"/>
          <p14:tracePt t="21005" x="5057775" y="2403475"/>
          <p14:tracePt t="21023" x="5057775" y="2414588"/>
          <p14:tracePt t="21049" x="5057775" y="2465388"/>
          <p14:tracePt t="21075" x="5081588" y="2603500"/>
          <p14:tracePt t="21098" x="5106988" y="2778125"/>
          <p14:tracePt t="21118" x="5157788" y="2878138"/>
          <p14:tracePt t="21142" x="5207000" y="2952750"/>
          <p14:tracePt t="21166" x="5232400" y="2990850"/>
          <p14:tracePt t="21190" x="5257800" y="2990850"/>
          <p14:tracePt t="21212" x="5294313" y="2990850"/>
          <p14:tracePt t="21234" x="5307013" y="2990850"/>
          <p14:tracePt t="21259" x="5319713" y="2990850"/>
          <p14:tracePt t="21280" x="5332413" y="2978150"/>
          <p14:tracePt t="21281" x="5345113" y="2978150"/>
          <p14:tracePt t="21301" x="5345113" y="2965450"/>
          <p14:tracePt t="21324" x="5345113" y="2916238"/>
          <p14:tracePt t="21347" x="5307013" y="2878138"/>
          <p14:tracePt t="21376" x="5281613" y="2828925"/>
          <p14:tracePt t="21398" x="5232400" y="2803525"/>
          <p14:tracePt t="21420" x="5181600" y="2765425"/>
          <p14:tracePt t="21439" x="5145088" y="2728913"/>
          <p14:tracePt t="21441" x="5132388" y="2703513"/>
          <p14:tracePt t="21473" x="5081588" y="2603500"/>
          <p14:tracePt t="21493" x="5045075" y="2552700"/>
          <p14:tracePt t="21518" x="5019675" y="2452688"/>
          <p14:tracePt t="21537" x="4994275" y="2339975"/>
          <p14:tracePt t="21564" x="4994275" y="2227263"/>
          <p14:tracePt t="21584" x="5045075" y="2139950"/>
          <p14:tracePt t="21610" x="5157788" y="2078038"/>
          <p14:tracePt t="21628" x="5270500" y="2052638"/>
          <p14:tracePt t="21655" x="5483225" y="2001838"/>
          <p14:tracePt t="21661" x="5557838" y="1989138"/>
          <p14:tracePt t="21679" x="5719763" y="1939925"/>
          <p14:tracePt t="21704" x="5970588" y="1889125"/>
          <p14:tracePt t="21721" x="6134100" y="1852613"/>
          <p14:tracePt t="21746" x="6259513" y="1827213"/>
          <p14:tracePt t="21770" x="6370638" y="1814513"/>
          <p14:tracePt t="21794" x="6434138" y="1814513"/>
          <p14:tracePt t="21817" x="6521450" y="1814513"/>
          <p14:tracePt t="21842" x="6596063" y="1852613"/>
          <p14:tracePt t="21865" x="6646863" y="1901825"/>
          <p14:tracePt t="21906" x="6708775" y="2014538"/>
          <p14:tracePt t="21925" x="6708775" y="2078038"/>
          <p14:tracePt t="21949" x="6734175" y="2165350"/>
          <p14:tracePt t="21976" x="6734175" y="2239963"/>
          <p14:tracePt t="22004" x="6734175" y="2278063"/>
          <p14:tracePt t="22039" x="6696075" y="2290763"/>
          <p14:tracePt t="22067" x="6621463" y="2327275"/>
          <p14:tracePt t="22093" x="6521450" y="2365375"/>
          <p14:tracePt t="22116" x="6396038" y="2414588"/>
          <p14:tracePt t="22139" x="6208713" y="2465388"/>
          <p14:tracePt t="22163" x="5995988" y="2540000"/>
          <p14:tracePt t="22208" x="5595938" y="2616200"/>
          <p14:tracePt t="22209" x="5519738" y="2616200"/>
          <p14:tracePt t="22230" x="5383213" y="2652713"/>
          <p14:tracePt t="22254" x="5232400" y="2652713"/>
          <p14:tracePt t="22275" x="5068888" y="2652713"/>
          <p14:tracePt t="22297" x="4856163" y="2652713"/>
          <p14:tracePt t="22318" x="4719638" y="2652713"/>
          <p14:tracePt t="22339" x="4543425" y="2652713"/>
          <p14:tracePt t="22366" x="4456113" y="2640013"/>
          <p14:tracePt t="22409" x="4368800" y="2565400"/>
          <p14:tracePt t="22427" x="4356100" y="2552700"/>
          <p14:tracePt t="22453" x="4330700" y="2527300"/>
          <p14:tracePt t="22478" x="4330700" y="2465388"/>
          <p14:tracePt t="22503" x="4318000" y="2365375"/>
          <p14:tracePt t="22521" x="4318000" y="2278063"/>
          <p14:tracePt t="22543" x="4318000" y="2214563"/>
          <p14:tracePt t="22570" x="4381500" y="2139950"/>
          <p14:tracePt t="22595" x="4468813" y="2114550"/>
          <p14:tracePt t="22620" x="4630738" y="2065338"/>
          <p14:tracePt t="22643" x="4868863" y="2014538"/>
          <p14:tracePt t="22665" x="5045075" y="2001838"/>
          <p14:tracePt t="22709" x="5281613" y="1965325"/>
          <p14:tracePt t="22727" x="5345113" y="1965325"/>
          <p14:tracePt t="22751" x="5432425" y="1965325"/>
          <p14:tracePt t="22753" x="5470525" y="1965325"/>
          <p14:tracePt t="22777" x="5545138" y="1965325"/>
          <p14:tracePt t="22800" x="5619750" y="1978025"/>
          <p14:tracePt t="22821" x="5657850" y="1989138"/>
          <p14:tracePt t="22843" x="5683250" y="2001838"/>
          <p14:tracePt t="22869" x="5695950" y="2014538"/>
          <p14:tracePt t="22913" x="5708650" y="2014538"/>
          <p14:tracePt t="22933" x="5732463" y="2027238"/>
          <p14:tracePt t="22961" x="5745163" y="2052638"/>
          <p14:tracePt t="22985" x="5757863" y="2089150"/>
          <p14:tracePt t="23019" x="5795963" y="2139950"/>
          <p14:tracePt t="23039" x="5795963" y="2178050"/>
          <p14:tracePt t="23064" x="5821363" y="2265363"/>
          <p14:tracePt t="23083" x="5821363" y="2290763"/>
          <p14:tracePt t="23109" x="5821363" y="2327275"/>
          <p14:tracePt t="23128" x="5821363" y="2365375"/>
          <p14:tracePt t="23129" x="5821363" y="2378075"/>
          <p14:tracePt t="23152" x="5821363" y="2403475"/>
          <p14:tracePt t="23177" x="5821363" y="2414588"/>
          <p14:tracePt t="23198" x="5821363" y="2439988"/>
          <p14:tracePt t="23223" x="5821363" y="2465388"/>
          <p14:tracePt t="23245" x="5795963" y="2490788"/>
          <p14:tracePt t="23275" x="5745163" y="2527300"/>
          <p14:tracePt t="23298" x="5695950" y="2540000"/>
          <p14:tracePt t="23318" x="5683250" y="2565400"/>
          <p14:tracePt t="23342" x="5657850" y="2590800"/>
          <p14:tracePt t="23369" x="5657850" y="2603500"/>
          <p14:tracePt t="23392" x="5645150" y="2603500"/>
          <p14:tracePt t="23419" x="5632450" y="2627313"/>
          <p14:tracePt t="23440" x="5619750" y="2652713"/>
          <p14:tracePt t="23465" x="5607050" y="2678113"/>
          <p14:tracePt t="23484" x="5607050" y="2690813"/>
          <p14:tracePt t="23513" x="5583238" y="2740025"/>
          <p14:tracePt t="23531" x="5583238" y="2752725"/>
          <p14:tracePt t="23556" x="5583238" y="2765425"/>
          <p14:tracePt t="23584" x="5583238" y="2778125"/>
          <p14:tracePt t="23585" x="5583238" y="2790825"/>
          <p14:tracePt t="23610" x="5583238" y="2803525"/>
          <p14:tracePt t="23650" x="5583238" y="2816225"/>
          <p14:tracePt t="24724" x="5607050" y="2816225"/>
          <p14:tracePt t="24742" x="5657850" y="2816225"/>
          <p14:tracePt t="24773" x="5757863" y="2778125"/>
          <p14:tracePt t="24819" x="5945188" y="2778125"/>
          <p14:tracePt t="24837" x="6021388" y="2765425"/>
          <p14:tracePt t="24862" x="6134100" y="2765425"/>
          <p14:tracePt t="24886" x="6283325" y="2765425"/>
          <p14:tracePt t="24911" x="6483350" y="2765425"/>
          <p14:tracePt t="24933" x="6621463" y="2790825"/>
          <p14:tracePt t="24964" x="6734175" y="2803525"/>
          <p14:tracePt t="24987" x="6784975" y="2816225"/>
          <p14:tracePt t="25074" x="6797675" y="2816225"/>
          <p14:tracePt t="25115" x="6821488" y="2803525"/>
          <p14:tracePt t="25134" x="6821488" y="2740025"/>
          <p14:tracePt t="25161" x="6821488" y="2652713"/>
          <p14:tracePt t="25184" x="6772275" y="2578100"/>
          <p14:tracePt t="25212" x="6721475" y="2516188"/>
          <p14:tracePt t="25232" x="6696075" y="2503488"/>
          <p14:tracePt t="25232" x="6684963" y="2490788"/>
          <p14:tracePt t="25257" x="6646863" y="2465388"/>
          <p14:tracePt t="25281" x="6634163" y="2465388"/>
          <p14:tracePt t="25304" x="6608763" y="2439988"/>
          <p14:tracePt t="25472" x="6608763" y="2452688"/>
          <p14:tracePt t="25514" x="6659563" y="2490788"/>
          <p14:tracePt t="25539" x="6684963" y="2490788"/>
          <p14:tracePt t="25564" x="6721475" y="2490788"/>
          <p14:tracePt t="25583" x="6759575" y="2490788"/>
          <p14:tracePt t="25606" x="6846888" y="2490788"/>
          <p14:tracePt t="25635" x="6910388" y="2490788"/>
          <p14:tracePt t="25658" x="6921500" y="2490788"/>
          <p14:tracePt t="25941" x="6897688" y="2490788"/>
          <p14:tracePt t="25965" x="6808788" y="2490788"/>
          <p14:tracePt t="25989" x="6734175" y="2490788"/>
          <p14:tracePt t="26013" x="6659563" y="2516188"/>
          <p14:tracePt t="26040" x="6621463" y="2527300"/>
          <p14:tracePt t="26062" x="6596063" y="2527300"/>
          <p14:tracePt t="26084" x="6559550" y="2552700"/>
          <p14:tracePt t="26104" x="6483350" y="2603500"/>
          <p14:tracePt t="26133" x="6396038" y="2627313"/>
          <p14:tracePt t="26154" x="6308725" y="2665413"/>
          <p14:tracePt t="26180" x="6234113" y="2703513"/>
          <p14:tracePt t="26200" x="6208713" y="2703513"/>
          <p14:tracePt t="26224" x="6196013" y="2716213"/>
          <p14:tracePt t="26289" x="6183313" y="2716213"/>
          <p14:tracePt t="26358" x="6157913" y="2716213"/>
          <p14:tracePt t="26378" x="6108700" y="2716213"/>
          <p14:tracePt t="26398" x="6045200" y="2716213"/>
          <p14:tracePt t="26422" x="5908675" y="2716213"/>
          <p14:tracePt t="26450" x="5757863" y="2716213"/>
          <p14:tracePt t="26475" x="5683250" y="2703513"/>
          <p14:tracePt t="26519" x="5632450" y="2690813"/>
          <p14:tracePt t="26567" x="5595938" y="2678113"/>
          <p14:tracePt t="26803" x="5607050" y="2665413"/>
          <p14:tracePt t="26831" x="5657850" y="2640013"/>
          <p14:tracePt t="26835" x="5670550" y="2640013"/>
          <p14:tracePt t="26857" x="5732463" y="2603500"/>
          <p14:tracePt t="26882" x="5745163" y="2603500"/>
          <p14:tracePt t="26903" x="5757863" y="2603500"/>
          <p14:tracePt t="26928" x="5770563" y="2590800"/>
          <p14:tracePt t="26955" x="5783263" y="2565400"/>
          <p14:tracePt t="26976" x="5795963" y="2552700"/>
          <p14:tracePt t="27017" x="5832475" y="2527300"/>
          <p14:tracePt t="27036" x="5883275" y="2516188"/>
          <p14:tracePt t="27062" x="5970588" y="2490788"/>
          <p14:tracePt t="27087" x="6096000" y="2490788"/>
          <p14:tracePt t="27088" x="6146800" y="2490788"/>
          <p14:tracePt t="27115" x="6346825" y="2490788"/>
          <p14:tracePt t="27145" x="6572250" y="2490788"/>
          <p14:tracePt t="27172" x="6721475" y="2490788"/>
          <p14:tracePt t="27190" x="6797675" y="2490788"/>
          <p14:tracePt t="27212" x="6859588" y="2490788"/>
          <p14:tracePt t="27238" x="6872288" y="2478088"/>
          <p14:tracePt t="27262" x="6884988" y="2478088"/>
          <p14:tracePt t="27302" x="6910388" y="2452688"/>
          <p14:tracePt t="27352" x="6921500" y="2452688"/>
          <p14:tracePt t="27471" x="6959600" y="2452688"/>
          <p14:tracePt t="27499" x="7010400" y="2452688"/>
          <p14:tracePt t="27528" x="7072313" y="2452688"/>
          <p14:tracePt t="27529" x="7085013" y="2452688"/>
          <p14:tracePt t="27556" x="7185025" y="2452688"/>
          <p14:tracePt t="27580" x="7259638" y="2465388"/>
          <p14:tracePt t="27624" x="7348538" y="2478088"/>
          <p14:tracePt t="27647" x="7359650" y="2478088"/>
          <p14:tracePt t="27914" x="7348538" y="2478088"/>
          <p14:tracePt t="27943" x="7285038" y="2478088"/>
          <p14:tracePt t="27970" x="7159625" y="2478088"/>
          <p14:tracePt t="27989" x="7123113" y="2478088"/>
          <p14:tracePt t="28012" x="7072313" y="2478088"/>
          <p14:tracePt t="28037" x="7059613" y="2478088"/>
          <p14:tracePt t="28064" x="7046913" y="2478088"/>
          <p14:tracePt t="28084" x="7034213" y="2478088"/>
          <p14:tracePt t="28107" x="7021513" y="2465388"/>
          <p14:tracePt t="28130" x="6997700" y="2452688"/>
          <p14:tracePt t="28176" x="6985000" y="2427288"/>
          <p14:tracePt t="28195" x="6972300" y="2414588"/>
          <p14:tracePt t="28220" x="6959600" y="2378075"/>
          <p14:tracePt t="28240" x="6959600" y="2339975"/>
          <p14:tracePt t="28264" x="6959600" y="2303463"/>
          <p14:tracePt t="28291" x="6959600" y="2227263"/>
          <p14:tracePt t="28317" x="6959600" y="2178050"/>
          <p14:tracePt t="28341" x="6959600" y="2139950"/>
          <p14:tracePt t="28368" x="6959600" y="2078038"/>
          <p14:tracePt t="28369" x="6959600" y="2065338"/>
          <p14:tracePt t="28389" x="6959600" y="2027238"/>
          <p14:tracePt t="28412" x="6985000" y="1989138"/>
          <p14:tracePt t="28439" x="7021513" y="1939925"/>
          <p14:tracePt t="28462" x="7072313" y="1901825"/>
          <p14:tracePt t="28486" x="7097713" y="1889125"/>
          <p14:tracePt t="28509" x="7134225" y="1876425"/>
          <p14:tracePt t="28537" x="7197725" y="1852613"/>
          <p14:tracePt t="28562" x="7223125" y="1852613"/>
          <p14:tracePt t="28585" x="7259638" y="1852613"/>
          <p14:tracePt t="28607" x="7285038" y="1852613"/>
          <p14:tracePt t="28631" x="7310438" y="1852613"/>
          <p14:tracePt t="28651" x="7335838" y="1865313"/>
          <p14:tracePt t="28680" x="7359650" y="1865313"/>
          <p14:tracePt t="28680" x="7385050" y="1876425"/>
          <p14:tracePt t="28702" x="7410450" y="1901825"/>
          <p14:tracePt t="28726" x="7448550" y="1914525"/>
          <p14:tracePt t="28755" x="7485063" y="1939925"/>
          <p14:tracePt t="28777" x="7523163" y="1952625"/>
          <p14:tracePt t="28798" x="7548563" y="1978025"/>
          <p14:tracePt t="28821" x="7572375" y="1989138"/>
          <p14:tracePt t="28850" x="7610475" y="2052638"/>
          <p14:tracePt t="28873" x="7635875" y="2101850"/>
          <p14:tracePt t="28895" x="7648575" y="2165350"/>
          <p14:tracePt t="28896" x="7648575" y="2190750"/>
          <p14:tracePt t="28920" x="7673975" y="2265363"/>
          <p14:tracePt t="28948" x="7673975" y="2339975"/>
          <p14:tracePt t="28971" x="7673975" y="2378075"/>
          <p14:tracePt t="28992" x="7661275" y="2403475"/>
          <p14:tracePt t="28992" x="7635875" y="2403475"/>
          <p14:tracePt t="29012" x="7572375" y="2414588"/>
          <p14:tracePt t="29038" x="7285038" y="2427288"/>
          <p14:tracePt t="29057" x="6959600" y="2427288"/>
          <p14:tracePt t="29087" x="6759575" y="2427288"/>
          <p14:tracePt t="29089" x="6721475" y="2427288"/>
          <p14:tracePt t="29107" x="6684963" y="2427288"/>
          <p14:tracePt t="29134" x="6672263" y="2427288"/>
          <p14:tracePt t="29158" x="6646863" y="2403475"/>
          <p14:tracePt t="29186" x="6634163" y="2339975"/>
          <p14:tracePt t="29204" x="6634163" y="2314575"/>
          <p14:tracePt t="29237" x="6634163" y="2290763"/>
          <p14:tracePt t="29258" x="6634163" y="2265363"/>
          <p14:tracePt t="29288" x="6634163" y="2239963"/>
          <p14:tracePt t="29289" x="6634163" y="2227263"/>
          <p14:tracePt t="29308" x="6672263" y="2214563"/>
          <p14:tracePt t="29331" x="6721475" y="2201863"/>
          <p14:tracePt t="29349" x="6772275" y="2201863"/>
          <p14:tracePt t="29376" x="6846888" y="2201863"/>
          <p14:tracePt t="29395" x="6897688" y="2201863"/>
          <p14:tracePt t="29417" x="6972300" y="2227263"/>
          <p14:tracePt t="29445" x="7034213" y="2252663"/>
          <p14:tracePt t="29473" x="7085013" y="2290763"/>
          <p14:tracePt t="29491" x="7110413" y="2327275"/>
          <p14:tracePt t="29515" x="7123113" y="2378075"/>
          <p14:tracePt t="29546" x="7146925" y="2452688"/>
          <p14:tracePt t="29574" x="7146925" y="2465388"/>
          <p14:tracePt t="29594" x="7146925" y="2516188"/>
          <p14:tracePt t="29618" x="7146925" y="2540000"/>
          <p14:tracePt t="29765" x="7146925" y="2578100"/>
          <p14:tracePt t="29786" x="7123113" y="2678113"/>
          <p14:tracePt t="29831" x="7046913" y="2816225"/>
          <p14:tracePt t="29833" x="7046913" y="2828925"/>
          <p14:tracePt t="29853" x="7034213" y="2852738"/>
          <p14:tracePt t="29879" x="7010400" y="2865438"/>
          <p14:tracePt t="29897" x="6997700" y="2865438"/>
          <p14:tracePt t="29924" x="6946900" y="2865438"/>
          <p14:tracePt t="29973" x="6646863" y="2740025"/>
          <p14:tracePt t="29992" x="6496050" y="2665413"/>
          <p14:tracePt t="30015" x="6434138" y="2640013"/>
          <p14:tracePt t="30017" x="6408738" y="2627313"/>
          <p14:tracePt t="30044" x="6359525" y="2616200"/>
          <p14:tracePt t="30072" x="6334125" y="2603500"/>
          <p14:tracePt t="30139" x="6321425" y="2603500"/>
          <p14:tracePt t="30825" x="6408738" y="2603500"/>
          <p14:tracePt t="30850" x="6546850" y="2603500"/>
          <p14:tracePt t="30874" x="6672263" y="2603500"/>
          <p14:tracePt t="30893" x="6746875" y="2603500"/>
          <p14:tracePt t="30915" x="6846888" y="2603500"/>
          <p14:tracePt t="30941" x="6972300" y="2603500"/>
          <p14:tracePt t="30965" x="7085013" y="2590800"/>
          <p14:tracePt t="30988" x="7172325" y="2552700"/>
          <p14:tracePt t="31032" x="7259638" y="2503488"/>
          <p14:tracePt t="31034" x="7285038" y="2490788"/>
          <p14:tracePt t="31056" x="7335838" y="2465388"/>
          <p14:tracePt t="31083" x="7385050" y="2465388"/>
          <p14:tracePt t="31102" x="7397750" y="2465388"/>
          <p14:tracePt t="31127" x="7423150" y="2465388"/>
          <p14:tracePt t="31228" x="7435850" y="2465388"/>
          <p14:tracePt t="31254" x="7448550" y="2465388"/>
          <p14:tracePt t="31554" x="7472363" y="2465388"/>
          <p14:tracePt t="31578" x="7710488" y="2503488"/>
          <p14:tracePt t="31601" x="8135938" y="2503488"/>
          <p14:tracePt t="31623" x="8424863" y="2503488"/>
          <p14:tracePt t="31652" x="8874125" y="2503488"/>
          <p14:tracePt t="31673" x="9024938" y="2503488"/>
          <p14:tracePt t="31695" x="9037638" y="2503488"/>
          <p14:tracePt t="31817" x="8724900" y="2490788"/>
          <p14:tracePt t="32047" x="8712200" y="2503488"/>
          <p14:tracePt t="32105" x="8750300" y="2503488"/>
          <p14:tracePt t="32126" x="8824913" y="2503488"/>
          <p14:tracePt t="32155" x="9050338" y="2565400"/>
          <p14:tracePt t="32178" x="9237663" y="2590800"/>
          <p14:tracePt t="32198" x="9450388" y="2627313"/>
          <p14:tracePt t="32218" x="9663113" y="2627313"/>
          <p14:tracePt t="32250" x="9826625" y="2627313"/>
          <p14:tracePt t="32275" x="9875838" y="2627313"/>
          <p14:tracePt t="32303" x="9901238" y="2627313"/>
          <p14:tracePt t="32323" x="9913938" y="2627313"/>
          <p14:tracePt t="33638" x="9863138" y="2627313"/>
          <p14:tracePt t="33656" x="9713913" y="2627313"/>
          <p14:tracePt t="33682" x="9525000" y="2640013"/>
          <p14:tracePt t="33701" x="9388475" y="2690813"/>
          <p14:tracePt t="33724" x="9188450" y="2740025"/>
          <p14:tracePt t="33749" x="9024938" y="2752725"/>
          <p14:tracePt t="33773" x="8850313" y="2765425"/>
          <p14:tracePt t="33795" x="8750300" y="2803525"/>
          <p14:tracePt t="33815" x="8712200" y="2803525"/>
          <p14:tracePt t="33816" x="8699500" y="2803525"/>
          <p14:tracePt t="33843" x="8674100" y="2816225"/>
          <p14:tracePt t="33846" x="8661400" y="2816225"/>
          <p14:tracePt t="33868" x="8612188" y="2840038"/>
          <p14:tracePt t="33889" x="8599488" y="2840038"/>
          <p14:tracePt t="33915" x="8561388" y="2852738"/>
          <p14:tracePt t="33940" x="8524875" y="2865438"/>
          <p14:tracePt t="33958" x="8474075" y="2878138"/>
          <p14:tracePt t="33985" x="8386763" y="2890838"/>
          <p14:tracePt t="34008" x="8312150" y="2890838"/>
          <p14:tracePt t="34009" x="8274050" y="2890838"/>
          <p14:tracePt t="34029" x="8186738" y="2890838"/>
          <p14:tracePt t="34059" x="8010525" y="2890838"/>
          <p14:tracePt t="34083" x="7861300" y="2890838"/>
          <p14:tracePt t="34106" x="7710488" y="2828925"/>
          <p14:tracePt t="34126" x="7661275" y="2816225"/>
          <p14:tracePt t="34157" x="7561263" y="2778125"/>
          <p14:tracePt t="34181" x="7548563" y="2740025"/>
          <p14:tracePt t="34203" x="7535863" y="2703513"/>
          <p14:tracePt t="34222" x="7523163" y="2703513"/>
          <p14:tracePt t="34251" x="7497763" y="2690813"/>
          <p14:tracePt t="34299" x="7497763" y="2678113"/>
          <p14:tracePt t="34414" x="7523163" y="2665413"/>
          <p14:tracePt t="34437" x="7561263" y="2665413"/>
          <p14:tracePt t="34462" x="7635875" y="2665413"/>
          <p14:tracePt t="34484" x="7685088" y="2665413"/>
          <p14:tracePt t="34506" x="7710488" y="2665413"/>
          <p14:tracePt t="34525" x="7723188" y="2665413"/>
          <p14:tracePt t="34553" x="7748588" y="2665413"/>
          <p14:tracePt t="34575" x="7761288" y="2640013"/>
          <p14:tracePt t="34601" x="7785100" y="2627313"/>
          <p14:tracePt t="34690" x="7797800" y="2627313"/>
          <p14:tracePt t="35334" x="7810500" y="2627313"/>
          <p14:tracePt t="35359" x="7974013" y="2603500"/>
          <p14:tracePt t="35361" x="8074025" y="2603500"/>
          <p14:tracePt t="35385" x="8386763" y="2603500"/>
          <p14:tracePt t="35403" x="8499475" y="2603500"/>
          <p14:tracePt t="35425" x="8786813" y="2578100"/>
          <p14:tracePt t="35452" x="9024938" y="2565400"/>
          <p14:tracePt t="35477" x="9175750" y="2540000"/>
          <p14:tracePt t="35502" x="9288463" y="2540000"/>
          <p14:tracePt t="35527" x="9363075" y="2516188"/>
          <p14:tracePt t="35548" x="9413875" y="2503488"/>
          <p14:tracePt t="35572" x="9475788" y="2490788"/>
          <p14:tracePt t="35593" x="9626600" y="2465388"/>
          <p14:tracePt t="35615" x="9713913" y="2452688"/>
          <p14:tracePt t="35637" x="9939338" y="2452688"/>
          <p14:tracePt t="35666" x="10252075" y="2452688"/>
          <p14:tracePt t="35689" x="10339388" y="2452688"/>
          <p14:tracePt t="35706" x="10401300" y="2452688"/>
          <p14:tracePt t="35728" x="10452100" y="2452688"/>
          <p14:tracePt t="35729" x="10477500" y="2465388"/>
          <p14:tracePt t="35778" x="10490200" y="2465388"/>
          <p14:tracePt t="35844" x="10514013" y="2478088"/>
          <p14:tracePt t="35886" x="10564813" y="2503488"/>
          <p14:tracePt t="35912" x="10590213" y="2527300"/>
          <p14:tracePt t="35913" x="10614025" y="2540000"/>
          <p14:tracePt t="35941" x="10626725" y="2552700"/>
          <p14:tracePt t="35960" x="10639425" y="2578100"/>
          <p14:tracePt t="35986" x="10664825" y="2590800"/>
          <p14:tracePt t="36011" x="10677525" y="2616200"/>
          <p14:tracePt t="36054" x="10690225" y="2627313"/>
          <p14:tracePt t="36072" x="10690225" y="2640013"/>
          <p14:tracePt t="36103" x="10702925" y="2640013"/>
          <p14:tracePt t="36145" x="10702925" y="2652713"/>
          <p14:tracePt t="36429" x="10702925" y="2665413"/>
          <p14:tracePt t="36454" x="10664825" y="2690813"/>
          <p14:tracePt t="36476" x="10590213" y="2703513"/>
          <p14:tracePt t="36503" x="10477500" y="2703513"/>
          <p14:tracePt t="36504" x="10426700" y="2703513"/>
          <p14:tracePt t="36548" x="10301288" y="2703513"/>
          <p14:tracePt t="36594" x="10264775" y="2703513"/>
          <p14:tracePt t="36616" x="10252075" y="2703513"/>
          <p14:tracePt t="36638" x="10226675" y="2703513"/>
          <p14:tracePt t="36658" x="10213975" y="2690813"/>
          <p14:tracePt t="36681" x="10152063" y="2665413"/>
          <p14:tracePt t="36708" x="10001250" y="2640013"/>
          <p14:tracePt t="36732" x="9813925" y="2590800"/>
          <p14:tracePt t="36755" x="9726613" y="2565400"/>
          <p14:tracePt t="36778" x="9713913" y="2552700"/>
          <p14:tracePt t="36805" x="9688513" y="2516188"/>
          <p14:tracePt t="36829" x="9663113" y="2490788"/>
          <p14:tracePt t="36850" x="9637713" y="2465388"/>
          <p14:tracePt t="36873" x="9626600" y="2403475"/>
          <p14:tracePt t="36897" x="9601200" y="2314575"/>
          <p14:tracePt t="36925" x="9588500" y="2227263"/>
          <p14:tracePt t="36947" x="9588500" y="2165350"/>
          <p14:tracePt t="36970" x="9588500" y="2101850"/>
          <p14:tracePt t="36996" x="9613900" y="2065338"/>
          <p14:tracePt t="37020" x="9675813" y="2039938"/>
          <p14:tracePt t="37044" x="9750425" y="2001838"/>
          <p14:tracePt t="37066" x="9888538" y="1989138"/>
          <p14:tracePt t="37091" x="10113963" y="1952625"/>
          <p14:tracePt t="37117" x="10377488" y="1914525"/>
          <p14:tracePt t="37138" x="10614025" y="1889125"/>
          <p14:tracePt t="37162" x="10828338" y="1889125"/>
          <p14:tracePt t="37181" x="10952163" y="1889125"/>
          <p14:tracePt t="37212" x="11153775" y="1889125"/>
          <p14:tracePt t="37232" x="11164888" y="1889125"/>
          <p14:tracePt t="37963" x="11164888" y="1876425"/>
          <p14:tracePt t="37983" x="11190288" y="1876425"/>
          <p14:tracePt t="38012" x="11228388" y="1876425"/>
          <p14:tracePt t="38157" x="11228388" y="1901825"/>
          <p14:tracePt t="38174" x="11202988" y="1901825"/>
          <p14:tracePt t="38204" x="11015663" y="1752600"/>
          <p14:tracePt t="38225" x="10939463" y="1739900"/>
          <p14:tracePt t="38250" x="10877550" y="1739900"/>
          <p14:tracePt t="38269" x="10726738" y="1739900"/>
          <p14:tracePt t="38296" x="10264775" y="1889125"/>
          <p14:tracePt t="38315" x="9963150" y="2039938"/>
          <p14:tracePt t="38339" x="9650413" y="2214563"/>
          <p14:tracePt t="38367" x="9375775" y="2390775"/>
          <p14:tracePt t="38394" x="9137650" y="2527300"/>
          <p14:tracePt t="38418" x="9024938" y="2616200"/>
          <p14:tracePt t="38445" x="8886825" y="2703513"/>
          <p14:tracePt t="38465" x="8699500" y="2828925"/>
          <p14:tracePt t="38491" x="8348663" y="3003550"/>
          <p14:tracePt t="38517" x="7948613" y="3141663"/>
          <p14:tracePt t="38541" x="7610475" y="3228975"/>
          <p14:tracePt t="38563" x="7335838" y="3290888"/>
          <p14:tracePt t="38587" x="7123113" y="3316288"/>
          <p14:tracePt t="38615" x="6934200" y="3354388"/>
          <p14:tracePt t="38617" x="6897688" y="3354388"/>
          <p14:tracePt t="38640" x="6834188" y="3367088"/>
          <p14:tracePt t="38641" x="6821488" y="3367088"/>
          <p14:tracePt t="38661" x="6808788" y="3367088"/>
          <p14:tracePt t="38686" x="6797675" y="3367088"/>
          <p14:tracePt t="38870" x="6784975" y="3378200"/>
          <p14:tracePt t="39020" x="6772275" y="3378200"/>
          <p14:tracePt t="39042" x="6772275" y="3354388"/>
          <p14:tracePt t="39084" x="6772275" y="3328988"/>
          <p14:tracePt t="39313" x="6772275" y="3241675"/>
          <p14:tracePt t="39333" x="6772275" y="3116263"/>
          <p14:tracePt t="39357" x="6772275" y="3078163"/>
          <p14:tracePt t="39376" x="7110413" y="2690813"/>
          <p14:tracePt t="39408" x="7497763" y="2365375"/>
          <p14:tracePt t="39409" x="7597775" y="2252663"/>
          <p14:tracePt t="39428" x="7773988" y="2065338"/>
          <p14:tracePt t="39453" x="7886700" y="1889125"/>
          <p14:tracePt t="39474" x="7923213" y="1827213"/>
          <p14:tracePt t="39642" x="7935913" y="1852613"/>
          <p14:tracePt t="39663" x="7974013" y="1914525"/>
          <p14:tracePt t="39665" x="8023225" y="1952625"/>
          <p14:tracePt t="39687" x="8110538" y="2039938"/>
          <p14:tracePt t="39688" x="8174038" y="2089150"/>
          <p14:tracePt t="39718" x="8348663" y="2214563"/>
          <p14:tracePt t="39737" x="8512175" y="2290763"/>
          <p14:tracePt t="39761" x="8650288" y="2303463"/>
          <p14:tracePt t="39780" x="8699500" y="2303463"/>
          <p14:tracePt t="39813" x="8837613" y="2303463"/>
          <p14:tracePt t="39832" x="8886825" y="2290763"/>
          <p14:tracePt t="39858" x="8950325" y="2278063"/>
          <p14:tracePt t="39876" x="9012238" y="2252663"/>
          <p14:tracePt t="39963" x="9024938" y="2252663"/>
          <p14:tracePt t="39982" x="9112250" y="2439988"/>
          <p14:tracePt t="40011" x="9237663" y="2665413"/>
          <p14:tracePt t="40030" x="9250363" y="2765425"/>
          <p14:tracePt t="40055" x="9250363" y="2878138"/>
          <p14:tracePt t="40057" x="9250363" y="2903538"/>
          <p14:tracePt t="40076" x="9250363" y="2941638"/>
          <p14:tracePt t="40109" x="9199563" y="3028950"/>
          <p14:tracePt t="40129" x="9075738" y="3054350"/>
          <p14:tracePt t="40155" x="8837613" y="3054350"/>
          <p14:tracePt t="40173" x="8737600" y="3054350"/>
          <p14:tracePt t="40199" x="8561388" y="3054350"/>
          <p14:tracePt t="40224" x="8223250" y="3054350"/>
          <p14:tracePt t="40249" x="7961313" y="3003550"/>
          <p14:tracePt t="40268" x="7748588" y="2941638"/>
          <p14:tracePt t="40291" x="7485063" y="2828925"/>
          <p14:tracePt t="40318" x="7397750" y="2778125"/>
          <p14:tracePt t="40343" x="7235825" y="2740025"/>
          <p14:tracePt t="40345" x="7197725" y="2728913"/>
          <p14:tracePt t="40366" x="7110413" y="2716213"/>
          <p14:tracePt t="40387" x="7059613" y="2716213"/>
          <p14:tracePt t="40412" x="6985000" y="2716213"/>
          <p14:tracePt t="40438" x="6921500" y="2716213"/>
          <p14:tracePt t="40460" x="6708775" y="2740025"/>
          <p14:tracePt t="40481" x="6534150" y="2765425"/>
          <p14:tracePt t="40509" x="6070600" y="2828925"/>
          <p14:tracePt t="40534" x="5407025" y="2916238"/>
          <p14:tracePt t="40557" x="4956175" y="3016250"/>
          <p14:tracePt t="40581" x="4919663" y="3016250"/>
          <p14:tracePt t="40605" x="4619625" y="3016250"/>
          <p14:tracePt t="40632" x="4418013" y="3016250"/>
          <p14:tracePt t="40656" x="4356100" y="3003550"/>
          <p14:tracePt t="40678" x="4330700" y="3003550"/>
          <p14:tracePt t="40700" x="4318000" y="3003550"/>
          <p14:tracePt t="40747" x="4305300" y="3003550"/>
          <p14:tracePt t="40812" x="4281488" y="2978150"/>
          <p14:tracePt t="41182" x="4281488" y="2965450"/>
          <p14:tracePt t="41466" x="4256088" y="2965450"/>
          <p14:tracePt t="41508" x="4243388" y="2965450"/>
          <p14:tracePt t="41531" x="4230688" y="2965450"/>
          <p14:tracePt t="41557" x="4205288" y="2965450"/>
          <p14:tracePt t="41579" x="4181475" y="2978150"/>
          <p14:tracePt t="41605" x="4130675" y="2990850"/>
          <p14:tracePt t="41628" x="4068763" y="3016250"/>
          <p14:tracePt t="41654" x="4005263" y="3016250"/>
          <p14:tracePt t="41675" x="3956050" y="3028950"/>
          <p14:tracePt t="41703" x="3879850" y="3054350"/>
          <p14:tracePt t="41727" x="3843338" y="3065463"/>
          <p14:tracePt t="41753" x="3805238" y="3078163"/>
          <p14:tracePt t="41771" x="3792538" y="3078163"/>
          <p14:tracePt t="41797" x="3767138" y="3078163"/>
          <p14:tracePt t="41822" x="3756025" y="3078163"/>
          <p14:tracePt t="41865" x="3730625" y="3078163"/>
          <p14:tracePt t="41930" x="3692525" y="3078163"/>
          <p14:tracePt t="41950" x="3679825" y="3078163"/>
          <p14:tracePt t="41975" x="3667125" y="3078163"/>
          <p14:tracePt t="41996" x="3643313" y="3041650"/>
          <p14:tracePt t="42026" x="3579813" y="2928938"/>
          <p14:tracePt t="42046" x="3541713" y="2828925"/>
          <p14:tracePt t="42072" x="3492500" y="2652713"/>
          <p14:tracePt t="42094" x="3479800" y="2552700"/>
          <p14:tracePt t="42126" x="3479800" y="2439988"/>
          <p14:tracePt t="42146" x="3492500" y="2414588"/>
          <p14:tracePt t="42172" x="3517900" y="2378075"/>
          <p14:tracePt t="42193" x="3567113" y="2339975"/>
          <p14:tracePt t="42219" x="3654425" y="2327275"/>
          <p14:tracePt t="42237" x="3667125" y="2314575"/>
          <p14:tracePt t="42262" x="3692525" y="2303463"/>
          <p14:tracePt t="42281" x="3705225" y="2290763"/>
          <p14:tracePt t="42308" x="3717925" y="2290763"/>
          <p14:tracePt t="42331" x="3743325" y="2252663"/>
          <p14:tracePt t="42357" x="3817938" y="2252663"/>
          <p14:tracePt t="42376" x="3917950" y="2252663"/>
          <p14:tracePt t="42398" x="3968750" y="2252663"/>
          <p14:tracePt t="42426" x="4105275" y="2252663"/>
          <p14:tracePt t="42449" x="4343400" y="2214563"/>
          <p14:tracePt t="42471" x="4481513" y="2214563"/>
          <p14:tracePt t="42473" x="4530725" y="2214563"/>
          <p14:tracePt t="42494" x="4643438" y="2214563"/>
          <p14:tracePt t="42523" x="4794250" y="2227263"/>
          <p14:tracePt t="42543" x="4843463" y="2239963"/>
          <p14:tracePt t="42570" x="4894263" y="2278063"/>
          <p14:tracePt t="42589" x="4919663" y="2303463"/>
          <p14:tracePt t="42621" x="4932363" y="2327275"/>
          <p14:tracePt t="42665" x="4945063" y="2378075"/>
          <p14:tracePt t="42708" x="4945063" y="2403475"/>
          <p14:tracePt t="42731" x="4956175" y="2414588"/>
          <p14:tracePt t="42773" x="4956175" y="2439988"/>
          <p14:tracePt t="42792" x="4956175" y="2452688"/>
          <p14:tracePt t="42823" x="4956175" y="2478088"/>
          <p14:tracePt t="42843" x="4956175" y="2503488"/>
          <p14:tracePt t="42930" x="4956175" y="2527300"/>
          <p14:tracePt t="42949" x="4945063" y="2527300"/>
          <p14:tracePt t="42975" x="4881563" y="2527300"/>
          <p14:tracePt t="42994" x="4856163" y="2527300"/>
          <p14:tracePt t="43023" x="4843463" y="2527300"/>
          <p14:tracePt t="43083" x="4832350" y="2516188"/>
          <p14:tracePt t="43107" x="4832350" y="2490788"/>
          <p14:tracePt t="43150" x="4832350" y="2478088"/>
          <p14:tracePt t="43290" x="4768850" y="2503488"/>
          <p14:tracePt t="43316" x="4568825" y="2578100"/>
          <p14:tracePt t="43336" x="4443413" y="2627313"/>
          <p14:tracePt t="43359" x="4192588" y="2728913"/>
          <p14:tracePt t="43382" x="3830638" y="2816225"/>
          <p14:tracePt t="43406" x="3454400" y="2865438"/>
          <p14:tracePt t="43435" x="3167063" y="2878138"/>
          <p14:tracePt t="43458" x="3041650" y="2878138"/>
          <p14:tracePt t="43481" x="2992438" y="2878138"/>
          <p14:tracePt t="43502" x="2954338" y="2878138"/>
          <p14:tracePt t="43531" x="2867025" y="2878138"/>
          <p14:tracePt t="43549" x="2828925" y="2878138"/>
          <p14:tracePt t="43576" x="2728913" y="2878138"/>
          <p14:tracePt t="43577" x="2690813" y="2890838"/>
          <p14:tracePt t="43595" x="2628900" y="2916238"/>
          <p14:tracePt t="43624" x="2465388" y="2941638"/>
          <p14:tracePt t="43642" x="2416175" y="2978150"/>
          <p14:tracePt t="43748" x="2403475" y="2978150"/>
          <p14:tracePt t="43770" x="2390775" y="2990850"/>
          <p14:tracePt t="43913" x="2365375" y="3016250"/>
          <p14:tracePt t="43937" x="2339975" y="3016250"/>
          <p14:tracePt t="43963" x="2278063" y="3016250"/>
          <p14:tracePt t="43985" x="2203450" y="3016250"/>
          <p14:tracePt t="44011" x="2116138" y="3016250"/>
          <p14:tracePt t="44035" x="2039938" y="3054350"/>
          <p14:tracePt t="44057" x="2014538" y="3054350"/>
          <p14:tracePt t="44103" x="1990725" y="3065463"/>
          <p14:tracePt t="44130" x="1978025" y="3065463"/>
          <p14:tracePt t="44154" x="1952625" y="3090863"/>
          <p14:tracePt t="44174" x="1939925" y="3090863"/>
          <p14:tracePt t="44195" x="1914525" y="3090863"/>
          <p14:tracePt t="44266" x="1878013" y="3090863"/>
          <p14:tracePt t="44309" x="1839913" y="3078163"/>
          <p14:tracePt t="44335" x="1827213" y="3054350"/>
          <p14:tracePt t="44357" x="1814513" y="3041650"/>
          <p14:tracePt t="44376" x="1801813" y="3028950"/>
          <p14:tracePt t="44442" x="1790700" y="3028950"/>
          <p14:tracePt t="44924" x="1790700" y="3016250"/>
          <p14:tracePt t="45062" x="1790700" y="3003550"/>
          <p14:tracePt t="45102" x="1801813" y="2990850"/>
          <p14:tracePt t="45195" x="1814513" y="2990850"/>
          <p14:tracePt t="45236" x="1814513" y="2978150"/>
          <p14:tracePt t="45420" x="1827213" y="2965450"/>
          <p14:tracePt t="45441" x="1852613" y="2965450"/>
          <p14:tracePt t="45467" x="1927225" y="2965450"/>
          <p14:tracePt t="45484" x="2027238" y="2928938"/>
          <p14:tracePt t="45511" x="2252663" y="2878138"/>
          <p14:tracePt t="45536" x="2528888" y="2852738"/>
          <p14:tracePt t="45558" x="2667000" y="2852738"/>
          <p14:tracePt t="45590" x="2903538" y="2840038"/>
          <p14:tracePt t="45618" x="3028950" y="2816225"/>
          <p14:tracePt t="45637" x="3067050" y="2816225"/>
          <p14:tracePt t="45659" x="3179763" y="2803525"/>
          <p14:tracePt t="45686" x="3341688" y="2778125"/>
          <p14:tracePt t="45711" x="3605213" y="2752725"/>
          <p14:tracePt t="45731" x="3856038" y="2703513"/>
          <p14:tracePt t="45754" x="4117975" y="2652713"/>
          <p14:tracePt t="45777" x="4318000" y="2627313"/>
          <p14:tracePt t="45799" x="4443413" y="2578100"/>
          <p14:tracePt t="45822" x="4619625" y="2527300"/>
          <p14:tracePt t="45847" x="4756150" y="2503488"/>
          <p14:tracePt t="45869" x="4806950" y="2490788"/>
          <p14:tracePt t="46165" x="4819650" y="2490788"/>
          <p14:tracePt t="46527" x="4832350" y="2478088"/>
          <p14:tracePt t="46636" x="4843463" y="2465388"/>
          <p14:tracePt t="46958" x="4832350" y="2478088"/>
          <p14:tracePt t="47001" x="4819650" y="2478088"/>
          <p14:tracePt t="47146" x="4781550" y="2490788"/>
          <p14:tracePt t="47169" x="4643438" y="2540000"/>
          <p14:tracePt t="47197" x="4430713" y="2640013"/>
          <p14:tracePt t="47219" x="4192588" y="2778125"/>
          <p14:tracePt t="47241" x="3956050" y="2865438"/>
          <p14:tracePt t="47260" x="3830638" y="2916238"/>
          <p14:tracePt t="47286" x="3643313" y="3003550"/>
          <p14:tracePt t="47306" x="3530600" y="3065463"/>
          <p14:tracePt t="47337" x="3367088" y="3141663"/>
          <p14:tracePt t="47357" x="3317875" y="3165475"/>
          <p14:tracePt t="47383" x="3267075" y="3203575"/>
          <p14:tracePt t="47401" x="3254375" y="3216275"/>
          <p14:tracePt t="47448" x="3241675" y="3216275"/>
          <p14:tracePt t="47648" x="3228975" y="3216275"/>
          <p14:tracePt t="47735" x="3228975" y="3178175"/>
          <p14:tracePt t="47754" x="3228975" y="3141663"/>
          <p14:tracePt t="47781" x="3228975" y="3090863"/>
          <p14:tracePt t="47799" x="3241675" y="3078163"/>
          <p14:tracePt t="47827" x="3317875" y="3041650"/>
          <p14:tracePt t="47849" x="3341688" y="3028950"/>
          <p14:tracePt t="47892" x="3392488" y="3003550"/>
          <p14:tracePt t="47913" x="3467100" y="2990850"/>
          <p14:tracePt t="47942" x="3654425" y="2928938"/>
          <p14:tracePt t="47960" x="3756025" y="2903538"/>
          <p14:tracePt t="47992" x="3943350" y="2890838"/>
          <p14:tracePt t="47993" x="3956050" y="2878138"/>
          <p14:tracePt t="48014" x="4005263" y="2878138"/>
          <p14:tracePt t="48037" x="4030663" y="2878138"/>
          <p14:tracePt t="48058" x="4068763" y="2878138"/>
          <p14:tracePt t="48081" x="4117975" y="2878138"/>
          <p14:tracePt t="48104" x="4217988" y="2878138"/>
          <p14:tracePt t="48132" x="4330700" y="2878138"/>
          <p14:tracePt t="48174" x="4468813" y="2878138"/>
          <p14:tracePt t="48200" x="4530725" y="2878138"/>
          <p14:tracePt t="48227" x="4568825" y="2878138"/>
          <p14:tracePt t="48245" x="4594225" y="2878138"/>
          <p14:tracePt t="48294" x="4606925" y="2865438"/>
          <p14:tracePt t="48336" x="4630738" y="2865438"/>
          <p14:tracePt t="48387" x="4681538" y="2852738"/>
          <p14:tracePt t="48405" x="4706938" y="2852738"/>
          <p14:tracePt t="48431" x="4719638" y="2852738"/>
          <p14:tracePt t="48448" x="4756150" y="2840038"/>
          <p14:tracePt t="48473" x="4781550" y="2840038"/>
          <p14:tracePt t="48525" x="4806950" y="2828925"/>
          <p14:tracePt t="49395" x="4819650" y="2828925"/>
          <p14:tracePt t="50893" x="4806950" y="2828925"/>
          <p14:tracePt t="50911" x="4794250" y="2828925"/>
          <p14:tracePt t="51016" x="4768850" y="2828925"/>
          <p14:tracePt t="51036" x="4756150" y="2828925"/>
          <p14:tracePt t="51057" x="4732338" y="2828925"/>
          <p14:tracePt t="51107" x="4706938" y="2828925"/>
          <p14:tracePt t="51130" x="4681538" y="2840038"/>
          <p14:tracePt t="51151" x="4668838" y="2852738"/>
          <p14:tracePt t="51213" x="4643438" y="2865438"/>
          <p14:tracePt t="51597" x="4630738" y="2865438"/>
          <p14:tracePt t="51986" x="4643438" y="2865438"/>
          <p14:tracePt t="52186" x="4656138" y="2865438"/>
          <p14:tracePt t="52232" x="4668838" y="2852738"/>
          <p14:tracePt t="52251" x="4681538" y="2852738"/>
          <p14:tracePt t="52272" x="4694238" y="2852738"/>
          <p14:tracePt t="52713" x="4706938" y="2852738"/>
          <p14:tracePt t="52918" x="4719638" y="2840038"/>
          <p14:tracePt t="52939" x="4719638" y="2828925"/>
          <p14:tracePt t="52956" x="4732338" y="2816225"/>
          <p14:tracePt t="52985" x="4806950" y="2816225"/>
          <p14:tracePt t="53014" x="4868863" y="2816225"/>
          <p14:tracePt t="53037" x="4919663" y="2803525"/>
          <p14:tracePt t="53059" x="4945063" y="2803525"/>
          <p14:tracePt t="53144" x="4956175" y="2803525"/>
          <p14:tracePt t="53252" x="4968875" y="2803525"/>
          <p14:tracePt t="53598" x="4981575" y="2803525"/>
          <p14:tracePt t="53646" x="4994275" y="2803525"/>
          <p14:tracePt t="53690" x="5019675" y="2803525"/>
          <p14:tracePt t="53835" x="5032375" y="2790825"/>
          <p14:tracePt t="54003" x="5057775" y="2790825"/>
          <p14:tracePt t="54065" x="5068888" y="2790825"/>
          <p14:tracePt t="54143" x="5094288" y="2790825"/>
          <p14:tracePt t="54162" x="5106988" y="2778125"/>
          <p14:tracePt t="54189" x="5119688" y="2778125"/>
          <p14:tracePt t="54212" x="5132388" y="2778125"/>
          <p14:tracePt t="54255" x="5145088" y="2778125"/>
          <p14:tracePt t="54304" x="5157788" y="2765425"/>
          <p14:tracePt t="55199" x="5170488" y="2765425"/>
          <p14:tracePt t="55221" x="5181600" y="2752725"/>
          <p14:tracePt t="55248" x="5194300" y="2740025"/>
          <p14:tracePt t="55291" x="5207000" y="2740025"/>
          <p14:tracePt t="55310" x="5207000" y="2728913"/>
          <p14:tracePt t="55377" x="5232400" y="2716213"/>
          <p14:tracePt t="55603" x="5245100" y="2716213"/>
          <p14:tracePt t="56467" x="5245100" y="2728913"/>
          <p14:tracePt t="56489" x="5245100" y="2752725"/>
          <p14:tracePt t="56512" x="5245100" y="2778125"/>
          <p14:tracePt t="56573" x="5245100" y="2790825"/>
          <p14:tracePt t="56596" x="5245100" y="2816225"/>
          <p14:tracePt t="56718" x="5232400" y="2816225"/>
          <p14:tracePt t="57217" x="5245100" y="2816225"/>
          <p14:tracePt t="57241" x="5281613" y="2816225"/>
          <p14:tracePt t="57271" x="5319713" y="2816225"/>
          <p14:tracePt t="57293" x="5370513" y="2816225"/>
          <p14:tracePt t="57315" x="5419725" y="2816225"/>
          <p14:tracePt t="57334" x="5432425" y="2816225"/>
          <p14:tracePt t="57364" x="5445125" y="2816225"/>
          <p14:tracePt t="57384" x="5483225" y="2828925"/>
          <p14:tracePt t="57412" x="5519738" y="2840038"/>
          <p14:tracePt t="57431" x="5532438" y="2840038"/>
          <p14:tracePt t="57455" x="5545138" y="2840038"/>
          <p14:tracePt t="57456" x="5557838" y="2840038"/>
          <p14:tracePt t="57474" x="5570538" y="2840038"/>
          <p14:tracePt t="57500" x="5583238" y="2840038"/>
          <p14:tracePt t="58109" x="5583238" y="2852738"/>
          <p14:tracePt t="58168" x="5557838" y="2865438"/>
          <p14:tracePt t="58170" x="5557838" y="2878138"/>
          <p14:tracePt t="58188" x="5519738" y="2890838"/>
          <p14:tracePt t="58219" x="5470525" y="2903538"/>
          <p14:tracePt t="58240" x="5457825" y="2903538"/>
          <p14:tracePt t="58241" x="5432425" y="2916238"/>
          <p14:tracePt t="58267" x="5419725" y="2928938"/>
          <p14:tracePt t="58285" x="5394325" y="2941638"/>
          <p14:tracePt t="58315" x="5357813" y="2952750"/>
          <p14:tracePt t="58339" x="5345113" y="2952750"/>
          <p14:tracePt t="58367" x="5345113" y="2965450"/>
          <p14:tracePt t="58721" x="5370513" y="2978150"/>
          <p14:tracePt t="58780" x="5394325" y="2978150"/>
          <p14:tracePt t="58807" x="5407025" y="2978150"/>
          <p14:tracePt t="58837" x="5432425" y="2978150"/>
          <p14:tracePt t="58867" x="5457825" y="2978150"/>
          <p14:tracePt t="58894" x="5470525" y="2978150"/>
          <p14:tracePt t="58919" x="5483225" y="2978150"/>
          <p14:tracePt t="58946" x="5507038" y="2978150"/>
          <p14:tracePt t="58979" x="5519738" y="2978150"/>
          <p14:tracePt t="59226" x="5532438" y="2978150"/>
          <p14:tracePt t="59814" x="5545138" y="2990850"/>
          <p14:tracePt t="59916" x="5557838" y="3003550"/>
          <p14:tracePt t="59974" x="5570538" y="3003550"/>
          <p14:tracePt t="60004" x="5583238" y="3003550"/>
          <p14:tracePt t="60056" x="5595938" y="3003550"/>
          <p14:tracePt t="60084" x="5595938" y="3016250"/>
          <p14:tracePt t="60185" x="5607050" y="3016250"/>
          <p14:tracePt t="60763" x="5619750" y="3016250"/>
          <p14:tracePt t="60810" x="5632450" y="3041650"/>
          <p14:tracePt t="60828" x="5657850" y="3065463"/>
          <p14:tracePt t="60854" x="5670550" y="3078163"/>
          <p14:tracePt t="60904" x="5670550" y="3090863"/>
          <p14:tracePt t="61076" x="5683250" y="3090863"/>
          <p14:tracePt t="61125" x="5695950" y="3090863"/>
          <p14:tracePt t="61177" x="5732463" y="3090863"/>
          <p14:tracePt t="65391" x="5732463" y="3165475"/>
          <p14:tracePt t="65394" x="5670550" y="3228975"/>
          <p14:tracePt t="65434" x="5319713" y="3767138"/>
          <p14:tracePt t="65469" x="4956175" y="4141788"/>
          <p14:tracePt t="65498" x="4594225" y="4418013"/>
          <p14:tracePt t="65540" x="4281488" y="4656138"/>
          <p14:tracePt t="65573" x="4143375" y="4779963"/>
          <p14:tracePt t="65599" x="4043363" y="4830763"/>
          <p14:tracePt t="65628" x="3992563" y="4879975"/>
          <p14:tracePt t="65675" x="3879850" y="4930775"/>
          <p14:tracePt t="65703" x="3779838" y="4956175"/>
          <p14:tracePt t="65706" x="3756025" y="4956175"/>
          <p14:tracePt t="65736" x="3654425" y="4968875"/>
          <p14:tracePt t="65797" x="3643313" y="4968875"/>
          <p14:tracePt t="65835" x="3617913" y="4968875"/>
          <p14:tracePt t="65870" x="3605213" y="4968875"/>
          <p14:tracePt t="65900" x="3592513" y="4918075"/>
          <p14:tracePt t="65935" x="3579813" y="4879975"/>
          <p14:tracePt t="66015" x="3579813" y="4868863"/>
          <p14:tracePt t="66040" x="3579813" y="4843463"/>
          <p14:tracePt t="66041" x="3567113" y="4843463"/>
          <p14:tracePt t="66072" x="3567113" y="4805363"/>
          <p14:tracePt t="66101" x="3541713" y="4756150"/>
          <p14:tracePt t="66135" x="3530600" y="4730750"/>
          <p14:tracePt t="66157" x="3517900" y="4692650"/>
          <p14:tracePt t="66188" x="3517900" y="4667250"/>
          <p14:tracePt t="66207" x="3517900" y="4643438"/>
          <p14:tracePt t="66234" x="3517900" y="4579938"/>
          <p14:tracePt t="66254" x="3517900" y="4518025"/>
          <p14:tracePt t="66285" x="3517900" y="4392613"/>
          <p14:tracePt t="66305" x="3541713" y="4330700"/>
          <p14:tracePt t="66332" x="3554413" y="4254500"/>
          <p14:tracePt t="66350" x="3579813" y="4230688"/>
          <p14:tracePt t="66353" x="3579813" y="4217988"/>
          <p14:tracePt t="66378" x="3592513" y="4205288"/>
          <p14:tracePt t="66401" x="3617913" y="4154488"/>
          <p14:tracePt t="66424" x="3630613" y="4141788"/>
          <p14:tracePt t="66445" x="3654425" y="4117975"/>
          <p14:tracePt t="66468" x="3679825" y="4092575"/>
          <p14:tracePt t="66496" x="3730625" y="4054475"/>
          <p14:tracePt t="66519" x="3743325" y="4041775"/>
          <p14:tracePt t="66521" x="3767138" y="4041775"/>
          <p14:tracePt t="66542" x="3792538" y="4029075"/>
          <p14:tracePt t="66570" x="3843338" y="3992563"/>
          <p14:tracePt t="66596" x="3879850" y="3967163"/>
          <p14:tracePt t="66621" x="3905250" y="3954463"/>
          <p14:tracePt t="66640" x="3943350" y="3929063"/>
          <p14:tracePt t="66667" x="4017963" y="3916363"/>
          <p14:tracePt t="66694" x="4081463" y="3892550"/>
          <p14:tracePt t="66718" x="4168775" y="3854450"/>
          <p14:tracePt t="66737" x="4192588" y="3829050"/>
          <p14:tracePt t="66762" x="4256088" y="3816350"/>
          <p14:tracePt t="66788" x="4281488" y="3803650"/>
          <p14:tracePt t="66813" x="4330700" y="3779838"/>
          <p14:tracePt t="66836" x="4368800" y="3767138"/>
          <p14:tracePt t="66886" x="4406900" y="3754438"/>
          <p14:tracePt t="66933" x="4418013" y="3754438"/>
          <p14:tracePt t="66951" x="4443413" y="3741738"/>
          <p14:tracePt t="66953" x="4468813" y="3741738"/>
          <p14:tracePt t="66979" x="4481513" y="3741738"/>
          <p14:tracePt t="67002" x="4506913" y="3729038"/>
          <p14:tracePt t="67027" x="4606925" y="3716338"/>
          <p14:tracePt t="67046" x="4643438" y="3716338"/>
          <p14:tracePt t="67097" x="4719638" y="3703638"/>
          <p14:tracePt t="67119" x="4743450" y="3703638"/>
          <p14:tracePt t="67142" x="4768850" y="3703638"/>
          <p14:tracePt t="67165" x="4806950" y="3703638"/>
          <p14:tracePt t="67193" x="4956175" y="3679825"/>
          <p14:tracePt t="67213" x="5068888" y="3679825"/>
          <p14:tracePt t="67238" x="5207000" y="3679825"/>
          <p14:tracePt t="67257" x="5345113" y="3679825"/>
          <p14:tracePt t="67287" x="5457825" y="3679825"/>
          <p14:tracePt t="67289" x="5507038" y="3667125"/>
          <p14:tracePt t="67308" x="5607050" y="3654425"/>
          <p14:tracePt t="67339" x="5732463" y="3654425"/>
          <p14:tracePt t="67359" x="5795963" y="3654425"/>
          <p14:tracePt t="67384" x="5908675" y="3654425"/>
          <p14:tracePt t="67429" x="5995988" y="3654425"/>
          <p14:tracePt t="67454" x="6034088" y="3654425"/>
          <p14:tracePt t="67479" x="6057900" y="3629025"/>
          <p14:tracePt t="67498" x="6083300" y="3629025"/>
          <p14:tracePt t="67543" x="6096000" y="3629025"/>
          <p14:tracePt t="68063" x="6108700" y="3629025"/>
          <p14:tracePt t="68436" x="6121400" y="3629025"/>
          <p14:tracePt t="68547" x="6134100" y="3629025"/>
          <p14:tracePt t="68866" x="6134100" y="3654425"/>
          <p14:tracePt t="68894" x="6134100" y="3667125"/>
          <p14:tracePt t="68917" x="6134100" y="3703638"/>
          <p14:tracePt t="68944" x="6134100" y="3754438"/>
          <p14:tracePt t="69368" x="6146800" y="3754438"/>
          <p14:tracePt t="69555" x="6157913" y="3741738"/>
          <p14:tracePt t="70395" x="6157913" y="3729038"/>
          <p14:tracePt t="70418" x="6121400" y="3729038"/>
          <p14:tracePt t="70461" x="6108700" y="3741738"/>
          <p14:tracePt t="70489" x="6083300" y="3767138"/>
          <p14:tracePt t="70510" x="6057900" y="3792538"/>
          <p14:tracePt t="70535" x="6034088" y="3803650"/>
          <p14:tracePt t="70565" x="5995988" y="3829050"/>
          <p14:tracePt t="70610" x="5983288" y="3841750"/>
          <p14:tracePt t="70633" x="5983288" y="3854450"/>
          <p14:tracePt t="70656" x="5970588" y="3854450"/>
          <p14:tracePt t="70743" x="5945188" y="3867150"/>
          <p14:tracePt t="70793" x="5932488" y="3879850"/>
          <p14:tracePt t="70838" x="5921375" y="3892550"/>
          <p14:tracePt t="70883" x="5921375" y="3905250"/>
          <p14:tracePt t="70979" x="5895975" y="3929063"/>
          <p14:tracePt t="71020" x="5895975" y="3941763"/>
          <p14:tracePt t="71043" x="5895975" y="3954463"/>
          <p14:tracePt t="71064" x="5883275" y="3967163"/>
          <p14:tracePt t="71086" x="5857875" y="4017963"/>
          <p14:tracePt t="71114" x="5832475" y="4041775"/>
          <p14:tracePt t="71140" x="5808663" y="4067175"/>
          <p14:tracePt t="71187" x="5808663" y="4079875"/>
          <p14:tracePt t="71253" x="5795963" y="4105275"/>
          <p14:tracePt t="71316" x="5770563" y="4129088"/>
          <p14:tracePt t="71340" x="5719763" y="4179888"/>
          <p14:tracePt t="71368" x="5332413" y="4205288"/>
          <p14:tracePt t="71390" x="4994275" y="4205288"/>
          <p14:tracePt t="71412" x="4681538" y="4179888"/>
          <p14:tracePt t="71643" x="4694238" y="4179888"/>
          <p14:tracePt t="71666" x="4706938" y="4179888"/>
          <p14:tracePt t="71690" x="4719638" y="4167188"/>
          <p14:tracePt t="71734" x="4743450" y="4167188"/>
          <p14:tracePt t="71761" x="4768850" y="4154488"/>
          <p14:tracePt t="71788" x="4794250" y="4129088"/>
          <p14:tracePt t="71806" x="4806950" y="4129088"/>
          <p14:tracePt t="71829" x="4819650" y="4117975"/>
          <p14:tracePt t="71858" x="4856163" y="4105275"/>
          <p14:tracePt t="71901" x="4881563" y="4092575"/>
          <p14:tracePt t="71950" x="4894263" y="4092575"/>
          <p14:tracePt t="71971" x="4919663" y="4079875"/>
          <p14:tracePt t="71995" x="4981575" y="4079875"/>
          <p14:tracePt t="72014" x="5032375" y="4079875"/>
          <p14:tracePt t="72044" x="5145088" y="4054475"/>
          <p14:tracePt t="72065" x="5194300" y="4054475"/>
          <p14:tracePt t="72091" x="5245100" y="4054475"/>
          <p14:tracePt t="72112" x="5270500" y="4041775"/>
          <p14:tracePt t="72141" x="5319713" y="4029075"/>
          <p14:tracePt t="72167" x="5357813" y="4029075"/>
          <p14:tracePt t="72192" x="5407025" y="4005263"/>
          <p14:tracePt t="72211" x="5432425" y="4005263"/>
          <p14:tracePt t="72237" x="5445125" y="4005263"/>
          <p14:tracePt t="72260" x="5470525" y="4005263"/>
          <p14:tracePt t="72286" x="5483225" y="4005263"/>
          <p14:tracePt t="72306" x="5507038" y="4005263"/>
          <p14:tracePt t="72327" x="5507038" y="3992563"/>
          <p14:tracePt t="72356" x="5519738" y="3979863"/>
          <p14:tracePt t="72379" x="5532438" y="3967163"/>
          <p14:tracePt t="72438" x="5557838" y="3941763"/>
          <p14:tracePt t="72461" x="5557838" y="3929063"/>
          <p14:tracePt t="72487" x="5557838" y="3905250"/>
          <p14:tracePt t="72506" x="5570538" y="3892550"/>
          <p14:tracePt t="72531" x="5583238" y="3867150"/>
          <p14:tracePt t="72585" x="5595938" y="3854450"/>
          <p14:tracePt t="72678" x="5595938" y="3841750"/>
          <p14:tracePt t="72965" x="5595938" y="3829050"/>
          <p14:tracePt t="72987" x="5607050" y="3829050"/>
          <p14:tracePt t="73050" x="5619750" y="3803650"/>
          <p14:tracePt t="73096" x="5619750" y="3792538"/>
          <p14:tracePt t="73140" x="5632450" y="3792538"/>
          <p14:tracePt t="73268" x="5645150" y="3767138"/>
          <p14:tracePt t="73292" x="5645150" y="3754438"/>
          <p14:tracePt t="73313" x="5657850" y="3741738"/>
          <p14:tracePt t="73336" x="5670550" y="3729038"/>
          <p14:tracePt t="73337" x="5670550" y="3703638"/>
          <p14:tracePt t="73386" x="5695950" y="3692525"/>
          <p14:tracePt t="73557" x="5695950" y="3679825"/>
          <p14:tracePt t="76073" x="5670550" y="3679825"/>
          <p14:tracePt t="76131" x="5657850" y="3679825"/>
          <p14:tracePt t="76156" x="5632450" y="3679825"/>
          <p14:tracePt t="76201" x="5607050" y="3679825"/>
          <p14:tracePt t="76218" x="5583238" y="3692525"/>
          <p14:tracePt t="76267" x="5557838" y="3716338"/>
          <p14:tracePt t="76308" x="5545138" y="3729038"/>
          <p14:tracePt t="76350" x="5507038" y="3754438"/>
          <p14:tracePt t="76373" x="5507038" y="3767138"/>
          <p14:tracePt t="76397" x="5495925" y="3767138"/>
          <p14:tracePt t="76462" x="5495925" y="3779838"/>
          <p14:tracePt t="76977" x="5483225" y="3779838"/>
          <p14:tracePt t="77060" x="5470525" y="3754438"/>
          <p14:tracePt t="77081" x="5495925" y="3703638"/>
          <p14:tracePt t="77108" x="5583238" y="3641725"/>
          <p14:tracePt t="77126" x="5657850" y="3603625"/>
          <p14:tracePt t="77154" x="5808663" y="3554413"/>
          <p14:tracePt t="77519" x="5770563" y="3554413"/>
          <p14:tracePt t="77540" x="5695950" y="3554413"/>
          <p14:tracePt t="77576" x="5532438" y="3590925"/>
          <p14:tracePt t="77601" x="5470525" y="3603625"/>
          <p14:tracePt t="77624" x="5383213" y="3667125"/>
          <p14:tracePt t="77625" x="5345113" y="3679825"/>
          <p14:tracePt t="77646" x="5307013" y="3716338"/>
          <p14:tracePt t="77651" x="5294313" y="3729038"/>
          <p14:tracePt t="77677" x="5270500" y="3754438"/>
          <p14:tracePt t="77703" x="5257800" y="3767138"/>
          <p14:tracePt t="77743" x="5257800" y="3779838"/>
          <p14:tracePt t="78337" x="5170488" y="3829050"/>
          <p14:tracePt t="78359" x="5119688" y="3841750"/>
          <p14:tracePt t="78360" x="5094288" y="3841750"/>
          <p14:tracePt t="78380" x="5068888" y="3854450"/>
          <p14:tracePt t="78402" x="5045075" y="3867150"/>
          <p14:tracePt t="78425" x="5006975" y="3867150"/>
          <p14:tracePt t="78444" x="4968875" y="3879850"/>
          <p14:tracePt t="78476" x="4894263" y="3879850"/>
          <p14:tracePt t="78500" x="4856163" y="3879850"/>
          <p14:tracePt t="78520" x="4768850" y="3879850"/>
          <p14:tracePt t="78542" x="4719638" y="3879850"/>
          <p14:tracePt t="78577" x="4543425" y="3841750"/>
          <p14:tracePt t="78601" x="4443413" y="3816350"/>
          <p14:tracePt t="78628" x="4356100" y="3803650"/>
          <p14:tracePt t="78652" x="4281488" y="3792538"/>
          <p14:tracePt t="78676" x="4230688" y="3792538"/>
          <p14:tracePt t="78699" x="4168775" y="3767138"/>
          <p14:tracePt t="78726" x="4143375" y="3754438"/>
          <p14:tracePt t="78748" x="4130675" y="3741738"/>
          <p14:tracePt t="78874" x="4105275" y="3741738"/>
          <p14:tracePt t="79004" x="4105275" y="3692525"/>
          <p14:tracePt t="79028" x="4117975" y="3629025"/>
          <p14:tracePt t="79054" x="4217988" y="3554413"/>
          <p14:tracePt t="79073" x="4330700" y="3503613"/>
          <p14:tracePt t="79097" x="4430713" y="3479800"/>
          <p14:tracePt t="79120" x="4506913" y="3479800"/>
          <p14:tracePt t="79144" x="4568825" y="3454400"/>
          <p14:tracePt t="79166" x="4581525" y="3454400"/>
          <p14:tracePt t="79187" x="4594225" y="3454400"/>
          <p14:tracePt t="79251" x="4606925" y="3454400"/>
          <p14:tracePt t="79298" x="4630738" y="3454400"/>
          <p14:tracePt t="79319" x="4656138" y="3479800"/>
          <p14:tracePt t="79341" x="4668838" y="3503613"/>
          <p14:tracePt t="79365" x="4681538" y="3516313"/>
          <p14:tracePt t="79469" x="4694238" y="3529013"/>
          <p14:tracePt t="79488" x="4732338" y="3529013"/>
          <p14:tracePt t="79521" x="4832350" y="3516313"/>
          <p14:tracePt t="79540" x="4956175" y="3503613"/>
          <p14:tracePt t="79566" x="5232400" y="3441700"/>
          <p14:tracePt t="79584" x="5607050" y="3441700"/>
          <p14:tracePt t="79609" x="6008688" y="3541713"/>
          <p14:tracePt t="79627" x="6334125" y="3641725"/>
          <p14:tracePt t="79651" x="6784975" y="3792538"/>
          <p14:tracePt t="79677" x="7272338" y="3929063"/>
          <p14:tracePt t="79703" x="7685088" y="4105275"/>
          <p14:tracePt t="79722" x="7897813" y="4205288"/>
          <p14:tracePt t="79746" x="8048625" y="4292600"/>
          <p14:tracePt t="79772" x="8086725" y="4318000"/>
          <p14:tracePt t="79800" x="8086725" y="4330700"/>
          <p14:tracePt t="79910" x="8099425" y="4330700"/>
          <p14:tracePt t="80024" x="7761288" y="4318000"/>
          <p14:tracePt t="80045" x="7423150" y="4167188"/>
          <p14:tracePt t="80074" x="7335838" y="4105275"/>
          <p14:tracePt t="80269" x="7246938" y="4105275"/>
          <p14:tracePt t="80288" x="7172325" y="4005263"/>
          <p14:tracePt t="80316" x="7085013" y="3954463"/>
          <p14:tracePt t="80361" x="6646863" y="3929063"/>
          <p14:tracePt t="80380" x="6308725" y="3967163"/>
          <p14:tracePt t="80406" x="5908675" y="4079875"/>
          <p14:tracePt t="80426" x="5294313" y="4279900"/>
          <p14:tracePt t="80451" x="5006975" y="4430713"/>
          <p14:tracePt t="80479" x="4906963" y="4518025"/>
          <p14:tracePt t="80505" x="4894263" y="4618038"/>
          <p14:tracePt t="80525" x="4906963" y="4667250"/>
          <p14:tracePt t="80547" x="4956175" y="4756150"/>
          <p14:tracePt t="80577" x="5068888" y="4818063"/>
          <p14:tracePt t="80604" x="5132388" y="4843463"/>
          <p14:tracePt t="80629" x="5232400" y="4843463"/>
          <p14:tracePt t="80651" x="5345113" y="4830763"/>
          <p14:tracePt t="80671" x="5470525" y="4768850"/>
          <p14:tracePt t="80673" x="5507038" y="4718050"/>
          <p14:tracePt t="80696" x="5607050" y="4518025"/>
          <p14:tracePt t="80696" x="5619750" y="4479925"/>
          <p14:tracePt t="80883" x="5619750" y="4492625"/>
          <p14:tracePt t="80905" x="5607050" y="4418013"/>
          <p14:tracePt t="80949" x="5595938" y="4418013"/>
          <p14:tracePt t="80976" x="5557838" y="4418013"/>
          <p14:tracePt t="80977" x="5557838" y="4405313"/>
          <p14:tracePt t="81002" x="5519738" y="4405313"/>
          <p14:tracePt t="81029" x="5495925" y="4379913"/>
          <p14:tracePt t="81054" x="5432425" y="4318000"/>
          <p14:tracePt t="81074" x="5370513" y="4254500"/>
          <p14:tracePt t="81096" x="5319713" y="4154488"/>
          <p14:tracePt t="81125" x="5207000" y="3905250"/>
          <p14:tracePt t="81148" x="5157788" y="3716338"/>
          <p14:tracePt t="81172" x="5157788" y="3516313"/>
          <p14:tracePt t="81195" x="5157788" y="3403600"/>
          <p14:tracePt t="81215" x="5157788" y="3367088"/>
          <p14:tracePt t="81216" x="5170488" y="3328988"/>
          <p14:tracePt t="81237" x="5194300" y="3328988"/>
          <p14:tracePt t="81263" x="5207000" y="3290888"/>
          <p14:tracePt t="81290" x="5483225" y="3228975"/>
          <p14:tracePt t="81313" x="5908675" y="3141663"/>
          <p14:tracePt t="81335" x="6146800" y="3103563"/>
          <p14:tracePt t="81359" x="6521450" y="3041650"/>
          <p14:tracePt t="81387" x="6821488" y="3028950"/>
          <p14:tracePt t="81413" x="6897688" y="3016250"/>
          <p14:tracePt t="81438" x="6921500" y="3016250"/>
          <p14:tracePt t="81462" x="6959600" y="3016250"/>
          <p14:tracePt t="81484" x="6997700" y="3028950"/>
          <p14:tracePt t="81507" x="7010400" y="3041650"/>
          <p14:tracePt t="81552" x="7034213" y="3054350"/>
          <p14:tracePt t="81556" x="7046913" y="3065463"/>
          <p14:tracePt t="81576" x="7072313" y="3078163"/>
          <p14:tracePt t="81601" x="7110413" y="3128963"/>
          <p14:tracePt t="81628" x="7134225" y="3190875"/>
          <p14:tracePt t="81651" x="7146925" y="3228975"/>
          <p14:tracePt t="81674" x="7159625" y="3241675"/>
          <p14:tracePt t="81698" x="7172325" y="3267075"/>
          <p14:tracePt t="81769" x="7146925" y="3403600"/>
          <p14:tracePt t="81789" x="7072313" y="3467100"/>
          <p14:tracePt t="81820" x="6884988" y="3579813"/>
          <p14:tracePt t="81840" x="6708775" y="3654425"/>
          <p14:tracePt t="81869" x="6383338" y="3779838"/>
          <p14:tracePt t="81888" x="6146800" y="3841750"/>
          <p14:tracePt t="81920" x="5832475" y="3879850"/>
          <p14:tracePt t="81940" x="5695950" y="3879850"/>
          <p14:tracePt t="81946" x="5645150" y="3879850"/>
          <p14:tracePt t="81971" x="5483225" y="3867150"/>
          <p14:tracePt t="81993" x="5332413" y="3829050"/>
          <p14:tracePt t="82020" x="5257800" y="3803650"/>
          <p14:tracePt t="82042" x="5219700" y="3767138"/>
          <p14:tracePt t="82065" x="5194300" y="3703638"/>
          <p14:tracePt t="82087" x="5181600" y="3654425"/>
          <p14:tracePt t="82113" x="5170488" y="3603625"/>
          <p14:tracePt t="82139" x="5170488" y="3541713"/>
          <p14:tracePt t="82165" x="5181600" y="3479800"/>
          <p14:tracePt t="82187" x="5245100" y="3429000"/>
          <p14:tracePt t="82210" x="5294313" y="3390900"/>
          <p14:tracePt t="82236" x="5370513" y="3354388"/>
          <p14:tracePt t="82261" x="5419725" y="3328988"/>
          <p14:tracePt t="82283" x="5483225" y="3328988"/>
          <p14:tracePt t="82305" x="5570538" y="3328988"/>
          <p14:tracePt t="82334" x="5619750" y="3328988"/>
          <p14:tracePt t="82353" x="5695950" y="3328988"/>
          <p14:tracePt t="82377" x="5745163" y="3328988"/>
          <p14:tracePt t="82397" x="5783263" y="3328988"/>
          <p14:tracePt t="82428" x="5832475" y="3354388"/>
          <p14:tracePt t="82448" x="5870575" y="3354388"/>
          <p14:tracePt t="82589" x="5883275" y="3367088"/>
          <p14:tracePt t="82910" x="5895975" y="3378200"/>
          <p14:tracePt t="83032" x="5908675" y="3378200"/>
          <p14:tracePt t="83082" x="5921375" y="3403600"/>
          <p14:tracePt t="83109" x="5957888" y="3429000"/>
          <p14:tracePt t="83140" x="6034088" y="3454400"/>
          <p14:tracePt t="83165" x="6083300" y="3454400"/>
          <p14:tracePt t="83191" x="6108700" y="3454400"/>
          <p14:tracePt t="83217" x="6134100" y="3454400"/>
          <p14:tracePt t="83270" x="6134100" y="3441700"/>
          <p14:tracePt t="83293" x="6146800" y="3441700"/>
          <p14:tracePt t="83325" x="6157913" y="3441700"/>
          <p14:tracePt t="83347" x="6170613" y="3441700"/>
          <p14:tracePt t="83376" x="6259513" y="3441700"/>
          <p14:tracePt t="83400" x="6308725" y="3441700"/>
          <p14:tracePt t="83434" x="6321425" y="3467100"/>
          <p14:tracePt t="83786" x="6334125" y="3467100"/>
          <p14:tracePt t="84675" x="6359525" y="3467100"/>
          <p14:tracePt t="84694" x="6383338" y="3467100"/>
          <p14:tracePt t="84720" x="6396038" y="3467100"/>
          <p14:tracePt t="84769" x="6421438" y="3467100"/>
          <p14:tracePt t="84789" x="6434138" y="3467100"/>
          <p14:tracePt t="85266" x="6434138" y="3454400"/>
          <p14:tracePt t="85284" x="6446838" y="3429000"/>
          <p14:tracePt t="85308" x="6483350" y="3390900"/>
          <p14:tracePt t="85335" x="6559550" y="3316288"/>
          <p14:tracePt t="85337" x="6572250" y="3303588"/>
          <p14:tracePt t="85359" x="6572250" y="3290888"/>
          <p14:tracePt t="85361" x="6596063" y="3267075"/>
          <p14:tracePt t="85404" x="6608763" y="3254375"/>
          <p14:tracePt t="85528" x="6596063" y="3254375"/>
          <p14:tracePt t="85550" x="6584950" y="3241675"/>
          <p14:tracePt t="85579" x="6521450" y="3190875"/>
          <p14:tracePt t="85597" x="6472238" y="3178175"/>
          <p14:tracePt t="85625" x="6346825" y="3178175"/>
          <p14:tracePt t="85648" x="6321425" y="3178175"/>
          <p14:tracePt t="85649" x="6296025" y="3190875"/>
          <p14:tracePt t="85675" x="6246813" y="3216275"/>
          <p14:tracePt t="85693" x="6196013" y="3254375"/>
          <p14:tracePt t="85718" x="6146800" y="3328988"/>
          <p14:tracePt t="85764" x="6108700" y="3328988"/>
          <p14:tracePt t="85786" x="6045200" y="3341688"/>
          <p14:tracePt t="85811" x="5983288" y="3390900"/>
          <p14:tracePt t="85837" x="5957888" y="3441700"/>
          <p14:tracePt t="85881" x="5932488" y="3467100"/>
          <p14:tracePt t="86007" x="5970588" y="3479800"/>
          <p14:tracePt t="86035" x="6121400" y="3454400"/>
          <p14:tracePt t="86057" x="6157913" y="3403600"/>
          <p14:tracePt t="86080" x="6157913" y="3354388"/>
          <p14:tracePt t="86081" x="6157913" y="3316288"/>
          <p14:tracePt t="86102" x="6096000" y="3241675"/>
          <p14:tracePt t="86127" x="5957888" y="3141663"/>
          <p14:tracePt t="86889" x="5970588" y="3141663"/>
          <p14:tracePt t="86908" x="5995988" y="3165475"/>
          <p14:tracePt t="86939" x="6021388" y="3203575"/>
          <p14:tracePt t="86957" x="6021388" y="3216275"/>
          <p14:tracePt t="86984" x="6034088" y="3267075"/>
          <p14:tracePt t="87003" x="6045200" y="3303588"/>
          <p14:tracePt t="87037" x="6045200" y="3354388"/>
          <p14:tracePt t="87057" x="6034088" y="3429000"/>
          <p14:tracePt t="87081" x="5983288" y="3503613"/>
          <p14:tracePt t="87102" x="5908675" y="3579813"/>
          <p14:tracePt t="87126" x="5821363" y="3641725"/>
          <p14:tracePt t="87152" x="5757863" y="3679825"/>
          <p14:tracePt t="87153" x="5732463" y="3679825"/>
          <p14:tracePt t="87175" x="5719763" y="3692525"/>
          <p14:tracePt t="87196" x="5695950" y="3692525"/>
          <p14:tracePt t="87246" x="5645150" y="3679825"/>
          <p14:tracePt t="87268" x="5645150" y="3629025"/>
          <p14:tracePt t="87294" x="5632450" y="3554413"/>
          <p14:tracePt t="87314" x="5632450" y="3490913"/>
          <p14:tracePt t="87346" x="5632450" y="3416300"/>
          <p14:tracePt t="87366" x="5645150" y="3354388"/>
          <p14:tracePt t="87391" x="5708650" y="3267075"/>
          <p14:tracePt t="87411" x="5757863" y="3203575"/>
          <p14:tracePt t="87443" x="5870575" y="3128963"/>
          <p14:tracePt t="87463" x="5945188" y="3090863"/>
          <p14:tracePt t="87488" x="6045200" y="3065463"/>
          <p14:tracePt t="87489" x="6083300" y="3065463"/>
          <p14:tracePt t="87509" x="6157913" y="3041650"/>
          <p14:tracePt t="87538" x="6270625" y="3041650"/>
          <p14:tracePt t="87560" x="6308725" y="3041650"/>
          <p14:tracePt t="87562" x="6334125" y="3041650"/>
          <p14:tracePt t="87588" x="6383338" y="3041650"/>
          <p14:tracePt t="87609" x="6434138" y="3041650"/>
          <p14:tracePt t="87638" x="6508750" y="3078163"/>
          <p14:tracePt t="87661" x="6559550" y="3090863"/>
          <p14:tracePt t="87682" x="6572250" y="3103563"/>
          <p14:tracePt t="87703" x="6572250" y="3116263"/>
          <p14:tracePt t="87728" x="6584950" y="3128963"/>
          <p14:tracePt t="87730" x="6596063" y="3128963"/>
          <p14:tracePt t="87752" x="6596063" y="3141663"/>
          <p14:tracePt t="87775" x="6608763" y="3154363"/>
          <p14:tracePt t="87843" x="6621463" y="3154363"/>
          <p14:tracePt t="87931" x="6634163" y="3154363"/>
          <p14:tracePt t="88226" x="6646863" y="3165475"/>
          <p14:tracePt t="88252" x="6646863" y="3216275"/>
          <p14:tracePt t="88279" x="6672263" y="3241675"/>
          <p14:tracePt t="88298" x="6684963" y="3278188"/>
          <p14:tracePt t="88325" x="6684963" y="3303588"/>
          <p14:tracePt t="88350" x="6684963" y="3341688"/>
          <p14:tracePt t="88376" x="6684963" y="3378200"/>
          <p14:tracePt t="88395" x="6646863" y="3441700"/>
          <p14:tracePt t="88420" x="6584950" y="3503613"/>
          <p14:tracePt t="88446" x="6446838" y="3567113"/>
          <p14:tracePt t="88471" x="6321425" y="3603625"/>
          <p14:tracePt t="88499" x="6134100" y="3616325"/>
          <p14:tracePt t="88526" x="5957888" y="3616325"/>
          <p14:tracePt t="88545" x="5757863" y="3567113"/>
          <p14:tracePt t="88572" x="5583238" y="3467100"/>
          <p14:tracePt t="88595" x="5495925" y="3367088"/>
          <p14:tracePt t="88619" x="5419725" y="3241675"/>
          <p14:tracePt t="88646" x="5394325" y="3128963"/>
          <p14:tracePt t="88669" x="5394325" y="3065463"/>
          <p14:tracePt t="88691" x="5394325" y="3016250"/>
          <p14:tracePt t="88713" x="5407025" y="3003550"/>
          <p14:tracePt t="88738" x="5457825" y="2965450"/>
          <p14:tracePt t="88783" x="5557838" y="2952750"/>
          <p14:tracePt t="88803" x="5657850" y="2928938"/>
          <p14:tracePt t="88831" x="5770563" y="2928938"/>
          <p14:tracePt t="88839" x="5795963" y="2928938"/>
          <p14:tracePt t="88857" x="5832475" y="2928938"/>
          <p14:tracePt t="88884" x="5883275" y="2928938"/>
          <p14:tracePt t="88908" x="5932488" y="2952750"/>
          <p14:tracePt t="88938" x="6021388" y="3016250"/>
          <p14:tracePt t="88956" x="6070600" y="3065463"/>
          <p14:tracePt t="88981" x="6121400" y="3141663"/>
          <p14:tracePt t="89000" x="6146800" y="3190875"/>
          <p14:tracePt t="89027" x="6146800" y="3203575"/>
          <p14:tracePt t="89054" x="6146800" y="3241675"/>
          <p14:tracePt t="89079" x="6146800" y="3290888"/>
          <p14:tracePt t="89099" x="6121400" y="3316288"/>
          <p14:tracePt t="89126" x="6083300" y="3341688"/>
          <p14:tracePt t="89151" x="6070600" y="3354388"/>
          <p14:tracePt t="89178" x="6034088" y="3390900"/>
          <p14:tracePt t="89198" x="6021388" y="3403600"/>
          <p14:tracePt t="89223" x="5995988" y="3416300"/>
          <p14:tracePt t="89248" x="5983288" y="3429000"/>
          <p14:tracePt t="89273" x="5970588" y="3429000"/>
          <p14:tracePt t="89549" x="5957888" y="3441700"/>
          <p14:tracePt t="90101" x="5970588" y="3441700"/>
          <p14:tracePt t="90128" x="6008688" y="3441700"/>
          <p14:tracePt t="90130" x="6021388" y="3441700"/>
          <p14:tracePt t="90166" x="6034088" y="3429000"/>
          <p14:tracePt t="90193" x="6045200" y="3416300"/>
          <p14:tracePt t="90462" x="6083300" y="3416300"/>
          <p14:tracePt t="90486" x="6157913" y="3416300"/>
          <p14:tracePt t="90510" x="6183313" y="3416300"/>
          <p14:tracePt t="90539" x="6270625" y="3479800"/>
          <p14:tracePt t="90572" x="6383338" y="3616325"/>
          <p14:tracePt t="90597" x="6483350" y="3741738"/>
          <p14:tracePt t="90626" x="6584950" y="3841750"/>
          <p14:tracePt t="90654" x="6608763" y="3905250"/>
          <p14:tracePt t="90684" x="6646863" y="3979863"/>
          <p14:tracePt t="90712" x="6708775" y="4029075"/>
          <p14:tracePt t="90743" x="6734175" y="4067175"/>
          <p14:tracePt t="90745" x="6746875" y="4079875"/>
          <p14:tracePt t="90770" x="6772275" y="4129088"/>
          <p14:tracePt t="90806" x="6772275" y="4141788"/>
          <p14:tracePt t="91025" x="6797675" y="4154488"/>
          <p14:tracePt t="91053" x="6821488" y="4141788"/>
          <p14:tracePt t="91081" x="6910388" y="3967163"/>
          <p14:tracePt t="91115" x="6959600" y="3816350"/>
          <p14:tracePt t="91146" x="6985000" y="3754438"/>
          <p14:tracePt t="91193" x="6997700" y="3741738"/>
          <p14:tracePt t="91241" x="6997700" y="3729038"/>
          <p14:tracePt t="91259" x="7034213" y="3729038"/>
          <p14:tracePt t="91284" x="7085013" y="3754438"/>
          <p14:tracePt t="91304" x="7185025" y="3792538"/>
          <p14:tracePt t="91331" x="7335838" y="3803650"/>
          <p14:tracePt t="91357" x="7673975" y="3654425"/>
          <p14:tracePt t="91381" x="8010525" y="3354388"/>
          <p14:tracePt t="91402" x="8186738" y="3203575"/>
          <p14:tracePt t="91427" x="8212138" y="3128963"/>
          <p14:tracePt t="91454" x="8223250" y="3103563"/>
          <p14:tracePt t="91628" x="8199438" y="3216275"/>
          <p14:tracePt t="91648" x="8110538" y="3441700"/>
          <p14:tracePt t="91693" x="8023225" y="3754438"/>
          <p14:tracePt t="91713" x="7948613" y="3892550"/>
          <p14:tracePt t="91743" x="7886700" y="4017963"/>
          <p14:tracePt t="91764" x="7848600" y="4079875"/>
          <p14:tracePt t="91790" x="7823200" y="4117975"/>
          <p14:tracePt t="91810" x="7810500" y="4129088"/>
          <p14:tracePt t="91837" x="7785100" y="4154488"/>
          <p14:tracePt t="91859" x="7773988" y="4154488"/>
          <p14:tracePt t="91885" x="7735888" y="4154488"/>
          <p14:tracePt t="91911" x="7697788" y="4167188"/>
          <p14:tracePt t="91938" x="7661275" y="4167188"/>
          <p14:tracePt t="91957" x="7623175" y="4179888"/>
          <p14:tracePt t="91981" x="7572375" y="4205288"/>
          <p14:tracePt t="92009" x="7459663" y="4254500"/>
          <p14:tracePt t="92033" x="7348538" y="4305300"/>
          <p14:tracePt t="92052" x="7297738" y="4318000"/>
          <p14:tracePt t="92076" x="7223125" y="4379913"/>
          <p14:tracePt t="92099" x="7134225" y="4443413"/>
          <p14:tracePt t="92123" x="7110413" y="4467225"/>
          <p14:tracePt t="92150" x="7097713" y="4467225"/>
          <p14:tracePt t="92193" x="7085013" y="4467225"/>
          <p14:tracePt t="92237" x="7072313" y="4467225"/>
          <p14:tracePt t="92260" x="7059613" y="4467225"/>
          <p14:tracePt t="92286" x="7046913" y="4467225"/>
          <p14:tracePt t="92310" x="7010400" y="4467225"/>
          <p14:tracePt t="92335" x="6959600" y="4505325"/>
          <p14:tracePt t="92354" x="6921500" y="4567238"/>
          <p14:tracePt t="92376" x="6921500" y="4630738"/>
          <p14:tracePt t="92404" x="6921500" y="4679950"/>
          <p14:tracePt t="92428" x="7034213" y="4692650"/>
          <p14:tracePt t="92452" x="7323138" y="4679950"/>
          <p14:tracePt t="92476" x="7510463" y="4605338"/>
          <p14:tracePt t="92497" x="7623175" y="4454525"/>
          <p14:tracePt t="92521" x="7748588" y="4267200"/>
          <p14:tracePt t="92550" x="7810500" y="4079875"/>
          <p14:tracePt t="92574" x="7823200" y="3967163"/>
          <p14:tracePt t="92597" x="7823200" y="3916363"/>
          <p14:tracePt t="92619" x="7823200" y="3905250"/>
          <p14:tracePt t="92646" x="7823200" y="3879850"/>
          <p14:tracePt t="92669" x="7810500" y="3854450"/>
          <p14:tracePt t="92697" x="7785100" y="3854450"/>
          <p14:tracePt t="92722" x="7735888" y="3854450"/>
          <p14:tracePt t="92745" x="7685088" y="3854450"/>
          <p14:tracePt t="92765" x="7623175" y="3879850"/>
          <p14:tracePt t="92793" x="7435850" y="3992563"/>
          <p14:tracePt t="92819" x="7297738" y="4054475"/>
          <p14:tracePt t="92843" x="7235825" y="4079875"/>
          <p14:tracePt t="92863" x="7210425" y="4092575"/>
          <p14:tracePt t="92884" x="7197725" y="4092575"/>
          <p14:tracePt t="92907" x="7159625" y="4092575"/>
          <p14:tracePt t="92958" x="7123113" y="4092575"/>
          <p14:tracePt t="92979" x="7110413" y="4105275"/>
          <p14:tracePt t="93091" x="7097713" y="4117975"/>
          <p14:tracePt t="93263" x="7097713" y="4092575"/>
          <p14:tracePt t="93307" x="7097713" y="4079875"/>
          <p14:tracePt t="93327" x="7097713" y="4067175"/>
          <p14:tracePt t="93413" x="7072313" y="4054475"/>
          <p14:tracePt t="93438" x="7021513" y="4054475"/>
          <p14:tracePt t="93469" x="6934200" y="4041775"/>
          <p14:tracePt t="93493" x="6821488" y="4029075"/>
          <p14:tracePt t="93524" x="6596063" y="4092575"/>
          <p14:tracePt t="93547" x="6472238" y="4129088"/>
          <p14:tracePt t="93571" x="6370638" y="4167188"/>
          <p14:tracePt t="93599" x="6308725" y="4167188"/>
          <p14:tracePt t="93622" x="6296025" y="4167188"/>
          <p14:tracePt t="93645" x="6283325" y="4167188"/>
          <p14:tracePt t="93688" x="6246813" y="4167188"/>
          <p14:tracePt t="93708" x="6221413" y="4167188"/>
          <p14:tracePt t="93734" x="6196013" y="4167188"/>
          <p14:tracePt t="93759" x="6183313" y="4154488"/>
          <p14:tracePt t="93785" x="6146800" y="4105275"/>
          <p14:tracePt t="93805" x="6146800" y="4092575"/>
          <p14:tracePt t="93829" x="6134100" y="4041775"/>
          <p14:tracePt t="93857" x="6108700" y="4005263"/>
          <p14:tracePt t="93882" x="6096000" y="3941763"/>
          <p14:tracePt t="93908" x="6096000" y="3892550"/>
          <p14:tracePt t="93934" x="6096000" y="3829050"/>
          <p14:tracePt t="93953" x="6096000" y="3803650"/>
          <p14:tracePt t="93973" x="6096000" y="3792538"/>
          <p14:tracePt t="94037" x="6183313" y="3803650"/>
          <p14:tracePt t="94063" x="6534150" y="4017963"/>
          <p14:tracePt t="94089" x="7123113" y="4405313"/>
          <p14:tracePt t="94111" x="7385050" y="4592638"/>
          <p14:tracePt t="94112" x="7472363" y="4630738"/>
          <p14:tracePt t="94138" x="7548563" y="4656138"/>
          <p14:tracePt t="94165" x="7597775" y="4630738"/>
          <p14:tracePt t="94190" x="7723188" y="4430713"/>
          <p14:tracePt t="94212" x="7897813" y="4092575"/>
          <p14:tracePt t="94239" x="7999413" y="3729038"/>
          <p14:tracePt t="94263" x="8061325" y="3454400"/>
          <p14:tracePt t="94265" x="8061325" y="3403600"/>
          <p14:tracePt t="94290" x="8061325" y="3303588"/>
          <p14:tracePt t="94343" x="8061325" y="3290888"/>
          <p14:tracePt t="94364" x="8123238" y="3341688"/>
          <p14:tracePt t="94389" x="8235950" y="3667125"/>
          <p14:tracePt t="94416" x="8286750" y="3916363"/>
          <p14:tracePt t="94417" x="8312150" y="3967163"/>
          <p14:tracePt t="94442" x="8324850" y="4054475"/>
          <p14:tracePt t="94553" x="8348663" y="3941763"/>
          <p14:tracePt t="94574" x="8361363" y="3854450"/>
          <p14:tracePt t="94603" x="8435975" y="3692525"/>
          <p14:tracePt t="94628" x="8486775" y="3603625"/>
          <p14:tracePt t="94654" x="8499475" y="3590925"/>
          <p14:tracePt t="94672" x="8512175" y="3567113"/>
          <p14:tracePt t="94783" x="8524875" y="3567113"/>
          <p14:tracePt t="94812" x="8737600" y="3479800"/>
          <p14:tracePt t="94836" x="9063038" y="3290888"/>
          <p14:tracePt t="94857" x="9275763" y="3154363"/>
          <p14:tracePt t="94878" x="9312275" y="3116263"/>
          <p14:tracePt t="94985" x="9212263" y="3416300"/>
          <p14:tracePt t="95013" x="8975725" y="3692525"/>
          <p14:tracePt t="95038" x="8674100" y="4017963"/>
          <p14:tracePt t="95059" x="8361363" y="4241800"/>
          <p14:tracePt t="95083" x="8074025" y="4418013"/>
          <p14:tracePt t="95110" x="7910513" y="4518025"/>
          <p14:tracePt t="95138" x="7710488" y="4592638"/>
          <p14:tracePt t="95159" x="7610475" y="4630738"/>
          <p14:tracePt t="95181" x="7497763" y="4643438"/>
          <p14:tracePt t="95211" x="7246938" y="4692650"/>
          <p14:tracePt t="95236" x="7123113" y="4705350"/>
          <p14:tracePt t="95259" x="7085013" y="4705350"/>
          <p14:tracePt t="95365" x="7097713" y="4705350"/>
          <p14:tracePt t="95386" x="7223125" y="4692650"/>
          <p14:tracePt t="95417" x="7435850" y="4692650"/>
          <p14:tracePt t="95441" x="7572375" y="4692650"/>
          <p14:tracePt t="95462" x="7623175" y="4692650"/>
          <p14:tracePt t="95485" x="7661275" y="4692650"/>
          <p14:tracePt t="95517" x="7697788" y="4705350"/>
          <p14:tracePt t="95563" x="7735888" y="4730750"/>
          <p14:tracePt t="95584" x="7748588" y="4743450"/>
          <p14:tracePt t="95617" x="7761288" y="4756150"/>
          <p14:tracePt t="95640" x="7773988" y="4768850"/>
          <p14:tracePt t="96288" x="7548563" y="4730750"/>
          <p14:tracePt t="96289" x="7435850" y="4692650"/>
          <p14:tracePt t="96318" x="7059613" y="4579938"/>
          <p14:tracePt t="96344" x="6672263" y="4492625"/>
          <p14:tracePt t="96346" x="6596063" y="4492625"/>
          <p14:tracePt t="96365" x="6459538" y="4467225"/>
          <p14:tracePt t="96390" x="6359525" y="4467225"/>
          <p14:tracePt t="96417" x="6308725" y="4467225"/>
          <p14:tracePt t="96443" x="6283325" y="4467225"/>
          <p14:tracePt t="96465" x="6270625" y="4467225"/>
          <p14:tracePt t="96515" x="6246813" y="4467225"/>
          <p14:tracePt t="96580" x="6234113" y="4467225"/>
          <p14:tracePt t="96607" x="6196013" y="4430713"/>
          <p14:tracePt t="96633" x="6183313" y="4341813"/>
          <p14:tracePt t="96656" x="6146800" y="4241800"/>
          <p14:tracePt t="96678" x="6134100" y="4179888"/>
          <p14:tracePt t="96701" x="6121400" y="4079875"/>
          <p14:tracePt t="96730" x="6096000" y="4029075"/>
          <p14:tracePt t="96753" x="6096000" y="4017963"/>
          <p14:tracePt t="96836" x="6096000" y="4005263"/>
          <p14:tracePt t="96879" x="6083300" y="3992563"/>
          <p14:tracePt t="96931" x="6083300" y="3979863"/>
          <p14:tracePt t="96955" x="6196013" y="3954463"/>
          <p14:tracePt t="96979" x="6370638" y="3916363"/>
          <p14:tracePt t="97003" x="6696075" y="3816350"/>
          <p14:tracePt t="97032" x="6934200" y="3754438"/>
          <p14:tracePt t="97033" x="6997700" y="3729038"/>
          <p14:tracePt t="97056" x="7097713" y="3692525"/>
          <p14:tracePt t="97307" x="7110413" y="3692525"/>
          <p14:tracePt t="97354" x="7123113" y="3692525"/>
          <p14:tracePt t="97398" x="7159625" y="3703638"/>
          <p14:tracePt t="97425" x="7223125" y="3767138"/>
          <p14:tracePt t="97458" x="7359650" y="3941763"/>
          <p14:tracePt t="97502" x="7597775" y="4305300"/>
          <p14:tracePt t="97521" x="7697788" y="4430713"/>
          <p14:tracePt t="97547" x="7723188" y="4479925"/>
          <p14:tracePt t="97573" x="7735888" y="4479925"/>
          <p14:tracePt t="97786" x="7735888" y="4492625"/>
          <p14:tracePt t="97810" x="7635875" y="4492625"/>
          <p14:tracePt t="97837" x="7561263" y="4492625"/>
          <p14:tracePt t="97865" x="7497763" y="4492625"/>
          <p14:tracePt t="97887" x="7459663" y="4518025"/>
          <p14:tracePt t="97907" x="7448550" y="4554538"/>
          <p14:tracePt t="97929" x="7448550" y="4592638"/>
          <p14:tracePt t="97951" x="7448550" y="4605338"/>
          <p14:tracePt t="97979" x="7448550" y="4630738"/>
          <p14:tracePt t="98091" x="7448550" y="4292600"/>
          <p14:tracePt t="98119" x="7448550" y="4005263"/>
          <p14:tracePt t="98145" x="7448550" y="3654425"/>
          <p14:tracePt t="98171" x="7448550" y="3454400"/>
          <p14:tracePt t="98196" x="7448550" y="3316288"/>
          <p14:tracePt t="98218" x="7459663" y="3267075"/>
          <p14:tracePt t="98241" x="7472363" y="3203575"/>
          <p14:tracePt t="98268" x="7485063" y="3165475"/>
          <p14:tracePt t="98293" x="7485063" y="3141663"/>
          <p14:tracePt t="98316" x="7523163" y="3103563"/>
          <p14:tracePt t="98341" x="7548563" y="3065463"/>
          <p14:tracePt t="98363" x="7597775" y="3016250"/>
          <p14:tracePt t="98413" x="7785100" y="2928938"/>
          <p14:tracePt t="98434" x="7886700" y="2890838"/>
          <p14:tracePt t="98462" x="7961313" y="2865438"/>
          <p14:tracePt t="99174" x="7961313" y="3016250"/>
          <p14:tracePt t="99195" x="7823200" y="3241675"/>
          <p14:tracePt t="99228" x="7548563" y="3516313"/>
          <p14:tracePt t="99252" x="7310438" y="3716338"/>
          <p14:tracePt t="99276" x="7134225" y="3841750"/>
          <p14:tracePt t="99299" x="6985000" y="3954463"/>
          <p14:tracePt t="99329" x="6859588" y="4067175"/>
          <p14:tracePt t="99351" x="6821488" y="4117975"/>
          <p14:tracePt t="99353" x="6784975" y="4141788"/>
          <p14:tracePt t="99374" x="6721475" y="4217988"/>
          <p14:tracePt t="99397" x="6672263" y="4305300"/>
          <p14:tracePt t="99426" x="6634163" y="4405313"/>
          <p14:tracePt t="99453" x="6634163" y="4467225"/>
          <p14:tracePt t="99474" x="6634163" y="4479925"/>
          <p14:tracePt t="99498" x="6634163" y="4505325"/>
          <p14:tracePt t="99635" x="6634163" y="4479925"/>
          <p14:tracePt t="99659" x="6596063" y="4430713"/>
          <p14:tracePt t="99682" x="6459538" y="4418013"/>
          <p14:tracePt t="99705" x="6270625" y="4379913"/>
          <p14:tracePt t="99734" x="6045200" y="4379913"/>
          <p14:tracePt t="99758" x="5895975" y="4379913"/>
          <p14:tracePt t="99781" x="5783263" y="4454525"/>
          <p14:tracePt t="99805" x="5695950" y="4554538"/>
          <p14:tracePt t="99809" x="5683250" y="4579938"/>
          <p14:tracePt t="99834" x="5632450" y="4679950"/>
          <p14:tracePt t="99862" x="5619750" y="4743450"/>
          <p14:tracePt t="99881" x="5583238" y="4792663"/>
          <p14:tracePt t="99906" x="5519738" y="4818063"/>
          <p14:tracePt t="99934" x="5370513" y="4792663"/>
          <p14:tracePt t="99962" x="5045075" y="4454525"/>
          <p14:tracePt t="99980" x="4906963" y="4230688"/>
          <p14:tracePt t="100010" x="4768850" y="3703638"/>
          <p14:tracePt t="100033" x="4768850" y="3429000"/>
          <p14:tracePt t="100059" x="4868863" y="3267075"/>
          <p14:tracePt t="100077" x="4906963" y="3203575"/>
          <p14:tracePt t="100103" x="4945063" y="3165475"/>
          <p14:tracePt t="100132" x="5032375" y="3078163"/>
          <p14:tracePt t="100159" x="5132388" y="3016250"/>
          <p14:tracePt t="100185" x="5345113" y="2952750"/>
          <p14:tracePt t="100211" x="5532438" y="2916238"/>
          <p14:tracePt t="100231" x="5619750" y="2916238"/>
          <p14:tracePt t="100258" x="5757863" y="2916238"/>
          <p14:tracePt t="100277" x="5808663" y="2916238"/>
          <p14:tracePt t="100300" x="5895975" y="2916238"/>
          <p14:tracePt t="100329" x="5932488" y="2916238"/>
          <p14:tracePt t="100996" x="6045200" y="3103563"/>
          <p14:tracePt t="101019" x="6283325" y="3490913"/>
          <p14:tracePt t="101043" x="6496050" y="3854450"/>
          <p14:tracePt t="101065" x="6784975" y="4279900"/>
          <p14:tracePt t="101086" x="6997700" y="4554538"/>
          <p14:tracePt t="101110" x="7223125" y="4768850"/>
          <p14:tracePt t="101138" x="7359650" y="4905375"/>
          <p14:tracePt t="101168" x="7359650" y="4918075"/>
          <p14:tracePt t="101193" x="7372350" y="4930775"/>
          <p14:tracePt t="101326" x="7372350" y="4943475"/>
          <p14:tracePt t="101346" x="7372350" y="4981575"/>
          <p14:tracePt t="101376" x="7323138" y="4992688"/>
          <p14:tracePt t="101377" x="7297738" y="5005388"/>
          <p14:tracePt t="101397" x="7235825" y="5018088"/>
          <p14:tracePt t="101424" x="7021513" y="5081588"/>
          <p14:tracePt t="101446" x="6946900" y="5105400"/>
          <p14:tracePt t="101473" x="6821488" y="5143500"/>
          <p14:tracePt t="101521" x="6721475" y="5168900"/>
          <p14:tracePt t="101549" x="6721475" y="5181600"/>
          <p14:tracePt t="101582" x="6708775" y="5181600"/>
          <p14:tracePt t="101628" x="6696075" y="5181600"/>
          <p14:tracePt t="101648" x="6672263" y="5130800"/>
          <p14:tracePt t="101679" x="6672263" y="5005388"/>
          <p14:tracePt t="101699" x="6672263" y="4905375"/>
          <p14:tracePt t="101725" x="6759575" y="4792663"/>
          <p14:tracePt t="101746" x="6921500" y="4743450"/>
          <p14:tracePt t="101777" x="6985000" y="4705350"/>
          <p14:tracePt t="101798" x="6997700" y="4692650"/>
          <p14:tracePt t="101825" x="7021513" y="4667250"/>
          <p14:tracePt t="101844" x="7034213" y="4656138"/>
          <p14:tracePt t="101871" x="7072313" y="4618038"/>
          <p14:tracePt t="101891" x="7146925" y="4567238"/>
          <p14:tracePt t="101917" x="7310438" y="4479925"/>
          <p14:tracePt t="101943" x="7510463" y="4405313"/>
          <p14:tracePt t="101946" x="7597775" y="4392613"/>
          <p14:tracePt t="101982" x="7773988" y="4354513"/>
          <p14:tracePt t="102010" x="7874000" y="4354513"/>
          <p14:tracePt t="102031" x="7961313" y="4354513"/>
          <p14:tracePt t="102057" x="8148638" y="4530725"/>
          <p14:tracePt t="102086" x="8248650" y="4630738"/>
          <p14:tracePt t="102113" x="8299450" y="4730750"/>
          <p14:tracePt t="102134" x="8299450" y="4768850"/>
          <p14:tracePt t="102160" x="8299450" y="4856163"/>
          <p14:tracePt t="102180" x="8286750" y="4968875"/>
          <p14:tracePt t="102204" x="8174038" y="5056188"/>
          <p14:tracePt t="102229" x="7923213" y="5130800"/>
          <p14:tracePt t="102257" x="7623175" y="5168900"/>
          <p14:tracePt t="102280" x="7535863" y="5168900"/>
          <p14:tracePt t="102280" x="7485063" y="5168900"/>
          <p14:tracePt t="102305" x="7359650" y="5118100"/>
          <p14:tracePt t="102334" x="7259638" y="5056188"/>
          <p14:tracePt t="102363" x="7197725" y="4992688"/>
          <p14:tracePt t="102387" x="7146925" y="4868863"/>
          <p14:tracePt t="102414" x="7110413" y="4692650"/>
          <p14:tracePt t="102433" x="7110413" y="4505325"/>
          <p14:tracePt t="102459" x="7159625" y="4318000"/>
          <p14:tracePt t="102486" x="7297738" y="4105275"/>
          <p14:tracePt t="102510" x="7385050" y="3992563"/>
          <p14:tracePt t="102532" x="7410450" y="3954463"/>
          <p14:tracePt t="102558" x="7459663" y="3929063"/>
          <p14:tracePt t="102582" x="7561263" y="3892550"/>
          <p14:tracePt t="102607" x="7648575" y="3879850"/>
          <p14:tracePt t="102609" x="7685088" y="3867150"/>
          <p14:tracePt t="102635" x="7785100" y="3867150"/>
          <p14:tracePt t="102661" x="7886700" y="3867150"/>
          <p14:tracePt t="102682" x="8010525" y="3954463"/>
          <p14:tracePt t="102705" x="8110538" y="4041775"/>
          <p14:tracePt t="102732" x="8223250" y="4230688"/>
          <p14:tracePt t="102759" x="8261350" y="4392613"/>
          <p14:tracePt t="102785" x="8261350" y="4543425"/>
          <p14:tracePt t="102813" x="8248650" y="4579938"/>
          <p14:tracePt t="102835" x="8223250" y="4618038"/>
          <p14:tracePt t="102863" x="8186738" y="4618038"/>
          <p14:tracePt t="102889" x="8135938" y="4618038"/>
          <p14:tracePt t="102914" x="8086725" y="4505325"/>
          <p14:tracePt t="102936" x="8086725" y="4443413"/>
          <p14:tracePt t="102937" x="8074025" y="4405313"/>
          <p14:tracePt t="102963" x="8048625" y="4318000"/>
          <p14:tracePt t="102983" x="8048625" y="4241800"/>
          <p14:tracePt t="102984" x="8035925" y="4192588"/>
          <p14:tracePt t="103009" x="7999413" y="4079875"/>
          <p14:tracePt t="103036" x="7986713" y="3941763"/>
          <p14:tracePt t="103063" x="7974013" y="3892550"/>
          <p14:tracePt t="103084" x="7974013" y="3867150"/>
          <p14:tracePt t="103134" x="8035925" y="3841750"/>
          <p14:tracePt t="103160" x="8248650" y="3816350"/>
          <p14:tracePt t="103189" x="8424863" y="3816350"/>
          <p14:tracePt t="103212" x="8574088" y="3854450"/>
          <p14:tracePt t="103236" x="8624888" y="3879850"/>
          <p14:tracePt t="103258" x="8650288" y="3905250"/>
          <p14:tracePt t="103401" x="8661400" y="3905250"/>
          <p14:tracePt t="103689" x="8637588" y="3941763"/>
          <p14:tracePt t="103710" x="8412163" y="4117975"/>
          <p14:tracePt t="103737" x="8061325" y="4530725"/>
          <p14:tracePt t="103758" x="7935913" y="4743450"/>
          <p14:tracePt t="103783" x="7785100" y="4956175"/>
          <p14:tracePt t="103802" x="7735888" y="5043488"/>
          <p14:tracePt t="103832" x="7735888" y="5056188"/>
          <p14:tracePt t="103926" x="7735888" y="5092700"/>
          <p14:tracePt t="103950" x="7710488" y="5130800"/>
          <p14:tracePt t="103981" x="7610475" y="5194300"/>
          <p14:tracePt t="104004" x="7548563" y="5268913"/>
          <p14:tracePt t="104030" x="7435850" y="5356225"/>
          <p14:tracePt t="104050" x="7297738" y="5443538"/>
          <p14:tracePt t="104083" x="7172325" y="5594350"/>
          <p14:tracePt t="104106" x="7072313" y="5743575"/>
          <p14:tracePt t="104133" x="6985000" y="5868988"/>
          <p14:tracePt t="104154" x="6959600" y="5881688"/>
          <p14:tracePt t="104178" x="6946900" y="5907088"/>
          <p14:tracePt t="104226" x="6897688" y="5907088"/>
          <p14:tracePt t="104246" x="6834188" y="5894388"/>
          <p14:tracePt t="104272" x="6634163" y="5756275"/>
          <p14:tracePt t="104292" x="6521450" y="5707063"/>
          <p14:tracePt t="104318" x="6296025" y="5643563"/>
          <p14:tracePt t="104322" x="6259513" y="5619750"/>
          <p14:tracePt t="104346" x="6157913" y="5607050"/>
          <p14:tracePt t="104379" x="6057900" y="5556250"/>
          <p14:tracePt t="104424" x="5995988" y="5418138"/>
          <p14:tracePt t="104444" x="5957888" y="5330825"/>
          <p14:tracePt t="104471" x="5945188" y="5256213"/>
          <p14:tracePt t="104476" x="5921375" y="5218113"/>
          <p14:tracePt t="104497" x="5908675" y="5130800"/>
          <p14:tracePt t="104525" x="5908675" y="5056188"/>
          <p14:tracePt t="104544" x="5908675" y="4992688"/>
          <p14:tracePt t="104545" x="5908675" y="4968875"/>
          <p14:tracePt t="104573" x="5921375" y="4856163"/>
          <p14:tracePt t="104593" x="6108700" y="4667250"/>
          <p14:tracePt t="104619" x="6346825" y="4554538"/>
          <p14:tracePt t="104644" x="6421438" y="4492625"/>
          <p14:tracePt t="104671" x="6472238" y="4454525"/>
          <p14:tracePt t="104695" x="6508750" y="4430713"/>
          <p14:tracePt t="104720" x="6559550" y="4367213"/>
          <p14:tracePt t="104741" x="6621463" y="4330700"/>
          <p14:tracePt t="104767" x="6784975" y="4267200"/>
          <p14:tracePt t="104793" x="7246938" y="4167188"/>
          <p14:tracePt t="104819" x="7635875" y="4141788"/>
          <p14:tracePt t="104841" x="7923213" y="4141788"/>
          <p14:tracePt t="104868" x="8110538" y="4154488"/>
          <p14:tracePt t="104893" x="8324850" y="4241800"/>
          <p14:tracePt t="104918" x="8599488" y="4443413"/>
          <p14:tracePt t="104939" x="8863013" y="4667250"/>
          <p14:tracePt t="104965" x="9088438" y="4879975"/>
          <p14:tracePt t="104993" x="9237663" y="5181600"/>
          <p14:tracePt t="105017" x="9263063" y="5456238"/>
          <p14:tracePt t="105042" x="9112250" y="5681663"/>
          <p14:tracePt t="105070" x="8837613" y="5768975"/>
          <p14:tracePt t="105097" x="8186738" y="5881688"/>
          <p14:tracePt t="105125" x="7497763" y="5907088"/>
          <p14:tracePt t="105145" x="6921500" y="5907088"/>
          <p14:tracePt t="105173" x="6496050" y="5907088"/>
          <p14:tracePt t="105198" x="6370638" y="5843588"/>
          <p14:tracePt t="105223" x="6334125" y="5768975"/>
          <p14:tracePt t="105243" x="6334125" y="5581650"/>
          <p14:tracePt t="105271" x="6346825" y="5318125"/>
          <p14:tracePt t="105296" x="6483350" y="4843463"/>
          <p14:tracePt t="105323" x="6596063" y="4518025"/>
          <p14:tracePt t="105343" x="6672263" y="4354513"/>
          <p14:tracePt t="105345" x="6684963" y="4305300"/>
          <p14:tracePt t="105372" x="6808788" y="4154488"/>
          <p14:tracePt t="105396" x="6997700" y="3992563"/>
          <p14:tracePt t="105422" x="7259638" y="3867150"/>
          <p14:tracePt t="105443" x="7510463" y="3803650"/>
          <p14:tracePt t="105470" x="7835900" y="3792538"/>
          <p14:tracePt t="105497" x="8312150" y="3905250"/>
          <p14:tracePt t="105525" x="8574088" y="4029075"/>
          <p14:tracePt t="105546" x="8699500" y="4141788"/>
          <p14:tracePt t="105576" x="8786813" y="4241800"/>
          <p14:tracePt t="105577" x="8786813" y="4254500"/>
          <p14:tracePt t="105601" x="8824913" y="4341813"/>
          <p14:tracePt t="105628" x="8837613" y="4430713"/>
          <p14:tracePt t="105646" x="8837613" y="4479925"/>
          <p14:tracePt t="105675" x="8824913" y="4618038"/>
          <p14:tracePt t="105699" x="8712200" y="4730750"/>
          <p14:tracePt t="105728" x="8637588" y="4818063"/>
          <p14:tracePt t="105729" x="8612188" y="4843463"/>
          <p14:tracePt t="105747" x="8586788" y="4856163"/>
          <p14:tracePt t="105774" x="8561388" y="4879975"/>
          <p14:tracePt t="105823" x="8548688" y="4879975"/>
          <p14:tracePt t="105864" x="8537575" y="4879975"/>
          <p14:tracePt t="106395" x="8499475" y="4879975"/>
          <p14:tracePt t="106415" x="8486775" y="4856163"/>
          <p14:tracePt t="106419" x="8474075" y="4843463"/>
          <p14:tracePt t="106442" x="8461375" y="4830763"/>
          <p14:tracePt t="106468" x="8435975" y="4830763"/>
          <p14:tracePt t="106492" x="8399463" y="4805363"/>
          <p14:tracePt t="106512" x="8386763" y="4805363"/>
          <p14:tracePt t="106544" x="8312150" y="4805363"/>
          <p14:tracePt t="106573" x="8261350" y="4805363"/>
          <p14:tracePt t="106602" x="8212138" y="4805363"/>
          <p14:tracePt t="106624" x="8186738" y="4792663"/>
          <p14:tracePt t="106667" x="8161338" y="4792663"/>
          <p14:tracePt t="106694" x="8148638" y="4792663"/>
          <p14:tracePt t="106719" x="8123238" y="4792663"/>
          <p14:tracePt t="106761" x="8110538" y="4792663"/>
          <p14:tracePt t="106785" x="8099425" y="4779963"/>
          <p14:tracePt t="106810" x="8086725" y="4768850"/>
          <p14:tracePt t="106832" x="8086725" y="4756150"/>
          <p14:tracePt t="106879" x="8074025" y="4730750"/>
          <p14:tracePt t="106900" x="8074025" y="4718050"/>
          <p14:tracePt t="106925" x="8061325" y="4692650"/>
          <p14:tracePt t="106980" x="8061325" y="4667250"/>
          <p14:tracePt t="107005" x="8048625" y="4643438"/>
          <p14:tracePt t="107032" x="8035925" y="4630738"/>
          <p14:tracePt t="107033" x="8035925" y="4618038"/>
          <p14:tracePt t="107053" x="8010525" y="4605338"/>
          <p14:tracePt t="107086" x="7974013" y="4567238"/>
          <p14:tracePt t="107131" x="7897813" y="4518025"/>
          <p14:tracePt t="107179" x="7848600" y="4518025"/>
          <p14:tracePt t="107205" x="7848600" y="4543425"/>
          <p14:tracePt t="107229" x="7848600" y="4618038"/>
          <p14:tracePt t="107249" x="7848600" y="4643438"/>
          <p14:tracePt t="107276" x="7848600" y="4656138"/>
          <p14:tracePt t="107301" x="7874000" y="4656138"/>
          <p14:tracePt t="107326" x="7910513" y="4656138"/>
          <p14:tracePt t="107346" x="7974013" y="4656138"/>
          <p14:tracePt t="107373" x="8086725" y="4618038"/>
          <p14:tracePt t="107397" x="8324850" y="4543425"/>
          <p14:tracePt t="107421" x="8612188" y="4405313"/>
          <p14:tracePt t="107443" x="8786813" y="4267200"/>
          <p14:tracePt t="107469" x="8837613" y="4217988"/>
          <p14:tracePt t="107498" x="8874125" y="4179888"/>
          <p14:tracePt t="107526" x="8924925" y="4141788"/>
          <p14:tracePt t="107547" x="8999538" y="4105275"/>
          <p14:tracePt t="107575" x="9124950" y="4054475"/>
          <p14:tracePt t="107603" x="9275763" y="3992563"/>
          <p14:tracePt t="107629" x="9350375" y="3992563"/>
          <p14:tracePt t="107699" x="9363075" y="3992563"/>
          <p14:tracePt t="108377" x="9350375" y="3992563"/>
          <p14:tracePt t="108403" x="9188450" y="4079875"/>
          <p14:tracePt t="108427" x="8975725" y="4192588"/>
          <p14:tracePt t="108447" x="8786813" y="4267200"/>
          <p14:tracePt t="108450" x="8724900" y="4292600"/>
          <p14:tracePt t="108475" x="8537575" y="4367213"/>
          <p14:tracePt t="108503" x="8461375" y="4405313"/>
          <p14:tracePt t="108528" x="8448675" y="4418013"/>
          <p14:tracePt t="108660" x="8424863" y="4418013"/>
          <p14:tracePt t="108688" x="8386763" y="4418013"/>
          <p14:tracePt t="108690" x="8335963" y="4418013"/>
          <p14:tracePt t="108713" x="8248650" y="4354513"/>
          <p14:tracePt t="108737" x="8135938" y="4305300"/>
          <p14:tracePt t="108762" x="7935913" y="4267200"/>
          <p14:tracePt t="108794" x="7697788" y="4267200"/>
          <p14:tracePt t="108819" x="7623175" y="4267200"/>
          <p14:tracePt t="108969" x="7610475" y="4267200"/>
          <p14:tracePt t="108995" x="7610475" y="4279900"/>
          <p14:tracePt t="109019" x="7610475" y="4305300"/>
          <p14:tracePt t="109093" x="7610475" y="4318000"/>
          <p14:tracePt t="109390" x="7610475" y="4330700"/>
          <p14:tracePt t="109410" x="7610475" y="4341813"/>
          <p14:tracePt t="109753" x="7610475" y="4379913"/>
          <p14:tracePt t="109801" x="7610475" y="4418013"/>
          <p14:tracePt t="109822" x="7597775" y="4418013"/>
          <p14:tracePt t="109846" x="7585075" y="4443413"/>
          <p14:tracePt t="109867" x="7572375" y="4443413"/>
          <p14:tracePt t="109896" x="7572375" y="4454525"/>
          <p14:tracePt t="109916" x="7561263" y="4454525"/>
          <p14:tracePt t="109948" x="7523163" y="4454525"/>
          <p14:tracePt t="109971" x="7497763" y="4454525"/>
          <p14:tracePt t="109996" x="7472363" y="4454525"/>
          <p14:tracePt t="110018" x="7459663" y="4454525"/>
          <p14:tracePt t="110045" x="7397750" y="4454525"/>
          <p14:tracePt t="110066" x="7323138" y="4418013"/>
          <p14:tracePt t="110099" x="7235825" y="4367213"/>
          <p14:tracePt t="110119" x="7172325" y="4341813"/>
          <p14:tracePt t="110145" x="7010400" y="4254500"/>
          <p14:tracePt t="110165" x="6934200" y="4217988"/>
          <p14:tracePt t="110198" x="6872288" y="4192588"/>
          <p14:tracePt t="110219" x="6846888" y="4179888"/>
          <p14:tracePt t="110250" x="6821488" y="4105275"/>
          <p14:tracePt t="110272" x="6808788" y="4079875"/>
          <p14:tracePt t="110273" x="6808788" y="4054475"/>
          <p14:tracePt t="110299" x="6808788" y="4017963"/>
          <p14:tracePt t="110320" x="6808788" y="3967163"/>
          <p14:tracePt t="110351" x="6808788" y="3929063"/>
          <p14:tracePt t="110374" x="6859588" y="3829050"/>
          <p14:tracePt t="110403" x="6959600" y="3729038"/>
          <p14:tracePt t="110422" x="7010400" y="3703638"/>
          <p14:tracePt t="110449" x="7123113" y="3679825"/>
          <p14:tracePt t="110470" x="7223125" y="3654425"/>
          <p14:tracePt t="110502" x="7485063" y="3603625"/>
          <p14:tracePt t="110523" x="7710488" y="3603625"/>
          <p14:tracePt t="110551" x="7897813" y="3603625"/>
          <p14:tracePt t="110573" x="8086725" y="3641725"/>
          <p14:tracePt t="110604" x="8223250" y="3741738"/>
          <p14:tracePt t="110624" x="8286750" y="3829050"/>
          <p14:tracePt t="110655" x="8324850" y="3941763"/>
          <p14:tracePt t="110680" x="8361363" y="4092575"/>
          <p14:tracePt t="110681" x="8386763" y="4167188"/>
          <p14:tracePt t="110706" x="8399463" y="4341813"/>
          <p14:tracePt t="110726" x="8424863" y="4430713"/>
          <p14:tracePt t="110752" x="8424863" y="4567238"/>
          <p14:tracePt t="110778" x="8424863" y="4618038"/>
          <p14:tracePt t="110807" x="8399463" y="4643438"/>
          <p14:tracePt t="110832" x="8386763" y="4656138"/>
          <p14:tracePt t="111198" x="8274050" y="4805363"/>
          <p14:tracePt t="111244" x="7773988" y="5143500"/>
          <p14:tracePt t="111265" x="7497763" y="5218113"/>
          <p14:tracePt t="111296" x="7246938" y="5268913"/>
          <p14:tracePt t="111317" x="7185025" y="5268913"/>
          <p14:tracePt t="111342" x="7110413" y="5268913"/>
          <p14:tracePt t="111362" x="7034213" y="5218113"/>
          <p14:tracePt t="111389" x="6921500" y="5105400"/>
          <p14:tracePt t="111415" x="6846888" y="4992688"/>
          <p14:tracePt t="111441" x="6797675" y="4868863"/>
          <p14:tracePt t="111460" x="6784975" y="4818063"/>
          <p14:tracePt t="111488" x="6784975" y="4705350"/>
          <p14:tracePt t="111514" x="6797675" y="4605338"/>
          <p14:tracePt t="111539" x="6808788" y="4530725"/>
          <p14:tracePt t="111560" x="6834188" y="4443413"/>
          <p14:tracePt t="111588" x="6859588" y="4392613"/>
          <p14:tracePt t="111614" x="6897688" y="4341813"/>
          <p14:tracePt t="111641" x="6985000" y="4279900"/>
          <p14:tracePt t="111661" x="7046913" y="4230688"/>
          <p14:tracePt t="111689" x="7223125" y="4167188"/>
          <p14:tracePt t="111713" x="7335838" y="4141788"/>
          <p14:tracePt t="111741" x="7423150" y="4141788"/>
          <p14:tracePt t="111761" x="7459663" y="4141788"/>
          <p14:tracePt t="111788" x="7497763" y="4141788"/>
          <p14:tracePt t="111813" x="7572375" y="4179888"/>
          <p14:tracePt t="111840" x="7635875" y="4230688"/>
          <p14:tracePt t="111841" x="7648575" y="4254500"/>
          <p14:tracePt t="111861" x="7685088" y="4279900"/>
          <p14:tracePt t="111889" x="7723188" y="4330700"/>
          <p14:tracePt t="111916" x="7748588" y="4379913"/>
          <p14:tracePt t="111950" x="7773988" y="4467225"/>
          <p14:tracePt t="111973" x="7797800" y="4530725"/>
          <p14:tracePt t="112006" x="7810500" y="4592638"/>
          <p14:tracePt t="112030" x="7810500" y="4618038"/>
          <p14:tracePt t="112060" x="7810500" y="4630738"/>
          <p14:tracePt t="112089" x="7810500" y="4643438"/>
          <p14:tracePt t="112295" x="7810500" y="4656138"/>
          <p14:tracePt t="112759" x="7810500" y="4679950"/>
          <p14:tracePt t="112779" x="7810500" y="4705350"/>
          <p14:tracePt t="112807" x="7810500" y="4718050"/>
          <p14:tracePt t="112827" x="7810500" y="4730750"/>
          <p14:tracePt t="112852" x="7810500" y="4768850"/>
          <p14:tracePt t="112871" x="7810500" y="4779963"/>
          <p14:tracePt t="112899" x="7810500" y="4818063"/>
          <p14:tracePt t="112919" x="7810500" y="4830763"/>
          <p14:tracePt t="112946" x="7810500" y="4856163"/>
          <p14:tracePt t="113096" x="7810500" y="4868863"/>
          <p14:tracePt t="113208" x="7785100" y="4868863"/>
          <p14:tracePt t="113209" x="7773988" y="4856163"/>
          <p14:tracePt t="113229" x="7761288" y="4843463"/>
          <p14:tracePt t="113256" x="7748588" y="4792663"/>
          <p14:tracePt t="113277" x="7748588" y="4756150"/>
          <p14:tracePt t="113312" x="7748588" y="4643438"/>
          <p14:tracePt t="113313" x="7748588" y="4605338"/>
          <p14:tracePt t="113339" x="7748588" y="4505325"/>
          <p14:tracePt t="113364" x="7761288" y="4430713"/>
          <p14:tracePt t="113388" x="7773988" y="4379913"/>
          <p14:tracePt t="113418" x="7773988" y="4341813"/>
          <p14:tracePt t="113441" x="7773988" y="4318000"/>
          <p14:tracePt t="113468" x="7773988" y="4305300"/>
          <p14:tracePt t="113490" x="7785100" y="4292600"/>
          <p14:tracePt t="113514" x="7797800" y="4267200"/>
          <p14:tracePt t="113534" x="7810500" y="4267200"/>
          <p14:tracePt t="113561" x="7823200" y="4230688"/>
          <p14:tracePt t="113562" x="7848600" y="4230688"/>
          <p14:tracePt t="113583" x="7897813" y="4192588"/>
          <p14:tracePt t="113585" x="7935913" y="4179888"/>
          <p14:tracePt t="113619" x="8299450" y="4054475"/>
          <p14:tracePt t="113643" x="8674100" y="3905250"/>
          <p14:tracePt t="113668" x="9012238" y="3741738"/>
          <p14:tracePt t="113694" x="9250363" y="3590925"/>
          <p14:tracePt t="113721" x="9337675" y="3467100"/>
          <p14:tracePt t="113746" x="9350375" y="3403600"/>
          <p14:tracePt t="113776" x="9337675" y="3354388"/>
          <p14:tracePt t="113777" x="9312275" y="3316288"/>
          <p14:tracePt t="113800" x="9212263" y="3278188"/>
          <p14:tracePt t="113823" x="9163050" y="3267075"/>
          <p14:tracePt t="113824" x="9124950" y="3254375"/>
          <p14:tracePt t="113846" x="9099550" y="3254375"/>
          <p14:tracePt t="113869" x="9050338" y="3254375"/>
          <p14:tracePt t="113894" x="9024938" y="3254375"/>
          <p14:tracePt t="114011" x="8986838" y="3254375"/>
          <p14:tracePt t="114031" x="8986838" y="3267075"/>
          <p14:tracePt t="114058" x="8937625" y="3316288"/>
          <p14:tracePt t="114080" x="8863013" y="3367088"/>
          <p14:tracePt t="114081" x="8824913" y="3403600"/>
          <p14:tracePt t="114113" x="8599488" y="3429000"/>
          <p14:tracePt t="114134" x="8548688" y="3429000"/>
          <p14:tracePt t="114168" x="8512175" y="3303588"/>
          <p14:tracePt t="114169" x="8512175" y="3241675"/>
          <p14:tracePt t="114190" x="8512175" y="3116263"/>
          <p14:tracePt t="114213" x="8586788" y="2965450"/>
          <p14:tracePt t="114257" x="8661400" y="2878138"/>
          <p14:tracePt t="114279" x="8912225" y="2803525"/>
          <p14:tracePt t="114312" x="9401175" y="2728913"/>
          <p14:tracePt t="114334" x="9488488" y="2728913"/>
          <p14:tracePt t="114362" x="9613900" y="2803525"/>
          <p14:tracePt t="114383" x="9663113" y="2852738"/>
          <p14:tracePt t="114385" x="9675813" y="2890838"/>
          <p14:tracePt t="114415" x="9750425" y="2990850"/>
          <p14:tracePt t="114436" x="9788525" y="3090863"/>
          <p14:tracePt t="114467" x="9839325" y="3328988"/>
          <p14:tracePt t="114491" x="9839325" y="3479800"/>
          <p14:tracePt t="114515" x="9839325" y="3616325"/>
          <p14:tracePt t="114536" x="9839325" y="3716338"/>
          <p14:tracePt t="114571" x="9513888" y="3967163"/>
          <p14:tracePt t="114595" x="9301163" y="4041775"/>
          <p14:tracePt t="114617" x="9063038" y="4105275"/>
          <p14:tracePt t="114638" x="8912225" y="4117975"/>
          <p14:tracePt t="114665" x="8737600" y="4141788"/>
          <p14:tracePt t="114687" x="8686800" y="4141788"/>
          <p14:tracePt t="114718" x="8599488" y="4092575"/>
          <p14:tracePt t="114742" x="8574088" y="4079875"/>
          <p14:tracePt t="114765" x="8561388" y="4067175"/>
          <p14:tracePt t="114786" x="8537575" y="4041775"/>
          <p14:tracePt t="114818" x="8512175" y="3941763"/>
          <p14:tracePt t="114841" x="8499475" y="3854450"/>
          <p14:tracePt t="114873" x="8486775" y="3741738"/>
          <p14:tracePt t="114896" x="8486775" y="3667125"/>
          <p14:tracePt t="114897" x="8486775" y="3641725"/>
          <p14:tracePt t="114918" x="8499475" y="3567113"/>
          <p14:tracePt t="114939" x="8599488" y="3441700"/>
          <p14:tracePt t="114947" x="8650288" y="3416300"/>
          <p14:tracePt t="114975" x="8824913" y="3328988"/>
          <p14:tracePt t="114979" x="8850313" y="3316288"/>
          <p14:tracePt t="115003" x="9024938" y="3254375"/>
          <p14:tracePt t="115027" x="9150350" y="3228975"/>
          <p14:tracePt t="115049" x="9288463" y="3216275"/>
          <p14:tracePt t="115073" x="9401175" y="3216275"/>
          <p14:tracePt t="115102" x="9488488" y="3216275"/>
          <p14:tracePt t="115127" x="9575800" y="3216275"/>
          <p14:tracePt t="115152" x="9626600" y="3216275"/>
          <p14:tracePt t="115177" x="9650413" y="3216275"/>
          <p14:tracePt t="115201" x="9675813" y="3216275"/>
          <p14:tracePt t="115228" x="9701213" y="3190875"/>
          <p14:tracePt t="115252" x="9775825" y="3178175"/>
          <p14:tracePt t="115283" x="9888538" y="3128963"/>
          <p14:tracePt t="115305" x="10001250" y="3090863"/>
          <p14:tracePt t="115324" x="10075863" y="3054350"/>
          <p14:tracePt t="115351" x="10201275" y="3028950"/>
          <p14:tracePt t="115356" x="10226675" y="3003550"/>
          <p14:tracePt t="115383" x="10264775" y="3003550"/>
          <p14:tracePt t="115613" x="10264775" y="3028950"/>
          <p14:tracePt t="115631" x="10264775" y="3041650"/>
          <p14:tracePt t="115633" x="10264775" y="3065463"/>
          <p14:tracePt t="115682" x="10264775" y="3078163"/>
          <p14:tracePt t="115705" x="10277475" y="3090863"/>
          <p14:tracePt t="115724" x="10277475" y="3116263"/>
          <p14:tracePt t="115749" x="10277475" y="3154363"/>
          <p14:tracePt t="115779" x="10277475" y="3178175"/>
          <p14:tracePt t="115801" x="10277475" y="3190875"/>
          <p14:tracePt t="115822" x="10277475" y="3203575"/>
          <p14:tracePt t="115846" x="10213975" y="3228975"/>
          <p14:tracePt t="115869" x="10139363" y="3254375"/>
          <p14:tracePt t="115891" x="10052050" y="3303588"/>
          <p14:tracePt t="115920" x="10001250" y="3316288"/>
          <p14:tracePt t="115947" x="9963150" y="3316288"/>
          <p14:tracePt t="115971" x="9939338" y="3328988"/>
          <p14:tracePt t="115994" x="9888538" y="3341688"/>
          <p14:tracePt t="116026" x="9701213" y="3378200"/>
          <p14:tracePt t="116049" x="9537700" y="3416300"/>
          <p14:tracePt t="116079" x="9450388" y="3416300"/>
          <p14:tracePt t="116081" x="9424988" y="3416300"/>
          <p14:tracePt t="116103" x="9401175" y="3429000"/>
          <p14:tracePt t="116125" x="9375775" y="3441700"/>
          <p14:tracePt t="116149" x="9337675" y="3454400"/>
          <p14:tracePt t="116424" x="9324975" y="3467100"/>
          <p14:tracePt t="117195" x="9288463" y="3467100"/>
          <p14:tracePt t="117220" x="9212263" y="3467100"/>
          <p14:tracePt t="117245" x="9163050" y="3467100"/>
          <p14:tracePt t="117579" x="9163050" y="3454400"/>
          <p14:tracePt t="118803" x="9150350" y="3441700"/>
          <p14:tracePt t="118825" x="9124950" y="3416300"/>
          <p14:tracePt t="118849" x="9112250" y="3403600"/>
          <p14:tracePt t="118924" x="9088438" y="3390900"/>
          <p14:tracePt t="119101" x="9088438" y="3378200"/>
          <p14:tracePt t="120263" x="9075738" y="3378200"/>
          <p14:tracePt t="120483" x="9063038" y="3378200"/>
          <p14:tracePt t="121782" x="9050338" y="3378200"/>
          <p14:tracePt t="124434" x="9050338" y="3390900"/>
          <p14:tracePt t="124479" x="9037638" y="3441700"/>
          <p14:tracePt t="126137" x="9024938" y="3441700"/>
          <p14:tracePt t="126157" x="9012238" y="3454400"/>
          <p14:tracePt t="126183" x="8999538" y="3467100"/>
          <p14:tracePt t="126203" x="8986838" y="3467100"/>
          <p14:tracePt t="126234" x="8950325" y="3467100"/>
          <p14:tracePt t="126255" x="8937625" y="3467100"/>
          <p14:tracePt t="126283" x="8899525" y="3479800"/>
          <p14:tracePt t="126303" x="8886825" y="3479800"/>
          <p14:tracePt t="126331" x="8824913" y="3479800"/>
          <p14:tracePt t="126351" x="8799513" y="3454400"/>
          <p14:tracePt t="126378" x="8786813" y="3441700"/>
          <p14:tracePt t="126404" x="8774113" y="3429000"/>
          <p14:tracePt t="126468" x="8774113" y="3416300"/>
          <p14:tracePt t="126498" x="8774113" y="3403600"/>
          <p14:tracePt t="126523" x="8786813" y="3378200"/>
          <p14:tracePt t="126550" x="8799513" y="3354388"/>
          <p14:tracePt t="126579" x="8874125" y="3328988"/>
          <p14:tracePt t="126599" x="8899525" y="3316288"/>
          <p14:tracePt t="126626" x="8975725" y="3303588"/>
          <p14:tracePt t="126652" x="9037638" y="3303588"/>
          <p14:tracePt t="126680" x="9075738" y="3290888"/>
          <p14:tracePt t="126681" x="9088438" y="3290888"/>
          <p14:tracePt t="126700" x="9099550" y="3290888"/>
          <p14:tracePt t="126725" x="9112250" y="3290888"/>
          <p14:tracePt t="126794" x="9112250" y="3278188"/>
          <p14:tracePt t="126820" x="9150350" y="3278188"/>
          <p14:tracePt t="126842" x="9188450" y="3290888"/>
          <p14:tracePt t="126863" x="9224963" y="3316288"/>
          <p14:tracePt t="126865" x="9237663" y="3316288"/>
          <p14:tracePt t="126894" x="9263063" y="3328988"/>
          <p14:tracePt t="127009" x="9275763" y="3341688"/>
          <p14:tracePt t="128237" x="9275763" y="3367088"/>
          <p14:tracePt t="128258" x="9263063" y="3390900"/>
          <p14:tracePt t="128302" x="9263063" y="3416300"/>
          <p14:tracePt t="128351" x="9250363" y="3416300"/>
          <p14:tracePt t="128374" x="9250363" y="3429000"/>
          <p14:tracePt t="128399" x="9224963" y="3429000"/>
          <p14:tracePt t="128422" x="9212263" y="3454400"/>
          <p14:tracePt t="128452" x="9163050" y="3467100"/>
          <p14:tracePt t="128471" x="9137650" y="3479800"/>
          <p14:tracePt t="128496" x="9112250" y="3503613"/>
          <p14:tracePt t="128548" x="9088438" y="3529013"/>
          <p14:tracePt t="129510" x="9075738" y="3529013"/>
          <p14:tracePt t="129540" x="9063038" y="3490913"/>
          <p14:tracePt t="129564" x="9063038" y="3479800"/>
          <p14:tracePt t="129589" x="9050338" y="3441700"/>
          <p14:tracePt t="129639" x="9037638" y="3416300"/>
          <p14:tracePt t="129690" x="9037638" y="3403600"/>
          <p14:tracePt t="129758" x="9037638" y="3378200"/>
          <p14:tracePt t="129854" x="9037638" y="3367088"/>
          <p14:tracePt t="129901" x="9037638" y="3354388"/>
          <p14:tracePt t="132096" x="9012238" y="3354388"/>
          <p14:tracePt t="132370" x="8999538" y="3354388"/>
          <p14:tracePt t="132415" x="8999538" y="3367088"/>
          <p14:tracePt t="132466" x="8975725" y="3403600"/>
          <p14:tracePt t="132488" x="8963025" y="3416300"/>
          <p14:tracePt t="132514" x="8963025" y="3429000"/>
          <p14:tracePt t="132536" x="8963025" y="3441700"/>
          <p14:tracePt t="132610" x="8950325" y="3454400"/>
          <p14:tracePt t="132730" x="8924925" y="3467100"/>
          <p14:tracePt t="132759" x="8924925" y="3479800"/>
          <p14:tracePt t="132804" x="8912225" y="3490913"/>
          <p14:tracePt t="132826" x="8899525" y="3490913"/>
          <p14:tracePt t="132860" x="8886825" y="3490913"/>
          <p14:tracePt t="132904" x="8874125" y="3490913"/>
          <p14:tracePt t="132959" x="8863013" y="3490913"/>
          <p14:tracePt t="132980" x="8837613" y="3490913"/>
          <p14:tracePt t="133006" x="8824913" y="3490913"/>
          <p14:tracePt t="133026" x="8812213" y="3490913"/>
          <p14:tracePt t="133102" x="8799513" y="3490913"/>
          <p14:tracePt t="133121" x="8786813" y="3490913"/>
          <p14:tracePt t="133157" x="8750300" y="3490913"/>
          <p14:tracePt t="133177" x="8737600" y="3490913"/>
          <p14:tracePt t="133206" x="8737600" y="3467100"/>
          <p14:tracePt t="133254" x="8724900" y="3454400"/>
          <p14:tracePt t="133302" x="8712200" y="3403600"/>
          <p14:tracePt t="133328" x="8712200" y="3367088"/>
          <p14:tracePt t="133357" x="8712200" y="3341688"/>
          <p14:tracePt t="133377" x="8724900" y="3303588"/>
          <p14:tracePt t="133405" x="8774113" y="3267075"/>
          <p14:tracePt t="133427" x="8824913" y="3228975"/>
          <p14:tracePt t="133458" x="8899525" y="3190875"/>
          <p14:tracePt t="133480" x="8912225" y="3190875"/>
          <p14:tracePt t="133507" x="8924925" y="3190875"/>
          <p14:tracePt t="133559" x="8937625" y="3190875"/>
          <p14:tracePt t="133695" x="8950325" y="3190875"/>
          <p14:tracePt t="133720" x="8950325" y="3203575"/>
          <p14:tracePt t="133746" x="8950325" y="3216275"/>
          <p14:tracePt t="133765" x="8950325" y="3228975"/>
          <p14:tracePt t="133834" x="8950325" y="3267075"/>
          <p14:tracePt t="133862" x="8937625" y="3278188"/>
          <p14:tracePt t="133887" x="8937625" y="3303588"/>
          <p14:tracePt t="133909" x="8937625" y="3341688"/>
          <p14:tracePt t="133934" x="8937625" y="3354388"/>
          <p14:tracePt t="133965" x="8937625" y="3390900"/>
          <p14:tracePt t="133991" x="8937625" y="3416300"/>
          <p14:tracePt t="134012" x="8937625" y="3454400"/>
          <p14:tracePt t="134040" x="8937625" y="3467100"/>
          <p14:tracePt t="134041" x="8937625" y="3490913"/>
          <p14:tracePt t="134066" x="8963025" y="3541713"/>
          <p14:tracePt t="134198" x="8963025" y="3554413"/>
          <p14:tracePt t="134244" x="8963025" y="3579813"/>
          <p14:tracePt t="134269" x="8924925" y="3616325"/>
          <p14:tracePt t="134298" x="8863013" y="3654425"/>
          <p14:tracePt t="134318" x="8850313" y="3667125"/>
          <p14:tracePt t="134346" x="8837613" y="3679825"/>
          <p14:tracePt t="134372" x="8824913" y="3692525"/>
          <p14:tracePt t="134401" x="8799513" y="3754438"/>
          <p14:tracePt t="134422" x="8786813" y="3767138"/>
          <p14:tracePt t="134452" x="8774113" y="3841750"/>
          <p14:tracePt t="134477" x="8750300" y="3892550"/>
          <p14:tracePt t="134505" x="8750300" y="3905250"/>
          <p14:tracePt t="134556" x="8737600" y="3916363"/>
          <p14:tracePt t="134578" x="8724900" y="3916363"/>
          <p14:tracePt t="134605" x="8674100" y="3916363"/>
          <p14:tracePt t="134627" x="8637588" y="3916363"/>
          <p14:tracePt t="134660" x="8574088" y="3879850"/>
          <p14:tracePt t="134682" x="8548688" y="3854450"/>
          <p14:tracePt t="134708" x="8524875" y="3816350"/>
          <p14:tracePt t="134729" x="8512175" y="3779838"/>
          <p14:tracePt t="134759" x="8499475" y="3754438"/>
          <p14:tracePt t="134805" x="8499475" y="3703638"/>
          <p14:tracePt t="134825" x="8499475" y="3692525"/>
          <p14:tracePt t="134854" x="8499475" y="3679825"/>
          <p14:tracePt t="134875" x="8486775" y="3679825"/>
          <p14:tracePt t="134903" x="8486775" y="3667125"/>
          <p14:tracePt t="135186" x="8486775" y="3603625"/>
          <p14:tracePt t="135211" x="8512175" y="3516313"/>
          <p14:tracePt t="135241" x="8537575" y="3454400"/>
          <p14:tracePt t="135263" x="8548688" y="3429000"/>
          <p14:tracePt t="135287" x="8561388" y="3416300"/>
          <p14:tracePt t="135754" x="8574088" y="3416300"/>
          <p14:tracePt t="135774" x="8599488" y="3416300"/>
          <p14:tracePt t="135818" x="8612188" y="3416300"/>
          <p14:tracePt t="136170" x="8624888" y="3416300"/>
          <p14:tracePt t="136581" x="8637588" y="3416300"/>
          <p14:tracePt t="136627" x="8637588" y="3429000"/>
          <p14:tracePt t="136703" x="8637588" y="3454400"/>
          <p14:tracePt t="136728" x="8637588" y="3467100"/>
          <p14:tracePt t="136755" x="8637588" y="3479800"/>
          <p14:tracePt t="136774" x="8624888" y="3490913"/>
          <p14:tracePt t="136827" x="8624888" y="3503613"/>
          <p14:tracePt t="136851" x="8612188" y="3516313"/>
          <p14:tracePt t="136896" x="8612188" y="3529013"/>
          <p14:tracePt t="136946" x="8612188" y="3541713"/>
          <p14:tracePt t="137051" x="8612188" y="3554413"/>
          <p14:tracePt t="137939" x="8599488" y="3567113"/>
          <p14:tracePt t="137986" x="8574088" y="3529013"/>
          <p14:tracePt t="138010" x="8561388" y="3529013"/>
          <p14:tracePt t="138191" x="8561388" y="3516313"/>
          <p14:tracePt t="138263" x="8574088" y="3516313"/>
          <p14:tracePt t="138264" x="8599488" y="3503613"/>
          <p14:tracePt t="138284" x="8599488" y="3490913"/>
          <p14:tracePt t="138312" x="8637588" y="3479800"/>
          <p14:tracePt t="138338" x="8661400" y="3467100"/>
          <p14:tracePt t="138383" x="8674100" y="3454400"/>
          <p14:tracePt t="138521" x="8686800" y="3441700"/>
          <p14:tracePt t="138572" x="8686800" y="3416300"/>
          <p14:tracePt t="138595" x="8686800" y="3403600"/>
          <p14:tracePt t="138777" x="8686800" y="3441700"/>
          <p14:tracePt t="138796" x="8686800" y="3467100"/>
          <p14:tracePt t="139098" x="8686800" y="3429000"/>
          <p14:tracePt t="139128" x="8712200" y="3416300"/>
          <p14:tracePt t="139153" x="8712200" y="3403600"/>
          <p14:tracePt t="139198" x="8724900" y="3390900"/>
          <p14:tracePt t="139420" x="8763000" y="3378200"/>
          <p14:tracePt t="139469" x="8786813" y="3378200"/>
          <p14:tracePt t="139488" x="8799513" y="3378200"/>
          <p14:tracePt t="139514" x="8824913" y="3378200"/>
          <p14:tracePt t="139585" x="8837613" y="3378200"/>
          <p14:tracePt t="139651" x="8850313" y="3367088"/>
          <p14:tracePt t="139989" x="8863013" y="3354388"/>
          <p14:tracePt t="140235" x="8874125" y="3354388"/>
          <p14:tracePt t="140811" x="8874125" y="3367088"/>
          <p14:tracePt t="140968" x="8874125" y="3378200"/>
          <p14:tracePt t="141088" x="8886825" y="3390900"/>
          <p14:tracePt t="141428" x="8899525" y="3390900"/>
          <p14:tracePt t="141479" x="8899525" y="3403600"/>
          <p14:tracePt t="141502" x="8899525" y="3416300"/>
          <p14:tracePt t="141579" x="8886825" y="3429000"/>
          <p14:tracePt t="141605" x="8824913" y="3441700"/>
          <p14:tracePt t="141641" x="8786813" y="3467100"/>
          <p14:tracePt t="141833" x="8774113" y="3467100"/>
          <p14:tracePt t="142005" x="8763000" y="3467100"/>
          <p14:tracePt t="142107" x="8750300" y="3467100"/>
          <p14:tracePt t="142134" x="8750300" y="3441700"/>
          <p14:tracePt t="142181" x="8750300" y="3416300"/>
          <p14:tracePt t="142202" x="8750300" y="3390900"/>
          <p14:tracePt t="142231" x="8750300" y="3354388"/>
          <p14:tracePt t="142279" x="8799513" y="3328988"/>
          <p14:tracePt t="142298" x="8824913" y="3316288"/>
          <p14:tracePt t="142326" x="8863013" y="3303588"/>
          <p14:tracePt t="142350" x="8886825" y="3303588"/>
          <p14:tracePt t="142376" x="8924925" y="3290888"/>
          <p14:tracePt t="142396" x="8937625" y="3290888"/>
          <p14:tracePt t="142427" x="8963025" y="3278188"/>
          <p14:tracePt t="142449" x="8986838" y="3267075"/>
          <p14:tracePt t="142475" x="8999538" y="3267075"/>
          <p14:tracePt t="142522" x="9024938" y="3267075"/>
          <p14:tracePt t="142549" x="9075738" y="3241675"/>
          <p14:tracePt t="142595" x="9099550" y="3228975"/>
          <p14:tracePt t="142619" x="9124950" y="3228975"/>
          <p14:tracePt t="142649" x="9137650" y="3228975"/>
          <p14:tracePt t="142671" x="9150350" y="3228975"/>
          <p14:tracePt t="142716" x="9175750" y="3203575"/>
          <p14:tracePt t="142764" x="9199563" y="3203575"/>
          <p14:tracePt t="142808" x="9212263" y="3203575"/>
          <p14:tracePt t="142835" x="9224963" y="3203575"/>
          <p14:tracePt t="142881" x="9237663" y="3203575"/>
          <p14:tracePt t="143074" x="9237663" y="3190875"/>
          <p14:tracePt t="143224" x="9312275" y="3165475"/>
          <p14:tracePt t="143225" x="9350375" y="3154363"/>
          <p14:tracePt t="143249" x="9388475" y="3141663"/>
          <p14:tracePt t="143448" x="9199563" y="3165475"/>
          <p14:tracePt t="143472" x="9137650" y="3154363"/>
          <p14:tracePt t="143497" x="8999538" y="3154363"/>
          <p14:tracePt t="143521" x="8774113" y="3154363"/>
          <p14:tracePt t="143549" x="8512175" y="3241675"/>
          <p14:tracePt t="143575" x="8199438" y="3416300"/>
          <p14:tracePt t="143597" x="7974013" y="3567113"/>
          <p14:tracePt t="143621" x="7697788" y="3754438"/>
          <p14:tracePt t="143653" x="7397750" y="3954463"/>
          <p14:tracePt t="143680" x="7210425" y="4092575"/>
          <p14:tracePt t="143681" x="7146925" y="4141788"/>
          <p14:tracePt t="143706" x="7010400" y="4192588"/>
          <p14:tracePt t="143731" x="6834188" y="4192588"/>
          <p14:tracePt t="143755" x="6684963" y="4192588"/>
          <p14:tracePt t="143782" x="6584950" y="4192588"/>
          <p14:tracePt t="143805" x="6534150" y="4192588"/>
          <p14:tracePt t="143883" x="6508750" y="4179888"/>
          <p14:tracePt t="143933" x="6508750" y="4129088"/>
          <p14:tracePt t="144071" x="6508750" y="4117975"/>
          <p14:tracePt t="144091" x="6508750" y="4079875"/>
          <p14:tracePt t="144116" x="6508750" y="4054475"/>
          <p14:tracePt t="144143" x="6521450" y="4017963"/>
          <p14:tracePt t="144172" x="6534150" y="3992563"/>
          <p14:tracePt t="144198" x="6546850" y="3954463"/>
          <p14:tracePt t="144224" x="6596063" y="3854450"/>
          <p14:tracePt t="144246" x="6634163" y="3792538"/>
          <p14:tracePt t="144272" x="6708775" y="3703638"/>
          <p14:tracePt t="144273" x="6721475" y="3679825"/>
          <p14:tracePt t="144294" x="6772275" y="3616325"/>
          <p14:tracePt t="144320" x="6910388" y="3529013"/>
          <p14:tracePt t="144321" x="6910388" y="3516313"/>
          <p14:tracePt t="144348" x="7010400" y="3490913"/>
          <p14:tracePt t="144372" x="7085013" y="3467100"/>
          <p14:tracePt t="144393" x="7123113" y="3454400"/>
          <p14:tracePt t="144420" x="7146925" y="3441700"/>
          <p14:tracePt t="144448" x="7159625" y="3441700"/>
          <p14:tracePt t="144476" x="7197725" y="3441700"/>
          <p14:tracePt t="144502" x="7223125" y="3441700"/>
          <p14:tracePt t="144528" x="7272338" y="3429000"/>
          <p14:tracePt t="144529" x="7285038" y="3416300"/>
          <p14:tracePt t="144549" x="7323138" y="3416300"/>
          <p14:tracePt t="144577" x="7397750" y="3390900"/>
          <p14:tracePt t="144603" x="7459663" y="3367088"/>
          <p14:tracePt t="144630" x="7523163" y="3341688"/>
          <p14:tracePt t="144649" x="7597775" y="3316288"/>
          <p14:tracePt t="144675" x="7661275" y="3303588"/>
          <p14:tracePt t="144696" x="7723188" y="3290888"/>
          <p14:tracePt t="144721" x="7785100" y="3278188"/>
          <p14:tracePt t="144751" x="7835900" y="3278188"/>
          <p14:tracePt t="144753" x="7848600" y="3278188"/>
          <p14:tracePt t="144779" x="7874000" y="3278188"/>
          <p14:tracePt t="144798" x="7886700" y="3278188"/>
          <p14:tracePt t="144850" x="7910513" y="3278188"/>
          <p14:tracePt t="144873" x="7923213" y="3278188"/>
          <p14:tracePt t="144897" x="7935913" y="3290888"/>
          <p14:tracePt t="144917" x="7961313" y="3303588"/>
          <p14:tracePt t="144948" x="7999413" y="3341688"/>
          <p14:tracePt t="144972" x="8010525" y="3354388"/>
          <p14:tracePt t="145002" x="8035925" y="3378200"/>
          <p14:tracePt t="145026" x="8048625" y="3390900"/>
          <p14:tracePt t="145049" x="8048625" y="3403600"/>
          <p14:tracePt t="145072" x="8048625" y="3416300"/>
          <p14:tracePt t="145097" x="8061325" y="3429000"/>
          <p14:tracePt t="145148" x="8061325" y="3454400"/>
          <p14:tracePt t="145172" x="8061325" y="3467100"/>
          <p14:tracePt t="145196" x="8061325" y="3554413"/>
          <p14:tracePt t="145218" x="8048625" y="3667125"/>
          <p14:tracePt t="145250" x="7999413" y="3779838"/>
          <p14:tracePt t="145274" x="7986713" y="3816350"/>
          <p14:tracePt t="145341" x="7961313" y="3816350"/>
          <p14:tracePt t="145363" x="7923213" y="3741738"/>
          <p14:tracePt t="145395" x="7874000" y="3641725"/>
          <p14:tracePt t="145416" x="7835900" y="3590925"/>
          <p14:tracePt t="145444" x="7810500" y="3554413"/>
          <p14:tracePt t="145631" x="7797800" y="3554413"/>
          <p14:tracePt t="145686" x="7785100" y="3554413"/>
          <p14:tracePt t="146067" x="7823200" y="3567113"/>
          <p14:tracePt t="146089" x="8010525" y="3516313"/>
          <p14:tracePt t="146587" x="8023225" y="3516313"/>
          <p14:tracePt t="146605" x="8023225" y="3479800"/>
          <p14:tracePt t="146632" x="8023225" y="3467100"/>
          <p14:tracePt t="146659" x="8023225" y="3454400"/>
          <p14:tracePt t="146684" x="8035925" y="3454400"/>
          <p14:tracePt t="146702" x="8074025" y="3429000"/>
          <p14:tracePt t="146731" x="8274050" y="3354388"/>
          <p14:tracePt t="146757" x="8448675" y="3254375"/>
          <p14:tracePt t="146785" x="8799513" y="3103563"/>
          <p14:tracePt t="146804" x="8986838" y="3028950"/>
          <p14:tracePt t="146831" x="9275763" y="2978150"/>
          <p14:tracePt t="146856" x="9550400" y="2978150"/>
          <p14:tracePt t="146885" x="9739313" y="2978150"/>
          <p14:tracePt t="146905" x="9952038" y="3003550"/>
          <p14:tracePt t="146934" x="10239375" y="3090863"/>
          <p14:tracePt t="146960" x="10539413" y="3216275"/>
          <p14:tracePt t="146962" x="10626725" y="3254375"/>
          <p14:tracePt t="146986" x="10790238" y="3354388"/>
          <p14:tracePt t="147010" x="10864850" y="3467100"/>
          <p14:tracePt t="147034" x="10902950" y="3529013"/>
          <p14:tracePt t="147065" x="10915650" y="3603625"/>
          <p14:tracePt t="147096" x="10915650" y="3654425"/>
          <p14:tracePt t="147143" x="10915650" y="3667125"/>
          <p14:tracePt t="147164" x="10915650" y="3679825"/>
          <p14:tracePt t="147232" x="10902950" y="3692525"/>
          <p14:tracePt t="147385" x="10890250" y="3692525"/>
          <p14:tracePt t="147403" x="10864850" y="3692525"/>
          <p14:tracePt t="147428" x="10828338" y="3692525"/>
          <p14:tracePt t="147453" x="10790238" y="3692525"/>
          <p14:tracePt t="147480" x="10777538" y="3679825"/>
          <p14:tracePt t="147527" x="10752138" y="3679825"/>
          <p14:tracePt t="147547" x="10739438" y="3679825"/>
          <p14:tracePt t="147570" x="10715625" y="3679825"/>
          <p14:tracePt t="147627" x="10702925" y="3679825"/>
          <p14:tracePt t="147735" x="10677525" y="3679825"/>
          <p14:tracePt t="147753" x="10664825" y="3654425"/>
          <p14:tracePt t="147798" x="10664825" y="3641725"/>
          <p14:tracePt t="147817" x="10664825" y="3603625"/>
          <p14:tracePt t="147844" x="10664825" y="3554413"/>
          <p14:tracePt t="147867" x="10715625" y="3503613"/>
          <p14:tracePt t="147899" x="10839450" y="3441700"/>
          <p14:tracePt t="147920" x="10990263" y="3378200"/>
          <p14:tracePt t="147949" x="11102975" y="3341688"/>
          <p14:tracePt t="147969" x="11215688" y="3341688"/>
          <p14:tracePt t="148001" x="11241088" y="3341688"/>
          <p14:tracePt t="148050" x="11266488" y="3378200"/>
          <p14:tracePt t="148071" x="11266488" y="3416300"/>
          <p14:tracePt t="148106" x="10777538" y="3654425"/>
          <p14:tracePt t="148126" x="10164763" y="3803650"/>
          <p14:tracePt t="148150" x="8561388" y="4017963"/>
          <p14:tracePt t="148171" x="6472238" y="4330700"/>
          <p14:tracePt t="148198" x="4668838" y="4505325"/>
          <p14:tracePt t="148220" x="3317875" y="4605338"/>
          <p14:tracePt t="148250" x="2365375" y="4692650"/>
          <p14:tracePt t="148270" x="2116138" y="4756150"/>
          <p14:tracePt t="148301" x="1852613" y="4830763"/>
          <p14:tracePt t="148321" x="1778000" y="4843463"/>
          <p14:tracePt t="148347" x="1739900" y="4843463"/>
          <p14:tracePt t="148365" x="1689100" y="4843463"/>
          <p14:tracePt t="148394" x="1465263" y="4843463"/>
          <p14:tracePt t="148441" x="1252538" y="4843463"/>
          <p14:tracePt t="148486" x="1227138" y="4830763"/>
          <p14:tracePt t="148511" x="1227138" y="4768850"/>
          <p14:tracePt t="148537" x="1227138" y="4692650"/>
          <p14:tracePt t="148557" x="1227138" y="4618038"/>
          <p14:tracePt t="148582" x="1376363" y="4430713"/>
          <p14:tracePt t="148604" x="1639888" y="4267200"/>
          <p14:tracePt t="148630" x="1739900" y="4205288"/>
          <p14:tracePt t="148659" x="1790700" y="4192588"/>
          <p14:tracePt t="148685" x="1790700" y="4179888"/>
          <p14:tracePt t="148732" x="1865313" y="4179888"/>
          <p14:tracePt t="148753" x="2039938" y="4179888"/>
          <p14:tracePt t="148778" x="2203450" y="4205288"/>
          <p14:tracePt t="148804" x="2339975" y="4205288"/>
          <p14:tracePt t="148829" x="2465388" y="4230688"/>
          <p14:tracePt t="148852" x="2554288" y="4230688"/>
          <p14:tracePt t="148876" x="2590800" y="4230688"/>
          <p14:tracePt t="148903" x="2616200" y="4230688"/>
          <p14:tracePt t="148950" x="2628900" y="4217988"/>
          <p14:tracePt t="148998" x="2667000" y="4217988"/>
          <p14:tracePt t="149018" x="2678113" y="4205288"/>
          <p14:tracePt t="149048" x="2690813" y="4192588"/>
          <p14:tracePt t="149097" x="2703513" y="4192588"/>
          <p14:tracePt t="149120" x="2754313" y="4167188"/>
          <p14:tracePt t="149147" x="2778125" y="4154488"/>
          <p14:tracePt t="149195" x="2828925" y="4129088"/>
          <p14:tracePt t="149218" x="2841625" y="4117975"/>
          <p14:tracePt t="149247" x="2854325" y="4117975"/>
          <p14:tracePt t="149391" x="2867025" y="4105275"/>
          <p14:tracePt t="149459" x="2890838" y="4079875"/>
          <p14:tracePt t="149566" x="2903538" y="4079875"/>
          <p14:tracePt t="149596" x="2903538" y="4067175"/>
          <p14:tracePt t="149642" x="2954338" y="4067175"/>
          <p14:tracePt t="149662" x="2954338" y="4054475"/>
          <p14:tracePt t="149691" x="2979738" y="4041775"/>
          <p14:tracePt t="149714" x="3054350" y="4041775"/>
          <p14:tracePt t="149741" x="3116263" y="4041775"/>
          <p14:tracePt t="149760" x="3141663" y="4041775"/>
          <p14:tracePt t="149761" x="3179763" y="4041775"/>
          <p14:tracePt t="149788" x="3241675" y="4029075"/>
          <p14:tracePt t="149809" x="3317875" y="4029075"/>
          <p14:tracePt t="149833" x="3367088" y="4005263"/>
          <p14:tracePt t="149862" x="3417888" y="4005263"/>
          <p14:tracePt t="149890" x="3441700" y="4005263"/>
          <p14:tracePt t="149936" x="3454400" y="4005263"/>
          <p14:tracePt t="149980" x="3467100" y="3992563"/>
          <p14:tracePt t="150007" x="3479800" y="3992563"/>
          <p14:tracePt t="150030" x="3517900" y="3979863"/>
          <p14:tracePt t="150053" x="3541713" y="3967163"/>
          <p14:tracePt t="150076" x="3579813" y="3941763"/>
          <p14:tracePt t="150102" x="3643313" y="3916363"/>
          <p14:tracePt t="150148" x="3692525" y="3867150"/>
          <p14:tracePt t="150171" x="3743325" y="3841750"/>
          <p14:tracePt t="150196" x="3779838" y="3816350"/>
          <p14:tracePt t="150215" x="3817938" y="3803650"/>
          <p14:tracePt t="150241" x="3843338" y="3792538"/>
          <p14:tracePt t="150266" x="3879850" y="3779838"/>
          <p14:tracePt t="150297" x="3892550" y="3779838"/>
          <p14:tracePt t="150316" x="3905250" y="3779838"/>
          <p14:tracePt t="150461" x="3917950" y="3779838"/>
          <p14:tracePt t="150484" x="3879850" y="3792538"/>
          <p14:tracePt t="150507" x="3843338" y="3816350"/>
          <p14:tracePt t="150527" x="3805238" y="3829050"/>
          <p14:tracePt t="150557" x="3767138" y="3841750"/>
          <p14:tracePt t="150576" x="3730625" y="3854450"/>
          <p14:tracePt t="150603" x="3679825" y="3879850"/>
          <p14:tracePt t="150650" x="3643313" y="3892550"/>
          <p14:tracePt t="150739" x="3643313" y="3905250"/>
          <p14:tracePt t="150780" x="3667125" y="3941763"/>
          <p14:tracePt t="150807" x="3779838" y="3967163"/>
          <p14:tracePt t="150809" x="3830638" y="3992563"/>
          <p14:tracePt t="150832" x="3930650" y="3992563"/>
          <p14:tracePt t="150833" x="3979863" y="3992563"/>
          <p14:tracePt t="150854" x="4081463" y="3992563"/>
          <p14:tracePt t="150876" x="4181475" y="3992563"/>
          <p14:tracePt t="150900" x="4268788" y="3954463"/>
          <p14:tracePt t="150924" x="4368800" y="3905250"/>
          <p14:tracePt t="150953" x="4530725" y="3841750"/>
          <p14:tracePt t="150978" x="4681538" y="3792538"/>
          <p14:tracePt t="151007" x="4819650" y="3754438"/>
          <p14:tracePt t="151009" x="4856163" y="3741738"/>
          <p14:tracePt t="151033" x="5068888" y="3679825"/>
          <p14:tracePt t="151057" x="5319713" y="3603625"/>
          <p14:tracePt t="151082" x="5595938" y="3516313"/>
          <p14:tracePt t="151110" x="5970588" y="3454400"/>
          <p14:tracePt t="151133" x="6396038" y="3403600"/>
          <p14:tracePt t="151153" x="6884988" y="3354388"/>
          <p14:tracePt t="151177" x="7310438" y="3354388"/>
          <p14:tracePt t="151206" x="7661275" y="3354388"/>
          <p14:tracePt t="151230" x="8010525" y="3354388"/>
          <p14:tracePt t="151254" x="8274050" y="3354388"/>
          <p14:tracePt t="151275" x="8448675" y="3403600"/>
          <p14:tracePt t="151301" x="8512175" y="3479800"/>
          <p14:tracePt t="151345" x="8335963" y="3541713"/>
          <p14:tracePt t="151556" x="8361363" y="3590925"/>
          <p14:tracePt t="151575" x="8374063" y="3603625"/>
          <p14:tracePt t="151606" x="8486775" y="3529013"/>
          <p14:tracePt t="151626" x="8812213" y="3479800"/>
          <p14:tracePt t="151653" x="9237663" y="3479800"/>
          <p14:tracePt t="151670" x="9613900" y="3479800"/>
          <p14:tracePt t="151674" x="9788525" y="3479800"/>
          <p14:tracePt t="151700" x="10288588" y="3479800"/>
          <p14:tracePt t="151727" x="10590213" y="3479800"/>
          <p14:tracePt t="151750" x="10639425" y="3479800"/>
          <p14:tracePt t="151771" x="10652125" y="3479800"/>
          <p14:tracePt t="151800" x="10664825" y="3479800"/>
          <p14:tracePt t="151822" x="10677525" y="3479800"/>
          <p14:tracePt t="151969" x="10702925" y="3479800"/>
          <p14:tracePt t="151993" x="10715625" y="3479800"/>
          <p14:tracePt t="152040" x="10739438" y="3516313"/>
          <p14:tracePt t="152059" x="10752138" y="3541713"/>
          <p14:tracePt t="152211" x="10752138" y="3567113"/>
          <p14:tracePt t="152230" x="10752138" y="3579813"/>
          <p14:tracePt t="152255" x="10739438" y="3641725"/>
          <p14:tracePt t="152276" x="10652125" y="3692525"/>
          <p14:tracePt t="152309" x="10514013" y="3754438"/>
          <p14:tracePt t="152328" x="10502900" y="3767138"/>
          <p14:tracePt t="152354" x="10464800" y="3767138"/>
          <p14:tracePt t="152378" x="10439400" y="3767138"/>
          <p14:tracePt t="152408" x="10390188" y="3716338"/>
          <p14:tracePt t="152433" x="10339388" y="3667125"/>
          <p14:tracePt t="152456" x="10339388" y="3641725"/>
          <p14:tracePt t="152478" x="10313988" y="3629025"/>
          <p14:tracePt t="152503" x="10313988" y="3616325"/>
          <p14:tracePt t="152527" x="10313988" y="3603625"/>
          <p14:tracePt t="152529" x="10313988" y="3590925"/>
          <p14:tracePt t="152551" x="10313988" y="3579813"/>
          <p14:tracePt t="152553" x="10313988" y="3567113"/>
          <p14:tracePt t="152574" x="10313988" y="3554413"/>
          <p14:tracePt t="152603" x="10313988" y="3529013"/>
          <p14:tracePt t="152628" x="10313988" y="3490913"/>
          <p14:tracePt t="152651" x="10339388" y="3479800"/>
          <p14:tracePt t="152673" x="10439400" y="3441700"/>
          <p14:tracePt t="152700" x="10577513" y="3390900"/>
          <p14:tracePt t="152724" x="10626725" y="3341688"/>
          <p14:tracePt t="152748" x="10715625" y="3290888"/>
          <p14:tracePt t="152768" x="10739438" y="3267075"/>
          <p14:tracePt t="152771" x="10752138" y="3254375"/>
          <p14:tracePt t="152795" x="10777538" y="3254375"/>
          <p14:tracePt t="152823" x="10790238" y="3254375"/>
          <p14:tracePt t="152846" x="10802938" y="3254375"/>
          <p14:tracePt t="152996" x="10815638" y="3254375"/>
          <p14:tracePt t="153022" x="10828338" y="3254375"/>
          <p14:tracePt t="153047" x="10864850" y="3303588"/>
          <p14:tracePt t="153049" x="10877550" y="3316288"/>
          <p14:tracePt t="153068" x="10890250" y="3354388"/>
          <p14:tracePt t="153097" x="10939463" y="3467100"/>
          <p14:tracePt t="153124" x="10964863" y="3529013"/>
          <p14:tracePt t="153149" x="10990263" y="3590925"/>
          <p14:tracePt t="153167" x="10990263" y="3616325"/>
          <p14:tracePt t="153194" x="11002963" y="3654425"/>
          <p14:tracePt t="153219" x="11002963" y="3679825"/>
          <p14:tracePt t="153241" x="11002963" y="3692525"/>
          <p14:tracePt t="153283" x="11002963" y="3729038"/>
          <p14:tracePt t="153309" x="10990263" y="3741738"/>
          <p14:tracePt t="153332" x="10952163" y="3767138"/>
          <p14:tracePt t="153355" x="10915650" y="3792538"/>
          <p14:tracePt t="153378" x="10864850" y="3816350"/>
          <p14:tracePt t="153403" x="10802938" y="3829050"/>
          <p14:tracePt t="153428" x="10777538" y="3841750"/>
          <p14:tracePt t="153452" x="10752138" y="3854450"/>
          <p14:tracePt t="154223" x="10726738" y="3854450"/>
          <p14:tracePt t="154245" x="10702925" y="3854450"/>
          <p14:tracePt t="154269" x="10690225" y="3854450"/>
          <p14:tracePt t="154297" x="10677525" y="3854450"/>
          <p14:tracePt t="154352" x="10664825" y="3854450"/>
          <p14:tracePt t="154371" x="10652125" y="3854450"/>
          <p14:tracePt t="154399" x="10639425" y="3841750"/>
          <p14:tracePt t="154402" x="10639425" y="3829050"/>
          <p14:tracePt t="154427" x="10614025" y="3779838"/>
          <p14:tracePt t="154456" x="10577513" y="3679825"/>
          <p14:tracePt t="154476" x="10577513" y="3629025"/>
          <p14:tracePt t="154505" x="10577513" y="3554413"/>
          <p14:tracePt t="154529" x="10577513" y="3529013"/>
          <p14:tracePt t="154554" x="10577513" y="3503613"/>
          <p14:tracePt t="154573" x="10577513" y="3490913"/>
          <p14:tracePt t="154604" x="10577513" y="3454400"/>
          <p14:tracePt t="154627" x="10626725" y="3429000"/>
          <p14:tracePt t="154654" x="10664825" y="3390900"/>
          <p14:tracePt t="154673" x="10690225" y="3378200"/>
          <p14:tracePt t="154700" x="10752138" y="3354388"/>
          <p14:tracePt t="154724" x="10815638" y="3354388"/>
          <p14:tracePt t="154750" x="10864850" y="3354388"/>
          <p14:tracePt t="154771" x="10915650" y="3354388"/>
          <p14:tracePt t="154797" x="10952163" y="3354388"/>
          <p14:tracePt t="154823" x="10990263" y="3354388"/>
          <p14:tracePt t="154846" x="11052175" y="3367088"/>
          <p14:tracePt t="154869" x="11115675" y="3378200"/>
          <p14:tracePt t="154894" x="11153775" y="3403600"/>
          <p14:tracePt t="154942" x="11177588" y="3403600"/>
          <p14:tracePt t="155158" x="11177588" y="3416300"/>
          <p14:tracePt t="155176" x="11164888" y="3454400"/>
          <p14:tracePt t="155209" x="11052175" y="3529013"/>
          <p14:tracePt t="155228" x="10977563" y="3567113"/>
          <p14:tracePt t="155254" x="10839450" y="3641725"/>
          <p14:tracePt t="155273" x="10739438" y="3679825"/>
          <p14:tracePt t="155300" x="10664825" y="3729038"/>
          <p14:tracePt t="155324" x="10564813" y="3741738"/>
          <p14:tracePt t="155350" x="10464800" y="3767138"/>
          <p14:tracePt t="155371" x="10364788" y="3792538"/>
          <p14:tracePt t="155396" x="10264775" y="3841750"/>
          <p14:tracePt t="155423" x="10213975" y="3841750"/>
          <p14:tracePt t="155620" x="10201275" y="3841750"/>
          <p14:tracePt t="155639" x="10188575" y="3841750"/>
          <p14:tracePt t="155665" x="10164763" y="3829050"/>
          <p14:tracePt t="155683" x="10164763" y="3816350"/>
          <p14:tracePt t="155713" x="10164763" y="3792538"/>
          <p14:tracePt t="155760" x="10139363" y="3767138"/>
          <p14:tracePt t="155804" x="10139363" y="3754438"/>
          <p14:tracePt t="155827" x="10139363" y="3741738"/>
          <p14:tracePt t="155853" x="10126663" y="3716338"/>
          <p14:tracePt t="155872" x="10113963" y="3692525"/>
          <p14:tracePt t="155873" x="10113963" y="3679825"/>
          <p14:tracePt t="155897" x="10113963" y="3654425"/>
          <p14:tracePt t="155926" x="10113963" y="3616325"/>
          <p14:tracePt t="155954" x="10113963" y="3567113"/>
          <p14:tracePt t="155973" x="10113963" y="3554413"/>
          <p14:tracePt t="155999" x="10113963" y="3490913"/>
          <p14:tracePt t="156001" x="10113963" y="3479800"/>
          <p14:tracePt t="156026" x="10113963" y="3441700"/>
          <p14:tracePt t="156054" x="10139363" y="3390900"/>
          <p14:tracePt t="156074" x="10164763" y="3354388"/>
          <p14:tracePt t="156101" x="10201275" y="3303588"/>
          <p14:tracePt t="156126" x="10226675" y="3278188"/>
          <p14:tracePt t="156153" x="10239375" y="3254375"/>
          <p14:tracePt t="156172" x="10264775" y="3254375"/>
          <p14:tracePt t="156196" x="10313988" y="3228975"/>
          <p14:tracePt t="156224" x="10339388" y="3203575"/>
          <p14:tracePt t="156225" x="10352088" y="3203575"/>
          <p14:tracePt t="156251" x="10377488" y="3203575"/>
          <p14:tracePt t="156278" x="10452100" y="3190875"/>
          <p14:tracePt t="156304" x="10539413" y="3178175"/>
          <p14:tracePt t="156305" x="10577513" y="3165475"/>
          <p14:tracePt t="156324" x="10626725" y="3165475"/>
          <p14:tracePt t="156349" x="10702925" y="3165475"/>
          <p14:tracePt t="156371" x="10739438" y="3165475"/>
          <p14:tracePt t="156395" x="10790238" y="3165475"/>
          <p14:tracePt t="156421" x="10828338" y="3165475"/>
          <p14:tracePt t="156447" x="10839450" y="3178175"/>
          <p14:tracePt t="156585" x="10839450" y="3190875"/>
          <p14:tracePt t="156681" x="10839450" y="3203575"/>
          <p14:tracePt t="156704" x="10790238" y="3303588"/>
          <p14:tracePt t="156727" x="10739438" y="3341688"/>
          <p14:tracePt t="156750" x="10677525" y="3390900"/>
          <p14:tracePt t="156774" x="10614025" y="3390900"/>
          <p14:tracePt t="156797" x="10602913" y="3416300"/>
          <p14:tracePt t="156802" x="10577513" y="3429000"/>
          <p14:tracePt t="156830" x="10564813" y="3441700"/>
          <p14:tracePt t="156874" x="10539413" y="3454400"/>
          <p14:tracePt t="156895" x="10502900" y="3467100"/>
          <p14:tracePt t="156928" x="10452100" y="3479800"/>
          <p14:tracePt t="156929" x="10439400" y="3503613"/>
          <p14:tracePt t="156950" x="10364788" y="3516313"/>
          <p14:tracePt t="156975" x="10301288" y="3516313"/>
          <p14:tracePt t="156999" x="10288588" y="3516313"/>
          <p14:tracePt t="157308" x="10264775" y="3529013"/>
          <p14:tracePt t="157373" x="10252075" y="3554413"/>
          <p14:tracePt t="157392" x="10239375" y="3567113"/>
          <p14:tracePt t="157422" x="10226675" y="3579813"/>
          <p14:tracePt t="157441" x="10226675" y="3590925"/>
          <p14:tracePt t="157493" x="10226675" y="3603625"/>
          <p14:tracePt t="157535" x="10226675" y="3616325"/>
          <p14:tracePt t="157559" x="10226675" y="3629025"/>
          <p14:tracePt t="157645" x="10226675" y="3641725"/>
          <p14:tracePt t="157668" x="10226675" y="3667125"/>
          <p14:tracePt t="157716" x="10226675" y="3703638"/>
          <p14:tracePt t="157886" x="10201275" y="3716338"/>
          <p14:tracePt t="157910" x="10177463" y="3716338"/>
          <p14:tracePt t="157954" x="10126663" y="3741738"/>
          <p14:tracePt t="157998" x="10101263" y="3754438"/>
          <p14:tracePt t="158024" x="10088563" y="3754438"/>
          <p14:tracePt t="158049" x="10075863" y="3767138"/>
          <p14:tracePt t="158114" x="10064750" y="3767138"/>
          <p14:tracePt t="159065" x="10064750" y="3754438"/>
          <p14:tracePt t="159089" x="10075863" y="3741738"/>
          <p14:tracePt t="159120" x="10139363" y="3729038"/>
          <p14:tracePt t="159144" x="10164763" y="3703638"/>
          <p14:tracePt t="159146" x="10177463" y="3703638"/>
          <p14:tracePt t="159170" x="10201275" y="3692525"/>
          <p14:tracePt t="159193" x="10226675" y="3679825"/>
          <p14:tracePt t="159221" x="10252075" y="3654425"/>
          <p14:tracePt t="159269" x="10301288" y="3590925"/>
          <p14:tracePt t="159288" x="10339388" y="3567113"/>
          <p14:tracePt t="159320" x="10377488" y="3554413"/>
          <p14:tracePt t="159321" x="10377488" y="3541713"/>
          <p14:tracePt t="159340" x="10390188" y="3541713"/>
          <p14:tracePt t="159391" x="10414000" y="3541713"/>
          <p14:tracePt t="159436" x="10452100" y="3541713"/>
          <p14:tracePt t="159457" x="10464800" y="3541713"/>
          <p14:tracePt t="159483" x="10502900" y="3541713"/>
          <p14:tracePt t="159507" x="10539413" y="3541713"/>
          <p14:tracePt t="159535" x="10564813" y="3541713"/>
          <p14:tracePt t="159557" x="10577513" y="3541713"/>
          <p14:tracePt t="159582" x="10602913" y="3541713"/>
          <p14:tracePt t="159604" x="10614025" y="3541713"/>
          <p14:tracePt t="159681" x="10626725" y="3541713"/>
          <p14:tracePt t="159725" x="10639425" y="3541713"/>
          <p14:tracePt t="159770" x="10652125" y="3554413"/>
          <p14:tracePt t="160025" x="10664825" y="3567113"/>
          <p14:tracePt t="160076" x="10664825" y="3579813"/>
          <p14:tracePt t="160150" x="10664825" y="3603625"/>
          <p14:tracePt t="160177" x="10664825" y="3641725"/>
          <p14:tracePt t="160203" x="10664825" y="3667125"/>
          <p14:tracePt t="160229" x="10614025" y="3729038"/>
          <p14:tracePt t="160254" x="10539413" y="3779838"/>
          <p14:tracePt t="160280" x="10477500" y="3803650"/>
          <p14:tracePt t="160281" x="10464800" y="3803650"/>
          <p14:tracePt t="160309" x="10426700" y="3803650"/>
          <p14:tracePt t="160338" x="10339388" y="3803650"/>
          <p14:tracePt t="160367" x="10277475" y="3803650"/>
          <p14:tracePt t="160369" x="10264775" y="3803650"/>
          <p14:tracePt t="160396" x="10226675" y="3803650"/>
          <p14:tracePt t="160422" x="10188575" y="3803650"/>
          <p14:tracePt t="160443" x="10101263" y="3829050"/>
          <p14:tracePt t="160471" x="10026650" y="3867150"/>
          <p14:tracePt t="160500" x="9926638" y="3929063"/>
          <p14:tracePt t="160528" x="9875838" y="3954463"/>
          <p14:tracePt t="160549" x="9852025" y="3967163"/>
          <p14:tracePt t="160581" x="9801225" y="3992563"/>
          <p14:tracePt t="160604" x="9775825" y="4017963"/>
          <p14:tracePt t="160633" x="9726613" y="4041775"/>
          <p14:tracePt t="160655" x="9713913" y="4054475"/>
          <p14:tracePt t="160683" x="9675813" y="4079875"/>
          <p14:tracePt t="160736" x="9663113" y="4092575"/>
          <p14:tracePt t="160788" x="9650413" y="4092575"/>
          <p14:tracePt t="160856" x="9637713" y="4105275"/>
          <p14:tracePt t="160886" x="9575800" y="4117975"/>
          <p14:tracePt t="160914" x="9375775" y="4241800"/>
          <p14:tracePt t="160935" x="9224963" y="4305300"/>
          <p14:tracePt t="160937" x="9124950" y="4330700"/>
          <p14:tracePt t="160965" x="8863013" y="4430713"/>
          <p14:tracePt t="160993" x="8574088" y="4492625"/>
          <p14:tracePt t="161022" x="8312150" y="4530725"/>
          <p14:tracePt t="161045" x="8010525" y="4554538"/>
          <p14:tracePt t="161074" x="7710488" y="4554538"/>
          <p14:tracePt t="161095" x="7623175" y="4554538"/>
          <p14:tracePt t="161098" x="7572375" y="4554538"/>
          <p14:tracePt t="161131" x="7323138" y="4605338"/>
          <p14:tracePt t="161157" x="7085013" y="4618038"/>
          <p14:tracePt t="161186" x="6884988" y="4630738"/>
          <p14:tracePt t="161215" x="6772275" y="4656138"/>
          <p14:tracePt t="161237" x="6659563" y="4679950"/>
          <p14:tracePt t="161267" x="6496050" y="4692650"/>
          <p14:tracePt t="161292" x="6396038" y="4718050"/>
          <p14:tracePt t="161322" x="6296025" y="4718050"/>
          <p14:tracePt t="161344" x="6234113" y="4730750"/>
          <p14:tracePt t="161373" x="6196013" y="4743450"/>
          <p14:tracePt t="161403" x="6170613" y="4743450"/>
          <p14:tracePt t="161431" x="6157913" y="4743450"/>
          <p14:tracePt t="161482" x="6121400" y="4743450"/>
          <p14:tracePt t="161533" x="6108700" y="4743450"/>
          <p14:tracePt t="161558" x="6096000" y="4743450"/>
          <p14:tracePt t="161594" x="6096000" y="4692650"/>
          <p14:tracePt t="161621" x="6096000" y="4667250"/>
          <p14:tracePt t="161894" x="6108700" y="4667250"/>
          <p14:tracePt t="161918" x="6334125" y="4505325"/>
          <p14:tracePt t="161947" x="6808788" y="4292600"/>
          <p14:tracePt t="161970" x="7072313" y="4167188"/>
          <p14:tracePt t="161997" x="7223125" y="4129088"/>
          <p14:tracePt t="162022" x="7285038" y="4117975"/>
          <p14:tracePt t="162042" x="7397750" y="4067175"/>
          <p14:tracePt t="162066" x="7548563" y="4005263"/>
          <p14:tracePt t="162101" x="7910513" y="3892550"/>
          <p14:tracePt t="162125" x="8148638" y="3829050"/>
          <p14:tracePt t="162147" x="8312150" y="3816350"/>
          <p14:tracePt t="162171" x="8461375" y="3779838"/>
          <p14:tracePt t="162196" x="8586788" y="3779838"/>
          <p14:tracePt t="162219" x="8763000" y="3779838"/>
          <p14:tracePt t="162249" x="8975725" y="3867150"/>
          <p14:tracePt t="162272" x="9063038" y="3954463"/>
          <p14:tracePt t="162296" x="9137650" y="4017963"/>
          <p14:tracePt t="162297" x="9163050" y="4041775"/>
          <p14:tracePt t="162320" x="9199563" y="4105275"/>
          <p14:tracePt t="162324" x="9224963" y="4129088"/>
          <p14:tracePt t="162350" x="9263063" y="4241800"/>
          <p14:tracePt t="162372" x="9275763" y="4330700"/>
          <p14:tracePt t="162402" x="9250363" y="4454525"/>
          <p14:tracePt t="162426" x="9188450" y="4518025"/>
          <p14:tracePt t="162449" x="9112250" y="4592638"/>
          <p14:tracePt t="162473" x="8986838" y="4667250"/>
          <p14:tracePt t="162504" x="8674100" y="4768850"/>
          <p14:tracePt t="162532" x="8399463" y="4805363"/>
          <p14:tracePt t="162555" x="8174038" y="4856163"/>
          <p14:tracePt t="162573" x="8048625" y="4892675"/>
          <p14:tracePt t="162593" x="7874000" y="4918075"/>
          <p14:tracePt t="162596" x="7761288" y="4918075"/>
          <p14:tracePt t="162626" x="7423150" y="4956175"/>
          <p14:tracePt t="162649" x="7197725" y="4943475"/>
          <p14:tracePt t="162670" x="7097713" y="4905375"/>
          <p14:tracePt t="162693" x="6997700" y="4779963"/>
          <p14:tracePt t="162716" x="6921500" y="4630738"/>
          <p14:tracePt t="162747" x="6884988" y="4443413"/>
          <p14:tracePt t="162771" x="6884988" y="4367213"/>
          <p14:tracePt t="162799" x="6884988" y="4292600"/>
          <p14:tracePt t="162822" x="6897688" y="4217988"/>
          <p14:tracePt t="162841" x="6946900" y="4154488"/>
          <p14:tracePt t="162863" x="6985000" y="4092575"/>
          <p14:tracePt t="162865" x="7046913" y="4041775"/>
          <p14:tracePt t="162895" x="7210425" y="3979863"/>
          <p14:tracePt t="162919" x="7423150" y="3916363"/>
          <p14:tracePt t="162947" x="7635875" y="3879850"/>
          <p14:tracePt t="162966" x="7723188" y="3879850"/>
          <p14:tracePt t="162987" x="7886700" y="3854450"/>
          <p14:tracePt t="163007" x="7961313" y="3841750"/>
          <p14:tracePt t="163035" x="8099425" y="3841750"/>
          <p14:tracePt t="163061" x="8123238" y="3841750"/>
          <p14:tracePt t="163082" x="8161338" y="3841750"/>
          <p14:tracePt t="163127" x="8199438" y="3854450"/>
          <p14:tracePt t="163149" x="8235950" y="3892550"/>
          <p14:tracePt t="163177" x="8299450" y="3967163"/>
          <p14:tracePt t="163203" x="8348663" y="4054475"/>
          <p14:tracePt t="163229" x="8386763" y="4105275"/>
          <p14:tracePt t="163248" x="8386763" y="4179888"/>
          <p14:tracePt t="163275" x="8399463" y="4217988"/>
          <p14:tracePt t="163300" x="8412163" y="4279900"/>
          <p14:tracePt t="163327" x="8412163" y="4405313"/>
          <p14:tracePt t="163329" x="8412163" y="4443413"/>
          <p14:tracePt t="163347" x="8348663" y="4518025"/>
          <p14:tracePt t="163374" x="8223250" y="4618038"/>
          <p14:tracePt t="163399" x="8048625" y="4730750"/>
          <p14:tracePt t="163426" x="7823200" y="4779963"/>
          <p14:tracePt t="163446" x="7685088" y="4792663"/>
          <p14:tracePt t="163471" x="7448550" y="4792663"/>
          <p14:tracePt t="163492" x="7235825" y="4779963"/>
          <p14:tracePt t="163518" x="7021513" y="4679950"/>
          <p14:tracePt t="163545" x="6821488" y="4518025"/>
          <p14:tracePt t="163571" x="6784975" y="4405313"/>
          <p14:tracePt t="163598" x="6772275" y="4330700"/>
          <p14:tracePt t="163626" x="6772275" y="4267200"/>
          <p14:tracePt t="163647" x="6772275" y="4241800"/>
          <p14:tracePt t="163676" x="6772275" y="4230688"/>
          <p14:tracePt t="163701" x="6772275" y="4205288"/>
          <p14:tracePt t="163727" x="6772275" y="4179888"/>
          <p14:tracePt t="163746" x="6772275" y="4167188"/>
          <p14:tracePt t="163769" x="6784975" y="4167188"/>
          <p14:tracePt t="163798" x="6797675" y="4154488"/>
          <p14:tracePt t="163823" x="6808788" y="4129088"/>
          <p14:tracePt t="163844" x="6821488" y="4105275"/>
          <p14:tracePt t="163868" x="6859588" y="4092575"/>
          <p14:tracePt t="163897" x="6921500" y="4067175"/>
          <p14:tracePt t="163924" x="6985000" y="4029075"/>
          <p14:tracePt t="163946" x="7034213" y="3992563"/>
          <p14:tracePt t="163971" x="7097713" y="3929063"/>
          <p14:tracePt t="163998" x="7134225" y="3905250"/>
          <p14:tracePt t="164146" x="7146925" y="3905250"/>
          <p14:tracePt t="164198" x="7197725" y="3867150"/>
          <p14:tracePt t="164221" x="7197725" y="3854450"/>
          <p14:tracePt t="164244" x="7235825" y="3816350"/>
          <p14:tracePt t="164265" x="7259638" y="3816350"/>
          <p14:tracePt t="164299" x="7297738" y="3803650"/>
          <p14:tracePt t="164323" x="7348538" y="3792538"/>
          <p14:tracePt t="164347" x="7385050" y="3779838"/>
          <p14:tracePt t="164369" x="7423150" y="3779838"/>
          <p14:tracePt t="164401" x="7485063" y="3767138"/>
          <p14:tracePt t="164423" x="7535863" y="3767138"/>
          <p14:tracePt t="164446" x="7610475" y="3767138"/>
          <p14:tracePt t="164467" x="7685088" y="3767138"/>
          <p14:tracePt t="164497" x="7761288" y="3767138"/>
          <p14:tracePt t="164522" x="7835900" y="3767138"/>
          <p14:tracePt t="164544" x="7910513" y="3803650"/>
          <p14:tracePt t="164545" x="7974013" y="3829050"/>
          <p14:tracePt t="164565" x="8035925" y="3879850"/>
          <p14:tracePt t="164594" x="8186738" y="3992563"/>
          <p14:tracePt t="164617" x="8274050" y="4054475"/>
          <p14:tracePt t="164645" x="8324850" y="4129088"/>
          <p14:tracePt t="164665" x="8361363" y="4205288"/>
          <p14:tracePt t="164697" x="8399463" y="4241800"/>
          <p14:tracePt t="164717" x="8399463" y="4267200"/>
          <p14:tracePt t="164778" x="8412163" y="4392613"/>
          <p14:tracePt t="164806" x="8412163" y="4443413"/>
          <p14:tracePt t="164833" x="8412163" y="4505325"/>
          <p14:tracePt t="164879" x="8412163" y="4543425"/>
          <p14:tracePt t="164904" x="8386763" y="4592638"/>
          <p14:tracePt t="164930" x="8361363" y="4618038"/>
          <p14:tracePt t="164949" x="8348663" y="4630738"/>
          <p14:tracePt t="164976" x="8324850" y="4643438"/>
          <p14:tracePt t="164977" x="8286750" y="4667250"/>
          <p14:tracePt t="165003" x="8223250" y="4679950"/>
          <p14:tracePt t="165030" x="8123238" y="4692650"/>
          <p14:tracePt t="165051" x="7999413" y="4705350"/>
          <p14:tracePt t="165077" x="7886700" y="4730750"/>
          <p14:tracePt t="165103" x="7773988" y="4756150"/>
          <p14:tracePt t="165130" x="7610475" y="4756150"/>
          <p14:tracePt t="165150" x="7523163" y="4756150"/>
          <p14:tracePt t="165178" x="7372350" y="4756150"/>
          <p14:tracePt t="165203" x="7285038" y="4756150"/>
          <p14:tracePt t="165228" x="7235825" y="4756150"/>
          <p14:tracePt t="165249" x="7197725" y="4756150"/>
          <p14:tracePt t="165276" x="7172325" y="4756150"/>
          <p14:tracePt t="165301" x="7146925" y="4730750"/>
          <p14:tracePt t="165329" x="7110413" y="4718050"/>
          <p14:tracePt t="165348" x="7097713" y="4692650"/>
          <p14:tracePt t="165418" x="7085013" y="4692650"/>
          <p14:tracePt t="165489" x="7072313" y="4679950"/>
          <p14:tracePt t="165513" x="7059613" y="4656138"/>
          <p14:tracePt t="165581" x="7046913" y="4630738"/>
          <p14:tracePt t="165605" x="7046913" y="4618038"/>
          <p14:tracePt t="165656" x="7046913" y="4592638"/>
          <p14:tracePt t="165700" x="7046913" y="4579938"/>
          <p14:tracePt t="165989" x="7046913" y="4554538"/>
          <p14:tracePt t="166007" x="7059613" y="4543425"/>
          <p14:tracePt t="166031" x="7085013" y="4530725"/>
          <p14:tracePt t="166056" x="7097713" y="4505325"/>
          <p14:tracePt t="166057" x="7110413" y="4505325"/>
          <p14:tracePt t="166081" x="7146925" y="4492625"/>
          <p14:tracePt t="166100" x="7185025" y="4454525"/>
          <p14:tracePt t="166126" x="7235825" y="4379913"/>
          <p14:tracePt t="166145" x="7335838" y="4305300"/>
          <p14:tracePt t="166168" x="7448550" y="4267200"/>
          <p14:tracePt t="166197" x="7635875" y="4267200"/>
          <p14:tracePt t="166223" x="7999413" y="4379913"/>
          <p14:tracePt t="166248" x="8374063" y="4618038"/>
          <p14:tracePt t="166270" x="8763000" y="4992688"/>
          <p14:tracePt t="166293" x="8986838" y="5381625"/>
          <p14:tracePt t="166314" x="9063038" y="5707063"/>
          <p14:tracePt t="166337" x="9063038" y="5894388"/>
          <p14:tracePt t="166362" x="9050338" y="5907088"/>
          <p14:tracePt t="166386" x="9012238" y="5932488"/>
          <p14:tracePt t="166409" x="8950325" y="5932488"/>
          <p14:tracePt t="166433" x="8786813" y="5932488"/>
          <p14:tracePt t="166461" x="8612188" y="5919788"/>
          <p14:tracePt t="166484" x="8461375" y="5856288"/>
          <p14:tracePt t="166506" x="8324850" y="5807075"/>
          <p14:tracePt t="166528" x="8186738" y="5768975"/>
          <p14:tracePt t="166551" x="8099425" y="5743575"/>
          <p14:tracePt t="166572" x="8010525" y="5719763"/>
          <p14:tracePt t="166602" x="7961313" y="5694363"/>
          <p14:tracePt t="166629" x="7935913" y="5668963"/>
          <p14:tracePt t="166658" x="7910513" y="5619750"/>
          <p14:tracePt t="166678" x="7910513" y="5594350"/>
          <p14:tracePt t="166700" x="7910513" y="5568950"/>
          <p14:tracePt t="166719" x="7910513" y="5556250"/>
          <p14:tracePt t="166854" x="7910513" y="5543550"/>
          <p14:tracePt t="166874" x="7874000" y="5543550"/>
          <p14:tracePt t="166899" x="7773988" y="5543550"/>
          <p14:tracePt t="166919" x="7710488" y="5543550"/>
          <p14:tracePt t="166921" x="7685088" y="5530850"/>
          <p14:tracePt t="166946" x="7585075" y="5494338"/>
          <p14:tracePt t="166968" x="7497763" y="5407025"/>
          <p14:tracePt t="166998" x="7372350" y="5268913"/>
          <p14:tracePt t="167019" x="7285038" y="5143500"/>
          <p14:tracePt t="167050" x="7172325" y="4956175"/>
          <p14:tracePt t="167071" x="7159625" y="4892675"/>
          <p14:tracePt t="167097" x="7123113" y="4779963"/>
          <p14:tracePt t="167116" x="7123113" y="4705350"/>
          <p14:tracePt t="167145" x="7123113" y="4605338"/>
          <p14:tracePt t="167191" x="7123113" y="4443413"/>
          <p14:tracePt t="167211" x="7246938" y="4305300"/>
          <p14:tracePt t="167236" x="7510463" y="4141788"/>
          <p14:tracePt t="167255" x="7735888" y="4054475"/>
          <p14:tracePt t="167278" x="7874000" y="4017963"/>
          <p14:tracePt t="167307" x="7999413" y="4005263"/>
          <p14:tracePt t="167333" x="8086725" y="4005263"/>
          <p14:tracePt t="167354" x="8299450" y="4067175"/>
          <p14:tracePt t="167378" x="8637588" y="4279900"/>
          <p14:tracePt t="167407" x="9012238" y="4567238"/>
          <p14:tracePt t="167434" x="9288463" y="4930775"/>
          <p14:tracePt t="167459" x="9363075" y="5092700"/>
          <p14:tracePt t="167484" x="9363075" y="5230813"/>
          <p14:tracePt t="167502" x="9337675" y="5330825"/>
          <p14:tracePt t="167530" x="8999538" y="5543550"/>
          <p14:tracePt t="167557" x="8612188" y="5694363"/>
          <p14:tracePt t="167581" x="8174038" y="5756275"/>
          <p14:tracePt t="167601" x="7935913" y="5768975"/>
          <p14:tracePt t="167630" x="7723188" y="5732463"/>
          <p14:tracePt t="167650" x="7597775" y="5594350"/>
          <p14:tracePt t="167673" x="7523163" y="5418138"/>
          <p14:tracePt t="167700" x="7472363" y="5143500"/>
          <p14:tracePt t="167725" x="7472363" y="4843463"/>
          <p14:tracePt t="167748" x="7485063" y="4592638"/>
          <p14:tracePt t="167771" x="7510463" y="4379913"/>
          <p14:tracePt t="167796" x="7535863" y="4279900"/>
          <p14:tracePt t="167820" x="7585075" y="4167188"/>
          <p14:tracePt t="167848" x="7673975" y="4079875"/>
          <p14:tracePt t="167849" x="7685088" y="4067175"/>
          <p14:tracePt t="167877" x="7848600" y="4029075"/>
          <p14:tracePt t="167904" x="8048625" y="4029075"/>
          <p14:tracePt t="167931" x="8148638" y="4029075"/>
          <p14:tracePt t="167963" x="8235950" y="4054475"/>
          <p14:tracePt t="167988" x="8286750" y="4092575"/>
          <p14:tracePt t="168007" x="8374063" y="4167188"/>
          <p14:tracePt t="168031" x="8474075" y="4279900"/>
          <p14:tracePt t="168051" x="8561388" y="4379913"/>
          <p14:tracePt t="168075" x="8599488" y="4430713"/>
          <p14:tracePt t="168106" x="8624888" y="4505325"/>
          <p14:tracePt t="168131" x="8637588" y="4554538"/>
          <p14:tracePt t="168151" x="8637588" y="4579938"/>
          <p14:tracePt t="168153" x="8637588" y="4592638"/>
          <p14:tracePt t="168176" x="8637588" y="4618038"/>
          <p14:tracePt t="168942" x="8637588" y="4630738"/>
          <p14:tracePt t="168961" x="8637588" y="4643438"/>
          <p14:tracePt t="168985" x="8624888" y="4656138"/>
          <p14:tracePt t="169223" x="8624888" y="4667250"/>
          <p14:tracePt t="169243" x="8599488" y="4679950"/>
          <p14:tracePt t="169264" x="8586788" y="4692650"/>
          <p14:tracePt t="169287" x="8574088" y="4705350"/>
          <p14:tracePt t="169290" x="8561388" y="4705350"/>
          <p14:tracePt t="169315" x="8548688" y="4730750"/>
          <p14:tracePt t="169342" x="8548688" y="4743450"/>
          <p14:tracePt t="169361" x="8537575" y="4768850"/>
          <p14:tracePt t="169386" x="8537575" y="4805363"/>
          <p14:tracePt t="169412" x="8537575" y="4818063"/>
          <p14:tracePt t="169438" x="8537575" y="4856163"/>
          <p14:tracePt t="169458" x="8537575" y="4892675"/>
          <p14:tracePt t="169483" x="8548688" y="4930775"/>
          <p14:tracePt t="169511" x="8561388" y="4968875"/>
          <p14:tracePt t="169538" x="8561388" y="5005388"/>
          <p14:tracePt t="169563" x="8561388" y="5030788"/>
          <p14:tracePt t="169588" x="8561388" y="5068888"/>
          <p14:tracePt t="169608" x="8561388" y="5105400"/>
          <p14:tracePt t="169637" x="8561388" y="5156200"/>
          <p14:tracePt t="169665" x="8561388" y="5218113"/>
          <p14:tracePt t="169690" x="8561388" y="5243513"/>
          <p14:tracePt t="169710" x="8561388" y="5268913"/>
          <p14:tracePt t="169737" x="8561388" y="5281613"/>
          <p14:tracePt t="169977" x="8548688" y="5294313"/>
          <p14:tracePt t="170022" x="8524875" y="5281613"/>
          <p14:tracePt t="170050" x="8499475" y="5268913"/>
          <p14:tracePt t="170076" x="8486775" y="5243513"/>
          <p14:tracePt t="170099" x="8474075" y="5205413"/>
          <p14:tracePt t="170124" x="8474075" y="5156200"/>
          <p14:tracePt t="170150" x="8474075" y="5118100"/>
          <p14:tracePt t="170176" x="8474075" y="5081588"/>
          <p14:tracePt t="170202" x="8474075" y="5043488"/>
          <p14:tracePt t="170225" x="8474075" y="5005388"/>
          <p14:tracePt t="170314" x="8474075" y="4992688"/>
          <p14:tracePt t="170338" x="8474075" y="4981575"/>
          <p14:tracePt t="170364" x="8474075" y="4968875"/>
          <p14:tracePt t="170388" x="8474075" y="4956175"/>
          <p14:tracePt t="170548" x="8461375" y="4930775"/>
          <p14:tracePt t="170721" x="8448675" y="4918075"/>
          <p14:tracePt t="170921" x="8448675" y="4905375"/>
          <p14:tracePt t="171031" x="8448675" y="4892675"/>
          <p14:tracePt t="171082" x="8448675" y="4879975"/>
          <p14:tracePt t="171187" x="8435975" y="4868863"/>
          <p14:tracePt t="171643" x="8448675" y="4968875"/>
          <p14:tracePt t="171665" x="8474075" y="5030788"/>
          <p14:tracePt t="171691" x="8486775" y="5081588"/>
          <p14:tracePt t="171719" x="8499475" y="5143500"/>
          <p14:tracePt t="171721" x="8499475" y="5156200"/>
          <p14:tracePt t="171753" x="8512175" y="5205413"/>
          <p14:tracePt t="171773" x="8512175" y="5218113"/>
          <p14:tracePt t="171800" x="8512175" y="5230813"/>
          <p14:tracePt t="171819" x="8512175" y="5243513"/>
          <p14:tracePt t="171847" x="8512175" y="5256213"/>
          <p14:tracePt t="171896" x="8512175" y="5268913"/>
          <p14:tracePt t="171926" x="8512175" y="5281613"/>
          <p14:tracePt t="171957" x="8499475" y="5294313"/>
          <p14:tracePt t="172004" x="8435975" y="5330825"/>
          <p14:tracePt t="172031" x="8424863" y="5343525"/>
          <p14:tracePt t="172066" x="8412163" y="5356225"/>
          <p14:tracePt t="172090" x="8399463" y="5368925"/>
          <p14:tracePt t="172120" x="8399463" y="5394325"/>
          <p14:tracePt t="172152" x="8399463" y="5407025"/>
          <p14:tracePt t="172178" x="8399463" y="5418138"/>
          <p14:tracePt t="172311" x="8399463" y="5430838"/>
          <p14:tracePt t="172357" x="8386763" y="5430838"/>
          <p14:tracePt t="172377" x="8386763" y="5418138"/>
          <p14:tracePt t="172427" x="8386763" y="5407025"/>
          <p14:tracePt t="172452" x="8374063" y="5407025"/>
          <p14:tracePt t="172498" x="8374063" y="5394325"/>
          <p14:tracePt t="172518" x="8361363" y="5394325"/>
          <p14:tracePt t="172545" x="8348663" y="5394325"/>
          <p14:tracePt t="172571" x="8335963" y="5394325"/>
          <p14:tracePt t="172613" x="8324850" y="5394325"/>
          <p14:tracePt t="172668" x="8312150" y="5381625"/>
          <p14:tracePt t="172924" x="8299450" y="5368925"/>
          <p14:tracePt t="172950" x="8299450" y="5356225"/>
          <p14:tracePt t="172976" x="8286750" y="5330825"/>
          <p14:tracePt t="172977" x="8286750" y="5318125"/>
          <p14:tracePt t="173021" x="8286750" y="5305425"/>
          <p14:tracePt t="173602" x="8286750" y="5294313"/>
          <p14:tracePt t="173938" x="8274050" y="5281613"/>
          <p14:tracePt t="173985" x="8274050" y="5243513"/>
          <p14:tracePt t="174010" x="8274050" y="5218113"/>
          <p14:tracePt t="174059" x="8274050" y="5205413"/>
          <p14:tracePt t="175212" x="8248650" y="5205413"/>
          <p14:tracePt t="175230" x="8212138" y="5218113"/>
          <p14:tracePt t="175256" x="8099425" y="5230813"/>
          <p14:tracePt t="175279" x="8048625" y="5230813"/>
          <p14:tracePt t="175305" x="7948613" y="5256213"/>
          <p14:tracePt t="176002" x="7886700" y="5256213"/>
          <p14:tracePt t="176021" x="7848600" y="5256213"/>
          <p14:tracePt t="176044" x="7797800" y="5281613"/>
          <p14:tracePt t="176071" x="7748588" y="5294313"/>
          <p14:tracePt t="176094" x="7697788" y="5305425"/>
          <p14:tracePt t="176117" x="7635875" y="5305425"/>
          <p14:tracePt t="176139" x="7597775" y="5305425"/>
          <p14:tracePt t="176163" x="7535863" y="5294313"/>
          <p14:tracePt t="176186" x="7435850" y="5243513"/>
          <p14:tracePt t="176211" x="7385050" y="5205413"/>
          <p14:tracePt t="176234" x="7359650" y="5194300"/>
          <p14:tracePt t="176259" x="7335838" y="5181600"/>
          <p14:tracePt t="176288" x="7310438" y="5143500"/>
          <p14:tracePt t="176289" x="7310438" y="5130800"/>
          <p14:tracePt t="176314" x="7272338" y="5068888"/>
          <p14:tracePt t="176337" x="7197725" y="4956175"/>
          <p14:tracePt t="176367" x="7146925" y="4856163"/>
          <p14:tracePt t="176369" x="7146925" y="4818063"/>
          <p14:tracePt t="176393" x="7123113" y="4743450"/>
          <p14:tracePt t="176416" x="7123113" y="4618038"/>
          <p14:tracePt t="176441" x="7134225" y="4518025"/>
          <p14:tracePt t="176469" x="7172325" y="4467225"/>
          <p14:tracePt t="176498" x="7246938" y="4367213"/>
          <p14:tracePt t="176521" x="7323138" y="4267200"/>
          <p14:tracePt t="176548" x="7472363" y="4179888"/>
          <p14:tracePt t="176576" x="7535863" y="4154488"/>
          <p14:tracePt t="176601" x="7561263" y="4154488"/>
          <p14:tracePt t="176624" x="7585075" y="4129088"/>
          <p14:tracePt t="176653" x="7610475" y="4117975"/>
          <p14:tracePt t="176681" x="7723188" y="4117975"/>
          <p14:tracePt t="176707" x="7773988" y="4117975"/>
          <p14:tracePt t="176728" x="7823200" y="4117975"/>
          <p14:tracePt t="176760" x="7910513" y="4154488"/>
          <p14:tracePt t="176761" x="7923213" y="4167188"/>
          <p14:tracePt t="176789" x="8035925" y="4279900"/>
          <p14:tracePt t="176820" x="8212138" y="4518025"/>
          <p14:tracePt t="176845" x="8324850" y="4679950"/>
          <p14:tracePt t="176877" x="8435975" y="4879975"/>
          <p14:tracePt t="176898" x="8474075" y="4968875"/>
          <p14:tracePt t="176926" x="8512175" y="5056188"/>
          <p14:tracePt t="176947" x="8512175" y="5130800"/>
          <p14:tracePt t="176979" x="8499475" y="5205413"/>
          <p14:tracePt t="176998" x="8474075" y="5230813"/>
          <p14:tracePt t="177026" x="8374063" y="5268913"/>
          <p14:tracePt t="177049" x="8286750" y="5305425"/>
          <p14:tracePt t="177080" x="8174038" y="5305425"/>
          <p14:tracePt t="177108" x="8110538" y="5305425"/>
          <p14:tracePt t="177133" x="8035925" y="5305425"/>
          <p14:tracePt t="177158" x="7961313" y="5305425"/>
          <p14:tracePt t="177189" x="7897813" y="5305425"/>
          <p14:tracePt t="177215" x="7874000" y="5305425"/>
          <p14:tracePt t="177237" x="7835900" y="5294313"/>
          <p14:tracePt t="177264" x="7823200" y="5281613"/>
          <p14:tracePt t="177290" x="7810500" y="5268913"/>
          <p14:tracePt t="177315" x="7810500" y="5243513"/>
          <p14:tracePt t="177338" x="7810500" y="5194300"/>
          <p14:tracePt t="177365" x="7810500" y="5056188"/>
          <p14:tracePt t="177391" x="7861300" y="4930775"/>
          <p14:tracePt t="177394" x="7874000" y="4905375"/>
          <p14:tracePt t="177416" x="7897813" y="4868863"/>
          <p14:tracePt t="177439" x="7923213" y="4843463"/>
          <p14:tracePt t="177463" x="7948613" y="4818063"/>
          <p14:tracePt t="177489" x="7999413" y="4805363"/>
          <p14:tracePt t="177514" x="8035925" y="4779963"/>
          <p14:tracePt t="177536" x="8061325" y="4779963"/>
          <p14:tracePt t="177565" x="8086725" y="4768850"/>
          <p14:tracePt t="177588" x="8148638" y="4768850"/>
          <p14:tracePt t="177612" x="8212138" y="4792663"/>
          <p14:tracePt t="177635" x="8274050" y="4843463"/>
          <p14:tracePt t="177660" x="8324850" y="4868863"/>
          <p14:tracePt t="177688" x="8361363" y="4905375"/>
          <p14:tracePt t="177713" x="8374063" y="4918075"/>
          <p14:tracePt t="177736" x="8374063" y="4930775"/>
          <p14:tracePt t="177765" x="8386763" y="4930775"/>
          <p14:tracePt t="177810" x="8399463" y="4943475"/>
          <p14:tracePt t="177921" x="8399463" y="4956175"/>
          <p14:tracePt t="177972" x="8399463" y="4968875"/>
          <p14:tracePt t="177994" x="8412163" y="4992688"/>
          <p14:tracePt t="178252" x="8412163" y="5030788"/>
          <p14:tracePt t="178279" x="8424863" y="5068888"/>
          <p14:tracePt t="178325" x="8448675" y="5081588"/>
          <p14:tracePt t="178346" x="8448675" y="5092700"/>
          <p14:tracePt t="178606" x="8474075" y="5130800"/>
          <p14:tracePt t="178628" x="8574088" y="5281613"/>
          <p14:tracePt t="178653" x="8712200" y="5456238"/>
          <p14:tracePt t="178682" x="8837613" y="5607050"/>
          <p14:tracePt t="178709" x="8850313" y="5619750"/>
          <p14:tracePt t="178735" x="8863013" y="5630863"/>
          <p14:tracePt t="178762" x="8874125" y="5643563"/>
          <p14:tracePt t="178805" x="8874125" y="5681663"/>
          <p14:tracePt t="178834" x="8874125" y="5743575"/>
          <p14:tracePt t="178860" x="8874125" y="5756275"/>
          <p14:tracePt t="178880" x="8874125" y="5768975"/>
          <p14:tracePt t="178994" x="8863013" y="5781675"/>
          <p14:tracePt t="179217" x="8837613" y="5781675"/>
          <p14:tracePt t="179241" x="8763000" y="5781675"/>
          <p14:tracePt t="179267" x="8637588" y="5781675"/>
          <p14:tracePt t="179286" x="8574088" y="5781675"/>
          <p14:tracePt t="179311" x="8537575" y="5781675"/>
          <p14:tracePt t="179717" x="8499475" y="5781675"/>
          <p14:tracePt t="179736" x="8448675" y="5781675"/>
          <p14:tracePt t="179763" x="8399463" y="5781675"/>
          <p14:tracePt t="179787" x="8348663" y="5781675"/>
          <p14:tracePt t="179812" x="8335963" y="5781675"/>
          <p14:tracePt t="179832" x="8324850" y="5781675"/>
          <p14:tracePt t="179929" x="8324850" y="5794375"/>
          <p14:tracePt t="179981" x="8312150" y="5807075"/>
          <p14:tracePt t="180036" x="8312150" y="5819775"/>
          <p14:tracePt t="180058" x="8299450" y="5819775"/>
          <p14:tracePt t="180082" x="8286750" y="5819775"/>
          <p14:tracePt t="180132" x="8248650" y="5832475"/>
          <p14:tracePt t="180152" x="8235950" y="5832475"/>
          <p14:tracePt t="180153" x="8212138" y="5832475"/>
          <p14:tracePt t="180183" x="8135938" y="5832475"/>
          <p14:tracePt t="180204" x="8048625" y="5832475"/>
          <p14:tracePt t="180228" x="8023225" y="5832475"/>
          <p14:tracePt t="181183" x="8023225" y="5819775"/>
          <p14:tracePt t="181235" x="8212138" y="5794375"/>
          <p14:tracePt t="181257" x="8335963" y="5781675"/>
          <p14:tracePt t="181283" x="8424863" y="5743575"/>
          <p14:tracePt t="181303" x="8474075" y="5707063"/>
          <p14:tracePt t="181329" x="8499475" y="5594350"/>
          <p14:tracePt t="181350" x="8524875" y="5543550"/>
          <p14:tracePt t="181383" x="8537575" y="5494338"/>
          <p14:tracePt t="181404" x="8537575" y="5356225"/>
          <p14:tracePt t="181432" x="8561388" y="5218113"/>
          <p14:tracePt t="181453" x="8561388" y="5168900"/>
          <p14:tracePt t="181527" x="8561388" y="5156200"/>
          <p14:tracePt t="181547" x="8561388" y="5130800"/>
          <p14:tracePt t="181580" x="8561388" y="5092700"/>
          <p14:tracePt t="181626" x="8561388" y="5081588"/>
          <p14:tracePt t="181799" x="8537575" y="5081588"/>
          <p14:tracePt t="181800" x="8524875" y="5081588"/>
          <p14:tracePt t="181847" x="8486775" y="5081588"/>
          <p14:tracePt t="181898" x="8461375" y="5092700"/>
          <p14:tracePt t="181923" x="8448675" y="5168900"/>
          <p14:tracePt t="181947" x="8412163" y="5256213"/>
          <p14:tracePt t="181972" x="8348663" y="5356225"/>
          <p14:tracePt t="181999" x="8235950" y="5481638"/>
          <p14:tracePt t="182001" x="8212138" y="5518150"/>
          <p14:tracePt t="182027" x="8061325" y="5619750"/>
          <p14:tracePt t="182054" x="7835900" y="5719763"/>
          <p14:tracePt t="182079" x="7535863" y="5794375"/>
          <p14:tracePt t="182083" x="7410450" y="5807075"/>
          <p14:tracePt t="182106" x="7072313" y="5856288"/>
          <p14:tracePt t="182131" x="6884988" y="5856288"/>
          <p14:tracePt t="182155" x="6834188" y="5856288"/>
          <p14:tracePt t="182181" x="6784975" y="5807075"/>
          <p14:tracePt t="182207" x="6734175" y="5707063"/>
          <p14:tracePt t="182229" x="6708775" y="5594350"/>
          <p14:tracePt t="182253" x="6696075" y="5530850"/>
          <p14:tracePt t="182282" x="6696075" y="5368925"/>
          <p14:tracePt t="182308" x="6772275" y="5194300"/>
          <p14:tracePt t="182331" x="6834188" y="5105400"/>
          <p14:tracePt t="182355" x="6897688" y="5005388"/>
          <p14:tracePt t="182381" x="6959600" y="4930775"/>
          <p14:tracePt t="182408" x="7072313" y="4830763"/>
          <p14:tracePt t="182436" x="7323138" y="4692650"/>
          <p14:tracePt t="182461" x="7510463" y="4630738"/>
          <p14:tracePt t="182484" x="7648575" y="4579938"/>
          <p14:tracePt t="182509" x="7785100" y="4518025"/>
          <p14:tracePt t="182532" x="7910513" y="4492625"/>
          <p14:tracePt t="182557" x="7974013" y="4467225"/>
          <p14:tracePt t="182584" x="8023225" y="4467225"/>
          <p14:tracePt t="182608" x="8074025" y="4454525"/>
          <p14:tracePt t="182609" x="8086725" y="4454525"/>
          <p14:tracePt t="182633" x="8148638" y="4454525"/>
          <p14:tracePt t="182657" x="8212138" y="4479925"/>
          <p14:tracePt t="182689" x="8312150" y="4530725"/>
          <p14:tracePt t="182713" x="8374063" y="4579938"/>
          <p14:tracePt t="182742" x="8424863" y="4618038"/>
          <p14:tracePt t="182768" x="8461375" y="4692650"/>
          <p14:tracePt t="182789" x="8474075" y="4718050"/>
          <p14:tracePt t="182813" x="8512175" y="4768850"/>
          <p14:tracePt t="182835" x="8512175" y="4830763"/>
          <p14:tracePt t="182860" x="8512175" y="4856163"/>
          <p14:tracePt t="182889" x="8512175" y="4892675"/>
          <p14:tracePt t="182912" x="8512175" y="4918075"/>
          <p14:tracePt t="182914" x="8512175" y="4930775"/>
          <p14:tracePt t="182943" x="8512175" y="4981575"/>
          <p14:tracePt t="182970" x="8499475" y="4992688"/>
          <p14:tracePt t="182989" x="8486775" y="5018088"/>
          <p14:tracePt t="183012" x="8474075" y="5056188"/>
          <p14:tracePt t="183042" x="8448675" y="5092700"/>
          <p14:tracePt t="183069" x="8412163" y="5168900"/>
          <p14:tracePt t="183090" x="8335963" y="5256213"/>
          <p14:tracePt t="183113" x="8274050" y="5343525"/>
          <p14:tracePt t="183140" x="8199438" y="5443538"/>
          <p14:tracePt t="183164" x="8135938" y="5530850"/>
          <p14:tracePt t="183188" x="8123238" y="5568950"/>
          <p14:tracePt t="183212" x="8074025" y="5643563"/>
          <p14:tracePt t="183236" x="8048625" y="5681663"/>
          <p14:tracePt t="183260" x="8048625" y="5694363"/>
          <p14:tracePt t="183289" x="8035925" y="5707063"/>
          <p14:tracePt t="183697" x="8035925" y="5694363"/>
          <p14:tracePt t="183719" x="8035925" y="5681663"/>
          <p14:tracePt t="183750" x="8035925" y="5619750"/>
          <p14:tracePt t="183773" x="8010525" y="5556250"/>
          <p14:tracePt t="183796" x="7999413" y="5507038"/>
          <p14:tracePt t="183819" x="7986713" y="5468938"/>
          <p14:tracePt t="183849" x="7935913" y="5430838"/>
          <p14:tracePt t="183874" x="7886700" y="5368925"/>
          <p14:tracePt t="183897" x="7810500" y="5305425"/>
          <p14:tracePt t="183917" x="7761288" y="5268913"/>
          <p14:tracePt t="183951" x="7710488" y="5230813"/>
          <p14:tracePt t="183975" x="7685088" y="5218113"/>
          <p14:tracePt t="183998" x="7648575" y="5218113"/>
          <p14:tracePt t="184022" x="7597775" y="5218113"/>
          <p14:tracePt t="184045" x="7510463" y="5218113"/>
          <p14:tracePt t="184068" x="7423150" y="5218113"/>
          <p14:tracePt t="184075" x="7397750" y="5218113"/>
          <p14:tracePt t="184101" x="7359650" y="5218113"/>
          <p14:tracePt t="184129" x="7323138" y="5243513"/>
          <p14:tracePt t="184155" x="7285038" y="5281613"/>
          <p14:tracePt t="184183" x="7172325" y="5381625"/>
          <p14:tracePt t="184204" x="7097713" y="5443538"/>
          <p14:tracePt t="184229" x="7059613" y="5481638"/>
          <p14:tracePt t="184259" x="7034213" y="5518150"/>
          <p14:tracePt t="184286" x="7034213" y="5530850"/>
          <p14:tracePt t="184305" x="7034213" y="5543550"/>
          <p14:tracePt t="185964" x="7034213" y="5556250"/>
          <p14:tracePt t="185986" x="7046913" y="5556250"/>
          <p14:tracePt t="187189" x="7110413" y="5507038"/>
          <p14:tracePt t="187209" x="7146925" y="5443538"/>
          <p14:tracePt t="187235" x="7159625" y="5418138"/>
          <p14:tracePt t="187286" x="7172325" y="5407025"/>
          <p14:tracePt t="187354" x="7185025" y="5407025"/>
          <p14:tracePt t="187379" x="7197725" y="5430838"/>
          <p14:tracePt t="187403" x="7197725" y="5481638"/>
          <p14:tracePt t="187423" x="7210425" y="5518150"/>
          <p14:tracePt t="187457" x="7210425" y="5643563"/>
          <p14:tracePt t="187482" x="7134225" y="5719763"/>
          <p14:tracePt t="187505" x="7097713" y="5743575"/>
          <p14:tracePt t="187527" x="7046913" y="5756275"/>
          <p14:tracePt t="187561" x="6808788" y="5732463"/>
          <p14:tracePt t="187586" x="6708775" y="5668963"/>
          <p14:tracePt t="187609" x="6672263" y="5630863"/>
          <p14:tracePt t="187631" x="6646863" y="5619750"/>
          <p14:tracePt t="187633" x="6646863" y="5607050"/>
          <p14:tracePt t="187663" x="6634163" y="5568950"/>
          <p14:tracePt t="187690" x="6621463" y="5530850"/>
          <p14:tracePt t="187712" x="6608763" y="5507038"/>
          <p14:tracePt t="187713" x="6596063" y="5481638"/>
          <p14:tracePt t="187738" x="6596063" y="5430838"/>
          <p14:tracePt t="187766" x="6596063" y="5330825"/>
          <p14:tracePt t="187789" x="6596063" y="5256213"/>
          <p14:tracePt t="187812" x="6659563" y="5143500"/>
          <p14:tracePt t="187836" x="6746875" y="5092700"/>
          <p14:tracePt t="187866" x="6846888" y="5018088"/>
          <p14:tracePt t="187891" x="6972300" y="4968875"/>
          <p14:tracePt t="187914" x="7097713" y="4918075"/>
          <p14:tracePt t="187940" x="7146925" y="4892675"/>
          <p14:tracePt t="187954" x="7197725" y="4868863"/>
          <p14:tracePt t="187975" x="7223125" y="4856163"/>
          <p14:tracePt t="187977" x="7259638" y="4856163"/>
          <p14:tracePt t="188002" x="7348538" y="4818063"/>
          <p14:tracePt t="188023" x="7397750" y="4818063"/>
          <p14:tracePt t="188054" x="7523163" y="4818063"/>
          <p14:tracePt t="188076" x="7623175" y="4818063"/>
          <p14:tracePt t="188103" x="7685088" y="4868863"/>
          <p14:tracePt t="188124" x="7773988" y="4943475"/>
          <p14:tracePt t="188157" x="7823200" y="5056188"/>
          <p14:tracePt t="188180" x="7861300" y="5105400"/>
          <p14:tracePt t="188205" x="7886700" y="5143500"/>
          <p14:tracePt t="188226" x="7897813" y="5181600"/>
          <p14:tracePt t="188256" x="7910513" y="5230813"/>
          <p14:tracePt t="188279" x="7935913" y="5268913"/>
          <p14:tracePt t="188304" x="7948613" y="5356225"/>
          <p14:tracePt t="188325" x="7961313" y="5407025"/>
          <p14:tracePt t="188353" x="7961313" y="5456238"/>
          <p14:tracePt t="188376" x="7974013" y="5494338"/>
          <p14:tracePt t="188377" x="7974013" y="5507038"/>
          <p14:tracePt t="188402" x="7974013" y="5556250"/>
          <p14:tracePt t="188423" x="7974013" y="5594350"/>
          <p14:tracePt t="188455" x="7974013" y="5630863"/>
          <p14:tracePt t="188478" x="7974013" y="5668963"/>
          <p14:tracePt t="188504" x="7974013" y="5694363"/>
          <p14:tracePt t="188525" x="7974013" y="5707063"/>
          <p14:tracePt t="188556" x="7948613" y="5768975"/>
          <p14:tracePt t="188579" x="7935913" y="5794375"/>
          <p14:tracePt t="188604" x="7935913" y="5807075"/>
          <p14:tracePt t="188626" x="7910513" y="5832475"/>
          <p14:tracePt t="188655" x="7874000" y="5856288"/>
          <p14:tracePt t="188677" x="7823200" y="5881688"/>
          <p14:tracePt t="188706" x="7748588" y="5907088"/>
          <p14:tracePt t="188727" x="7723188" y="5932488"/>
          <p14:tracePt t="188759" x="7661275" y="5956300"/>
          <p14:tracePt t="188782" x="7623175" y="5994400"/>
          <p14:tracePt t="188806" x="7610475" y="5994400"/>
          <p14:tracePt t="189499" x="7572375" y="5994400"/>
          <p14:tracePt t="189517" x="7535863" y="5994400"/>
          <p14:tracePt t="189545" x="7472363" y="6007100"/>
          <p14:tracePt t="189569" x="7459663" y="6007100"/>
          <p14:tracePt t="189596" x="7448550" y="6019800"/>
          <p14:tracePt t="189751" x="7423150" y="6019800"/>
          <p14:tracePt t="189804" x="7397750" y="6007100"/>
          <p14:tracePt t="189825" x="7372350" y="6007100"/>
          <p14:tracePt t="189851" x="7335838" y="6007100"/>
          <p14:tracePt t="189870" x="7310438" y="5994400"/>
          <p14:tracePt t="189897" x="7285038" y="5994400"/>
          <p14:tracePt t="189916" x="7272338" y="5994400"/>
          <p14:tracePt t="189967" x="7259638" y="5994400"/>
          <p14:tracePt t="189992" x="7246938" y="5994400"/>
          <p14:tracePt t="189993" x="7235825" y="5994400"/>
          <p14:tracePt t="190060" x="7235825" y="5981700"/>
          <p14:tracePt t="190082" x="7197725" y="5956300"/>
          <p14:tracePt t="190118" x="7159625" y="5894388"/>
          <p14:tracePt t="190141" x="7110413" y="5807075"/>
          <p14:tracePt t="190166" x="7046913" y="5656263"/>
          <p14:tracePt t="190189" x="7021513" y="5507038"/>
          <p14:tracePt t="190219" x="6997700" y="5294313"/>
          <p14:tracePt t="190242" x="6997700" y="5194300"/>
          <p14:tracePt t="190265" x="7021513" y="5043488"/>
          <p14:tracePt t="190288" x="7046913" y="4992688"/>
          <p14:tracePt t="190311" x="7046913" y="4956175"/>
          <p14:tracePt t="190331" x="7046913" y="4943475"/>
          <p14:tracePt t="190364" x="7059613" y="4918075"/>
          <p14:tracePt t="190454" x="7097713" y="4868863"/>
          <p14:tracePt t="190474" x="7197725" y="4818063"/>
          <p14:tracePt t="190505" x="7385050" y="4718050"/>
          <p14:tracePt t="190551" x="7597775" y="4656138"/>
          <p14:tracePt t="190570" x="7761288" y="4630738"/>
          <p14:tracePt t="190599" x="7999413" y="4630738"/>
          <p14:tracePt t="190623" x="8186738" y="4630738"/>
          <p14:tracePt t="190650" x="8361363" y="4630738"/>
          <p14:tracePt t="190668" x="8399463" y="4630738"/>
          <p14:tracePt t="190697" x="8474075" y="4667250"/>
          <p14:tracePt t="190716" x="8512175" y="4705350"/>
          <p14:tracePt t="190741" x="8548688" y="4768850"/>
          <p14:tracePt t="190768" x="8599488" y="4830763"/>
          <p14:tracePt t="190769" x="8612188" y="4879975"/>
          <p14:tracePt t="190796" x="8637588" y="4943475"/>
          <p14:tracePt t="190821" x="8637588" y="5018088"/>
          <p14:tracePt t="190846" x="8637588" y="5081588"/>
          <p14:tracePt t="190866" x="8637588" y="5118100"/>
          <p14:tracePt t="190891" x="8637588" y="5143500"/>
          <p14:tracePt t="190918" x="8637588" y="5156200"/>
          <p14:tracePt t="190942" x="8637588" y="5181600"/>
          <p14:tracePt t="190964" x="8624888" y="5243513"/>
          <p14:tracePt t="190989" x="8599488" y="5305425"/>
          <p14:tracePt t="191010" x="8586788" y="5343525"/>
          <p14:tracePt t="191034" x="8561388" y="5368925"/>
          <p14:tracePt t="191064" x="8548688" y="5381625"/>
          <p14:tracePt t="191111" x="8524875" y="5394325"/>
          <p14:tracePt t="191159" x="8512175" y="5407025"/>
          <p14:tracePt t="191273" x="8486775" y="5407025"/>
          <p14:tracePt t="191322" x="8474075" y="5407025"/>
          <p14:tracePt t="191385" x="8461375" y="5407025"/>
          <p14:tracePt t="191407" x="8448675" y="5368925"/>
          <p14:tracePt t="191429" x="8435975" y="5294313"/>
          <p14:tracePt t="191456" x="8424863" y="5194300"/>
          <p14:tracePt t="191482" x="8399463" y="5092700"/>
          <p14:tracePt t="191505" x="8386763" y="5005388"/>
          <p14:tracePt t="191550" x="8361363" y="4879975"/>
          <p14:tracePt t="191574" x="8312150" y="4805363"/>
          <p14:tracePt t="191606" x="8274050" y="4743450"/>
          <p14:tracePt t="191627" x="8223250" y="4679950"/>
          <p14:tracePt t="191655" x="8186738" y="4656138"/>
          <p14:tracePt t="191676" x="8123238" y="4630738"/>
          <p14:tracePt t="191708" x="8023225" y="4592638"/>
          <p14:tracePt t="191732" x="7948613" y="4554538"/>
          <p14:tracePt t="191758" x="7874000" y="4518025"/>
          <p14:tracePt t="191777" x="7773988" y="4479925"/>
          <p14:tracePt t="191804" x="7661275" y="4467225"/>
          <p14:tracePt t="191825" x="7472363" y="4467225"/>
          <p14:tracePt t="191854" x="7235825" y="4492625"/>
          <p14:tracePt t="191879" x="7034213" y="4518025"/>
          <p14:tracePt t="191880" x="6959600" y="4518025"/>
          <p14:tracePt t="191906" x="6759575" y="4554538"/>
          <p14:tracePt t="191925" x="6708775" y="4554538"/>
          <p14:tracePt t="191958" x="6646863" y="4567238"/>
          <p14:tracePt t="191963" x="6634163" y="4567238"/>
          <p14:tracePt t="191984" x="6608763" y="4592638"/>
          <p14:tracePt t="192014" x="6584950" y="4605338"/>
          <p14:tracePt t="192035" x="6572250" y="4630738"/>
          <p14:tracePt t="192108" x="6559550" y="4643438"/>
          <p14:tracePt t="192152" x="6672263" y="4667250"/>
          <p14:tracePt t="192171" x="6834188" y="4667250"/>
          <p14:tracePt t="192198" x="7210425" y="4543425"/>
          <p14:tracePt t="192218" x="7448550" y="4392613"/>
          <p14:tracePt t="192246" x="7535863" y="4267200"/>
          <p14:tracePt t="192271" x="7572375" y="4192588"/>
          <p14:tracePt t="192296" x="7585075" y="4154488"/>
          <p14:tracePt t="192675" x="7585075" y="4141788"/>
          <p14:tracePt t="193186" x="7548563" y="4141788"/>
          <p14:tracePt t="193213" x="7497763" y="4154488"/>
          <p14:tracePt t="193238" x="7472363" y="4167188"/>
          <p14:tracePt t="193260" x="7459663" y="4167188"/>
          <p14:tracePt t="193284" x="7385050" y="4217988"/>
          <p14:tracePt t="193311" x="7323138" y="4254500"/>
          <p14:tracePt t="193337" x="7285038" y="4292600"/>
          <p14:tracePt t="193360" x="7246938" y="4330700"/>
          <p14:tracePt t="193385" x="7223125" y="4367213"/>
          <p14:tracePt t="193415" x="7159625" y="4443413"/>
          <p14:tracePt t="193440" x="7123113" y="4505325"/>
          <p14:tracePt t="193441" x="7123113" y="4518025"/>
          <p14:tracePt t="193463" x="7110413" y="4530725"/>
          <p14:tracePt t="193487" x="7097713" y="4543425"/>
          <p14:tracePt t="193513" x="7097713" y="4567238"/>
          <p14:tracePt t="193537" x="7072313" y="4592638"/>
          <p14:tracePt t="193559" x="7046913" y="4630738"/>
          <p14:tracePt t="193583" x="7021513" y="4656138"/>
          <p14:tracePt t="193610" x="6959600" y="4730750"/>
          <p14:tracePt t="193636" x="6910388" y="4768850"/>
          <p14:tracePt t="193659" x="6872288" y="4792663"/>
          <p14:tracePt t="193684" x="6846888" y="4805363"/>
          <p14:tracePt t="193733" x="6821488" y="4843463"/>
          <p14:tracePt t="193757" x="6797675" y="4879975"/>
          <p14:tracePt t="193783" x="6772275" y="4905375"/>
          <p14:tracePt t="193805" x="6746875" y="4930775"/>
          <p14:tracePt t="193832" x="6734175" y="4968875"/>
          <p14:tracePt t="193855" x="6721475" y="4968875"/>
          <p14:tracePt t="193880" x="6708775" y="4981575"/>
          <p14:tracePt t="193956" x="6672263" y="5030788"/>
          <p14:tracePt t="194003" x="6672263" y="5043488"/>
          <p14:tracePt t="194029" x="6672263" y="5056188"/>
          <p14:tracePt t="194057" x="6672263" y="5105400"/>
          <p14:tracePt t="194080" x="6659563" y="5118100"/>
          <p14:tracePt t="194081" x="6659563" y="5130800"/>
          <p14:tracePt t="194111" x="6659563" y="5156200"/>
          <p14:tracePt t="194131" x="6659563" y="5168900"/>
          <p14:tracePt t="194157" x="6659563" y="5181600"/>
          <p14:tracePt t="194315" x="6659563" y="5194300"/>
          <p14:tracePt t="194362" x="6659563" y="5243513"/>
          <p14:tracePt t="194381" x="6659563" y="5256213"/>
          <p14:tracePt t="194414" x="6659563" y="5281613"/>
          <p14:tracePt t="194461" x="6646863" y="5294313"/>
          <p14:tracePt t="194744" x="6646863" y="5305425"/>
          <p14:tracePt t="194875" x="6659563" y="5305425"/>
          <p14:tracePt t="194899" x="6672263" y="5318125"/>
          <p14:tracePt t="195052" x="6684963" y="5330825"/>
          <p14:tracePt t="195127" x="6684963" y="5368925"/>
          <p14:tracePt t="195148" x="6696075" y="5407025"/>
          <p14:tracePt t="195174" x="6734175" y="5468938"/>
          <p14:tracePt t="195195" x="6734175" y="5507038"/>
          <p14:tracePt t="195226" x="6759575" y="5518150"/>
          <p14:tracePt t="195249" x="6759575" y="5530850"/>
          <p14:tracePt t="196325" x="6772275" y="5530850"/>
          <p14:tracePt t="196623" x="6759575" y="5518150"/>
          <p14:tracePt t="196644" x="6746875" y="5494338"/>
          <p14:tracePt t="196670" x="6721475" y="5468938"/>
          <p14:tracePt t="196694" x="6708775" y="5443538"/>
          <p14:tracePt t="196725" x="6684963" y="5418138"/>
          <p14:tracePt t="196748" x="6672263" y="5394325"/>
          <p14:tracePt t="196794" x="6646863" y="5381625"/>
          <p14:tracePt t="196847" x="6634163" y="5368925"/>
          <p14:tracePt t="196894" x="6634163" y="5356225"/>
          <p14:tracePt t="196964" x="6608763" y="5318125"/>
          <p14:tracePt t="196988" x="6584950" y="5256213"/>
          <p14:tracePt t="197019" x="6584950" y="5243513"/>
          <p14:tracePt t="197038" x="6584950" y="5230813"/>
          <p14:tracePt t="197114" x="6596063" y="5230813"/>
          <p14:tracePt t="197135" x="6646863" y="5256213"/>
          <p14:tracePt t="197137" x="6646863" y="5268913"/>
          <p14:tracePt t="197333" x="6596063" y="5268913"/>
          <p14:tracePt t="197354" x="6546850" y="5268913"/>
          <p14:tracePt t="197380" x="6521450" y="5268913"/>
          <p14:tracePt t="197401" x="6496050" y="5268913"/>
          <p14:tracePt t="197449" x="6472238" y="5268913"/>
          <p14:tracePt t="197473" x="6472238" y="5294313"/>
          <p14:tracePt t="197497" x="6472238" y="5330825"/>
          <p14:tracePt t="197526" x="6496050" y="5381625"/>
          <p14:tracePt t="197549" x="6508750" y="5407025"/>
          <p14:tracePt t="197636" x="6508750" y="5418138"/>
          <p14:tracePt t="198218" x="6521450" y="5430838"/>
          <p14:tracePt t="198263" x="6572250" y="5407025"/>
          <p14:tracePt t="198282" x="6596063" y="5394325"/>
          <p14:tracePt t="198308" x="6608763" y="5381625"/>
          <p14:tracePt t="198333" x="6621463" y="5368925"/>
          <p14:tracePt t="198358" x="6634163" y="5356225"/>
          <p14:tracePt t="198382" x="6659563" y="5343525"/>
          <p14:tracePt t="198410" x="6684963" y="5318125"/>
          <p14:tracePt t="198429" x="6721475" y="5305425"/>
          <p14:tracePt t="198452" x="6746875" y="5268913"/>
          <p14:tracePt t="198475" x="6784975" y="5256213"/>
          <p14:tracePt t="198499" x="6808788" y="5230813"/>
          <p14:tracePt t="198824" x="6834188" y="5230813"/>
          <p14:tracePt t="198842" x="6846888" y="5230813"/>
          <p14:tracePt t="198869" x="6872288" y="5243513"/>
          <p14:tracePt t="198889" x="6884988" y="5243513"/>
          <p14:tracePt t="198940" x="6897688" y="5268913"/>
          <p14:tracePt t="198962" x="6910388" y="5268913"/>
          <p14:tracePt t="198984" x="6910388" y="5281613"/>
          <p14:tracePt t="199008" x="6910388" y="5294313"/>
          <p14:tracePt t="199009" x="6910388" y="5305425"/>
          <p14:tracePt t="199035" x="6910388" y="5343525"/>
          <p14:tracePt t="199097" x="6884988" y="5356225"/>
          <p14:tracePt t="199124" x="6834188" y="5381625"/>
          <p14:tracePt t="199147" x="6821488" y="5394325"/>
          <p14:tracePt t="199175" x="6797675" y="5394325"/>
          <p14:tracePt t="199199" x="6746875" y="5407025"/>
          <p14:tracePt t="199223" x="6696075" y="5407025"/>
          <p14:tracePt t="199246" x="6621463" y="5430838"/>
          <p14:tracePt t="199269" x="6546850" y="5430838"/>
          <p14:tracePt t="199291" x="6446838" y="5430838"/>
          <p14:tracePt t="199315" x="6359525" y="5430838"/>
          <p14:tracePt t="199342" x="6259513" y="5368925"/>
          <p14:tracePt t="199365" x="6196013" y="5305425"/>
          <p14:tracePt t="199388" x="6157913" y="5256213"/>
          <p14:tracePt t="199410" x="6121400" y="5168900"/>
          <p14:tracePt t="199441" x="6121400" y="5030788"/>
          <p14:tracePt t="199462" x="6121400" y="4968875"/>
          <p14:tracePt t="199489" x="6121400" y="4843463"/>
          <p14:tracePt t="199511" x="6121400" y="4805363"/>
          <p14:tracePt t="199513" x="6121400" y="4792663"/>
          <p14:tracePt t="199543" x="6121400" y="4743450"/>
          <p14:tracePt t="199568" x="6157913" y="4692650"/>
          <p14:tracePt t="199589" x="6196013" y="4679950"/>
          <p14:tracePt t="199614" x="6196013" y="4667250"/>
          <p14:tracePt t="200276" x="6170613" y="4768850"/>
          <p14:tracePt t="200294" x="6170613" y="4843463"/>
          <p14:tracePt t="200325" x="6170613" y="5030788"/>
          <p14:tracePt t="200344" x="6234113" y="5043488"/>
          <p14:tracePt t="200371" x="6359525" y="4968875"/>
          <p14:tracePt t="200390" x="6459538" y="4892675"/>
          <p14:tracePt t="200546" x="6383338" y="4818063"/>
          <p14:tracePt t="200571" x="6359525" y="4779963"/>
          <p14:tracePt t="200595" x="6334125" y="4756150"/>
          <p14:tracePt t="200620" x="6259513" y="4705350"/>
          <p14:tracePt t="200647" x="6157913" y="4705350"/>
          <p14:tracePt t="200670" x="6045200" y="4705350"/>
          <p14:tracePt t="200695" x="5957888" y="4718050"/>
          <p14:tracePt t="200720" x="5870575" y="4805363"/>
          <p14:tracePt t="200722" x="5870575" y="4843463"/>
          <p14:tracePt t="200747" x="5832475" y="4992688"/>
          <p14:tracePt t="200771" x="5832475" y="5194300"/>
          <p14:tracePt t="200793" x="5832475" y="5430838"/>
          <p14:tracePt t="200814" x="5870575" y="5581650"/>
          <p14:tracePt t="200843" x="5970588" y="5781675"/>
          <p14:tracePt t="200865" x="5995988" y="5832475"/>
          <p14:tracePt t="200889" x="5995988" y="5843588"/>
          <p14:tracePt t="201028" x="6008688" y="5843588"/>
          <p14:tracePt t="201075" x="6057900" y="5843588"/>
          <p14:tracePt t="201095" x="6108700" y="5843588"/>
          <p14:tracePt t="201121" x="6208713" y="5781675"/>
          <p14:tracePt t="201144" x="6246813" y="5781675"/>
          <p14:tracePt t="201168" x="6246813" y="5768975"/>
          <p14:tracePt t="201189" x="6259513" y="5756275"/>
          <p14:tracePt t="201571" x="6259513" y="5743575"/>
          <p14:tracePt t="202120" x="6259513" y="5732463"/>
          <p14:tracePt t="202121" x="6259513" y="5707063"/>
          <p14:tracePt t="202147" x="6259513" y="5668963"/>
          <p14:tracePt t="202173" x="6259513" y="5630863"/>
          <p14:tracePt t="202198" x="6259513" y="5607050"/>
          <p14:tracePt t="202326" x="6259513" y="5594350"/>
          <p14:tracePt t="202407" x="6259513" y="5581650"/>
          <p14:tracePt t="202833" x="6246813" y="5581650"/>
          <p14:tracePt t="202947" x="6221413" y="5581650"/>
          <p14:tracePt t="202970" x="6208713" y="5581650"/>
          <p14:tracePt t="203000" x="6196013" y="5581650"/>
          <p14:tracePt t="203024" x="6183313" y="5581650"/>
          <p14:tracePt t="203537" x="6170613" y="5581650"/>
          <p14:tracePt t="203555" x="6157913" y="5581650"/>
          <p14:tracePt t="203582" x="6134100" y="5581650"/>
          <p14:tracePt t="203732" x="6121400" y="5581650"/>
          <p14:tracePt t="203753" x="6108700" y="5581650"/>
          <p14:tracePt t="203824" x="6096000" y="5581650"/>
          <p14:tracePt t="203866" x="6083300" y="5581650"/>
          <p14:tracePt t="203943" x="6070600" y="5581650"/>
          <p14:tracePt t="203962" x="6057900" y="5594350"/>
          <p14:tracePt t="203989" x="6034088" y="5594350"/>
          <p14:tracePt t="204339" x="6021388" y="5594350"/>
          <p14:tracePt t="204386" x="5995988" y="5607050"/>
          <p14:tracePt t="204405" x="5983288" y="5619750"/>
          <p14:tracePt t="204757" x="5945188" y="5581650"/>
          <p14:tracePt t="204781" x="5945188" y="5507038"/>
          <p14:tracePt t="204805" x="5932488" y="5407025"/>
          <p14:tracePt t="204829" x="5932488" y="5318125"/>
          <p14:tracePt t="204858" x="5932488" y="5194300"/>
          <p14:tracePt t="204885" x="5945188" y="5081588"/>
          <p14:tracePt t="204915" x="5995988" y="4956175"/>
          <p14:tracePt t="204940" x="6045200" y="4868863"/>
          <p14:tracePt t="204994" x="6108700" y="4779963"/>
          <p14:tracePt t="205015" x="6134100" y="4768850"/>
          <p14:tracePt t="205042" x="6259513" y="4730750"/>
          <p14:tracePt t="205087" x="6434138" y="4718050"/>
          <p14:tracePt t="205107" x="6508750" y="4692650"/>
          <p14:tracePt t="205137" x="6584950" y="4679950"/>
          <p14:tracePt t="205158" x="6596063" y="4679950"/>
          <p14:tracePt t="205184" x="6646863" y="4679950"/>
          <p14:tracePt t="205206" x="6659563" y="4679950"/>
          <p14:tracePt t="205232" x="6672263" y="4679950"/>
          <p14:tracePt t="205256" x="6696075" y="4679950"/>
          <p14:tracePt t="205282" x="6734175" y="4679950"/>
          <p14:tracePt t="205307" x="6759575" y="4692650"/>
          <p14:tracePt t="205334" x="6784975" y="4730750"/>
          <p14:tracePt t="205353" x="6808788" y="4768850"/>
          <p14:tracePt t="205380" x="6821488" y="4805363"/>
          <p14:tracePt t="205405" x="6821488" y="4830763"/>
          <p14:tracePt t="205431" x="6846888" y="4843463"/>
          <p14:tracePt t="205472" x="6846888" y="4868863"/>
          <p14:tracePt t="205493" x="6846888" y="4905375"/>
          <p14:tracePt t="205518" x="6846888" y="4943475"/>
          <p14:tracePt t="205545" x="6846888" y="4981575"/>
          <p14:tracePt t="205568" x="6808788" y="5005388"/>
          <p14:tracePt t="205569" x="6759575" y="5043488"/>
          <p14:tracePt t="205591" x="6708775" y="5068888"/>
          <p14:tracePt t="205616" x="6559550" y="5130800"/>
          <p14:tracePt t="205648" x="6396038" y="5218113"/>
          <p14:tracePt t="205649" x="6370638" y="5243513"/>
          <p14:tracePt t="205673" x="6246813" y="5305425"/>
          <p14:tracePt t="205704" x="6170613" y="5343525"/>
          <p14:tracePt t="205731" x="6157913" y="5356225"/>
          <p14:tracePt t="205799" x="6146800" y="5368925"/>
          <p14:tracePt t="206336" x="6134100" y="5381625"/>
          <p14:tracePt t="206378" x="6121400" y="5394325"/>
          <p14:tracePt t="206569" x="6108700" y="5394325"/>
          <p14:tracePt t="206613" x="6096000" y="5418138"/>
          <p14:tracePt t="206642" x="6083300" y="5443538"/>
          <p14:tracePt t="206837" x="6083300" y="5456238"/>
          <p14:tracePt t="206881" x="6045200" y="5456238"/>
          <p14:tracePt t="206906" x="6021388" y="5468938"/>
          <p14:tracePt t="206933" x="5983288" y="5468938"/>
          <p14:tracePt t="206951" x="5970588" y="5468938"/>
          <p14:tracePt t="206952" x="5970588" y="5481638"/>
          <p14:tracePt t="207007" x="5957888" y="5494338"/>
          <p14:tracePt t="207031" x="5945188" y="5530850"/>
          <p14:tracePt t="207033" x="5945188" y="5543550"/>
          <p14:tracePt t="207058" x="5945188" y="5581650"/>
          <p14:tracePt t="207078" x="5945188" y="5619750"/>
          <p14:tracePt t="207108" x="5945188" y="5630863"/>
          <p14:tracePt t="207131" x="5945188" y="5643563"/>
          <p14:tracePt t="207216" x="5945188" y="5656263"/>
          <p14:tracePt t="207260" x="5957888" y="5656263"/>
          <p14:tracePt t="207313" x="5995988" y="5656263"/>
          <p14:tracePt t="207337" x="6008688" y="5656263"/>
          <p14:tracePt t="207398" x="6021388" y="5656263"/>
          <p14:tracePt t="207417" x="6070600" y="5656263"/>
          <p14:tracePt t="207448" x="6096000" y="5656263"/>
          <p14:tracePt t="207518" x="6108700" y="5656263"/>
          <p14:tracePt t="207626" x="6121400" y="5656263"/>
          <p14:tracePt t="207715" x="6134100" y="5643563"/>
          <p14:tracePt t="207760" x="6146800" y="5643563"/>
          <p14:tracePt t="208038" x="6157913" y="5630863"/>
          <p14:tracePt t="208496" x="6157913" y="5607050"/>
          <p14:tracePt t="208521" x="6157913" y="5594350"/>
          <p14:tracePt t="208545" x="6146800" y="5581650"/>
          <p14:tracePt t="208566" x="6134100" y="5581650"/>
          <p14:tracePt t="208590" x="6121400" y="5568950"/>
          <p14:tracePt t="208659" x="6108700" y="5556250"/>
          <p14:tracePt t="208897" x="6096000" y="5556250"/>
          <p14:tracePt t="208981" x="6083300" y="5556250"/>
          <p14:tracePt t="209026" x="6057900" y="5556250"/>
          <p14:tracePt t="209103" x="6034088" y="5556250"/>
          <p14:tracePt t="209152" x="6021388" y="5556250"/>
          <p14:tracePt t="209290" x="6008688" y="5556250"/>
          <p14:tracePt t="209454" x="5983288" y="5556250"/>
          <p14:tracePt t="209507" x="5932488" y="5556250"/>
          <p14:tracePt t="209553" x="5908675" y="5556250"/>
          <p14:tracePt t="209883" x="5883275" y="5556250"/>
          <p14:tracePt t="209909" x="5857875" y="5556250"/>
          <p14:tracePt t="209932" x="5845175" y="5556250"/>
          <p14:tracePt t="209953" x="5808663" y="5568950"/>
          <p14:tracePt t="209975" x="5795963" y="5568950"/>
          <p14:tracePt t="210005" x="5757863" y="5581650"/>
          <p14:tracePt t="210029" x="5745163" y="5581650"/>
          <p14:tracePt t="210057" x="5670550" y="5594350"/>
          <p14:tracePt t="210082" x="5619750" y="5630863"/>
          <p14:tracePt t="210109" x="5570538" y="5668963"/>
          <p14:tracePt t="210136" x="5532438" y="5707063"/>
          <p14:tracePt t="210158" x="5519738" y="5707063"/>
          <p14:tracePt t="210332" x="5507038" y="5707063"/>
          <p14:tracePt t="210442" x="5383213" y="5707063"/>
          <p14:tracePt t="210466" x="5232400" y="5732463"/>
          <p14:tracePt t="210489" x="5094288" y="5768975"/>
          <p14:tracePt t="210511" x="5032375" y="5794375"/>
          <p14:tracePt t="210534" x="4994275" y="5807075"/>
          <p14:tracePt t="210537" x="4981575" y="5807075"/>
          <p14:tracePt t="210665" x="4968875" y="5807075"/>
          <p14:tracePt t="210686" x="4956175" y="5807075"/>
          <p14:tracePt t="210756" x="4956175" y="5794375"/>
          <p14:tracePt t="210801" x="4932363" y="5756275"/>
          <p14:tracePt t="210859" x="4906963" y="5719763"/>
          <p14:tracePt t="210879" x="4881563" y="5707063"/>
          <p14:tracePt t="210906" x="4819650" y="5681663"/>
          <p14:tracePt t="210929" x="4743450" y="5668963"/>
          <p14:tracePt t="210954" x="4681538" y="5643563"/>
          <p14:tracePt t="210973" x="4643438" y="5643563"/>
          <p14:tracePt t="211002" x="4594225" y="5630863"/>
          <p14:tracePt t="211028" x="4556125" y="5630863"/>
          <p14:tracePt t="211142" x="4556125" y="5619750"/>
          <p14:tracePt t="211225" x="4568825" y="5607050"/>
          <p14:tracePt t="211252" x="4581525" y="5594350"/>
          <p14:tracePt t="211311" x="4594225" y="5568950"/>
          <p14:tracePt t="211391" x="4594225" y="5556250"/>
          <p14:tracePt t="211423" x="4594225" y="5530850"/>
          <p14:tracePt t="211455" x="4594225" y="5507038"/>
          <p14:tracePt t="211568" x="4594225" y="5494338"/>
          <p14:tracePt t="211703" x="4568825" y="5494338"/>
          <p14:tracePt t="211708" x="4556125" y="5494338"/>
          <p14:tracePt t="211799" x="4556125" y="5507038"/>
          <p14:tracePt t="212691" x="4581525" y="5507038"/>
          <p14:tracePt t="212736" x="4606925" y="5494338"/>
          <p14:tracePt t="212788" x="4630738" y="5494338"/>
          <p14:tracePt t="212812" x="4656138" y="5494338"/>
          <p14:tracePt t="212836" x="4668838" y="5494338"/>
          <p14:tracePt t="212859" x="4694238" y="5494338"/>
          <p14:tracePt t="212905" x="4706938" y="5494338"/>
          <p14:tracePt t="212928" x="4732338" y="5494338"/>
          <p14:tracePt t="213110" x="4743450" y="5494338"/>
          <p14:tracePt t="213129" x="4781550" y="5481638"/>
          <p14:tracePt t="213160" x="4794250" y="5456238"/>
          <p14:tracePt t="213182" x="4806950" y="5443538"/>
          <p14:tracePt t="213209" x="4856163" y="5430838"/>
          <p14:tracePt t="213228" x="4856163" y="5418138"/>
          <p14:tracePt t="213257" x="4868863" y="5394325"/>
          <p14:tracePt t="213304" x="4868863" y="5381625"/>
          <p14:tracePt t="213507" x="4894263" y="5343525"/>
          <p14:tracePt t="213526" x="4894263" y="5330825"/>
          <p14:tracePt t="213553" x="4894263" y="5305425"/>
          <p14:tracePt t="213577" x="4894263" y="5294313"/>
          <p14:tracePt t="214144" x="4881563" y="5305425"/>
          <p14:tracePt t="214218" x="4868863" y="5318125"/>
          <p14:tracePt t="214292" x="4843463" y="5330825"/>
          <p14:tracePt t="214316" x="4843463" y="5368925"/>
          <p14:tracePt t="214342" x="4843463" y="5456238"/>
          <p14:tracePt t="214373" x="4919663" y="5630863"/>
          <p14:tracePt t="214398" x="5019675" y="5743575"/>
          <p14:tracePt t="214422" x="5145088" y="5807075"/>
          <p14:tracePt t="214448" x="5281613" y="5881688"/>
          <p14:tracePt t="214449" x="5307013" y="5881688"/>
          <p14:tracePt t="214469" x="5383213" y="5894388"/>
          <p14:tracePt t="214493" x="5570538" y="5894388"/>
          <p14:tracePt t="214521" x="5957888" y="5743575"/>
          <p14:tracePt t="214548" x="6308725" y="5330825"/>
          <p14:tracePt t="214575" x="6521450" y="4856163"/>
          <p14:tracePt t="214600" x="6708775" y="4379913"/>
          <p14:tracePt t="214623" x="6759575" y="4167188"/>
          <p14:tracePt t="214650" x="6834188" y="3816350"/>
          <p14:tracePt t="214676" x="6872288" y="3679825"/>
          <p14:tracePt t="214705" x="6872288" y="3579813"/>
          <p14:tracePt t="214725" x="6872288" y="3503613"/>
          <p14:tracePt t="215270" x="6959600" y="3479800"/>
          <p14:tracePt t="215317" x="7097713" y="3403600"/>
          <p14:tracePt t="215339" x="7146925" y="3354388"/>
          <p14:tracePt t="215369" x="7235825" y="3254375"/>
          <p14:tracePt t="215415" x="7323138" y="3116263"/>
          <p14:tracePt t="215434" x="7359650" y="3054350"/>
          <p14:tracePt t="215463" x="7410450" y="3003550"/>
          <p14:tracePt t="215486" x="7472363" y="2978150"/>
          <p14:tracePt t="215513" x="7523163" y="2952750"/>
          <p14:tracePt t="215533" x="7548563" y="2928938"/>
          <p14:tracePt t="215559" x="7635875" y="2828925"/>
          <p14:tracePt t="215578" x="7697788" y="2490788"/>
          <p14:tracePt t="215604" x="7748588" y="1865313"/>
          <p14:tracePt t="215631" x="7735888" y="1401763"/>
          <p14:tracePt t="215658" x="7610475" y="950913"/>
          <p14:tracePt t="215677" x="7523163" y="788988"/>
          <p14:tracePt t="215705" x="7348538" y="463550"/>
          <p14:tracePt t="215731" x="7246938" y="312738"/>
          <p14:tracePt t="215758" x="7146925" y="225425"/>
          <p14:tracePt t="215782" x="7134225" y="200025"/>
          <p14:tracePt t="215914" x="7897813" y="2452688"/>
          <p14:tracePt t="215933" x="8048625" y="2790825"/>
          <p14:tracePt t="215959" x="8312150" y="3554413"/>
          <p14:tracePt t="215978" x="8512175" y="4029075"/>
          <p14:tracePt t="216003" x="8637588" y="4318000"/>
          <p14:tracePt t="216029" x="8712200" y="4467225"/>
          <p14:tracePt t="216057" x="8724900" y="4543425"/>
          <p14:tracePt t="216076" x="8724900" y="4618038"/>
          <p14:tracePt t="216102" x="8724900" y="4679950"/>
          <p14:tracePt t="216131" x="8712200" y="4805363"/>
          <p14:tracePt t="216159" x="8650288" y="4968875"/>
          <p14:tracePt t="216183" x="8435975" y="5230813"/>
          <p14:tracePt t="216206" x="8161338" y="5443538"/>
          <p14:tracePt t="216228" x="7910513" y="5568950"/>
          <p14:tracePt t="216253" x="7661275" y="5656263"/>
          <p14:tracePt t="216280" x="7485063" y="5707063"/>
          <p14:tracePt t="216281" x="7435850" y="5707063"/>
          <p14:tracePt t="216308" x="7359650" y="5707063"/>
          <p14:tracePt t="216328" x="7348538" y="5707063"/>
          <p14:tracePt t="216329" x="7323138" y="5707063"/>
          <p14:tracePt t="216353" x="7323138" y="5694363"/>
          <p14:tracePt t="216373" x="7310438" y="5668963"/>
          <p14:tracePt t="216395" x="7285038" y="5619750"/>
          <p14:tracePt t="216423" x="7259638" y="5581650"/>
          <p14:tracePt t="216425" x="7246938" y="5543550"/>
          <p14:tracePt t="216449" x="7235825" y="5494338"/>
          <p14:tracePt t="216473" x="7210425" y="5468938"/>
          <p14:tracePt t="216496" x="7185025" y="5443538"/>
          <p14:tracePt t="216523" x="7172325" y="5418138"/>
          <p14:tracePt t="216579" x="7159625" y="5418138"/>
          <p14:tracePt t="216630" x="7159625" y="5407025"/>
          <p14:tracePt t="216650" x="7146925" y="5407025"/>
          <p14:tracePt t="216698" x="7134225" y="5394325"/>
          <p14:tracePt t="216721" x="7134225" y="5381625"/>
          <p14:tracePt t="216744" x="7097713" y="5381625"/>
          <p14:tracePt t="216771" x="7085013" y="5381625"/>
          <p14:tracePt t="216794" x="7021513" y="5381625"/>
          <p14:tracePt t="216817" x="6946900" y="5381625"/>
          <p14:tracePt t="216839" x="6921500" y="5381625"/>
          <p14:tracePt t="216865" x="6872288" y="5381625"/>
          <p14:tracePt t="216890" x="6846888" y="5381625"/>
          <p14:tracePt t="216912" x="6797675" y="5394325"/>
          <p14:tracePt t="216939" x="6746875" y="5394325"/>
          <p14:tracePt t="216970" x="6684963" y="5418138"/>
          <p14:tracePt t="217018" x="6621463" y="5430838"/>
          <p14:tracePt t="217084" x="6608763" y="5430838"/>
          <p14:tracePt t="217146" x="6596063" y="5430838"/>
          <p14:tracePt t="217173" x="6584950" y="5418138"/>
          <p14:tracePt t="217299" x="6584950" y="5394325"/>
          <p14:tracePt t="217366" x="6584950" y="5381625"/>
          <p14:tracePt t="217450" x="6584950" y="5368925"/>
          <p14:tracePt t="217476" x="6584950" y="5343525"/>
          <p14:tracePt t="217540" x="6596063" y="5343525"/>
          <p14:tracePt t="217568" x="6596063" y="5330825"/>
          <p14:tracePt t="217591" x="6608763" y="5305425"/>
          <p14:tracePt t="217614" x="6634163" y="5305425"/>
          <p14:tracePt t="217660" x="6646863" y="5305425"/>
          <p14:tracePt t="217687" x="6646863" y="5294313"/>
          <p14:tracePt t="217733" x="6672263" y="5281613"/>
          <p14:tracePt t="217785" x="6684963" y="5268913"/>
          <p14:tracePt t="217893" x="6696075" y="5268913"/>
          <p14:tracePt t="217916" x="6696075" y="5305425"/>
          <p14:tracePt t="217940" x="6708775" y="5356225"/>
          <p14:tracePt t="217969" x="6734175" y="5456238"/>
          <p14:tracePt t="217997" x="6746875" y="5530850"/>
          <p14:tracePt t="218022" x="6772275" y="5581650"/>
          <p14:tracePt t="218045" x="6784975" y="5668963"/>
          <p14:tracePt t="218072" x="6808788" y="5743575"/>
          <p14:tracePt t="218073" x="6808788" y="5756275"/>
          <p14:tracePt t="218162" x="6808788" y="5768975"/>
          <p14:tracePt t="218186" x="6797675" y="5768975"/>
          <p14:tracePt t="218213" x="6734175" y="5743575"/>
          <p14:tracePt t="218235" x="6708775" y="5694363"/>
          <p14:tracePt t="218263" x="6696075" y="5668963"/>
          <p14:tracePt t="218289" x="6684963" y="5656263"/>
          <p14:tracePt t="218316" x="6672263" y="5607050"/>
          <p14:tracePt t="218337" x="6659563" y="5581650"/>
          <p14:tracePt t="218365" x="6659563" y="5556250"/>
          <p14:tracePt t="218390" x="6659563" y="5543550"/>
          <p14:tracePt t="218415" x="6646863" y="5530850"/>
          <p14:tracePt t="218437" x="6646863" y="5507038"/>
          <p14:tracePt t="218464" x="6646863" y="5418138"/>
          <p14:tracePt t="218492" x="6759575" y="5330825"/>
          <p14:tracePt t="218519" x="6997700" y="5205413"/>
          <p14:tracePt t="218538" x="7185025" y="5130800"/>
          <p14:tracePt t="218570" x="7259638" y="5092700"/>
          <p14:tracePt t="218571" x="7272338" y="5081588"/>
          <p14:tracePt t="218593" x="7335838" y="5056188"/>
          <p14:tracePt t="218619" x="7459663" y="5018088"/>
          <p14:tracePt t="218640" x="7572375" y="4992688"/>
          <p14:tracePt t="218669" x="7661275" y="4981575"/>
          <p14:tracePt t="218690" x="7697788" y="4981575"/>
          <p14:tracePt t="218719" x="7735888" y="4968875"/>
          <p14:tracePt t="218745" x="7748588" y="4968875"/>
          <p14:tracePt t="218775" x="7797800" y="4968875"/>
          <p14:tracePt t="218777" x="7835900" y="4981575"/>
          <p14:tracePt t="218797" x="7886700" y="5030788"/>
          <p14:tracePt t="218826" x="8061325" y="5156200"/>
          <p14:tracePt t="218846" x="8223250" y="5243513"/>
          <p14:tracePt t="218878" x="8435975" y="5407025"/>
          <p14:tracePt t="218902" x="8499475" y="5468938"/>
          <p14:tracePt t="218927" x="8512175" y="5530850"/>
          <p14:tracePt t="218951" x="8512175" y="5568950"/>
          <p14:tracePt t="218981" x="8512175" y="5630863"/>
          <p14:tracePt t="219031" x="8486775" y="5656263"/>
          <p14:tracePt t="219034" x="8461375" y="5656263"/>
          <p14:tracePt t="219054" x="8412163" y="5656263"/>
          <p14:tracePt t="219079" x="8312150" y="5656263"/>
          <p14:tracePt t="219103" x="8274050" y="5656263"/>
          <p14:tracePt t="219134" x="8186738" y="5556250"/>
          <p14:tracePt t="219157" x="8161338" y="5143500"/>
          <p14:tracePt t="219189" x="8161338" y="4392613"/>
          <p14:tracePt t="219213" x="8135938" y="4341813"/>
          <p14:tracePt t="219239" x="8135938" y="4241800"/>
          <p14:tracePt t="219266" x="8099425" y="3979863"/>
          <p14:tracePt t="219293" x="7923213" y="3667125"/>
          <p14:tracePt t="219318" x="7735888" y="3467100"/>
          <p14:tracePt t="219341" x="7648575" y="3403600"/>
          <p14:tracePt t="219367" x="7597775" y="3354388"/>
          <p14:tracePt t="219394" x="7572375" y="3354388"/>
          <p14:tracePt t="219546" x="7561263" y="3341688"/>
          <p14:tracePt t="219575" x="7561263" y="3328988"/>
          <p14:tracePt t="219598" x="7535863" y="3316288"/>
          <p14:tracePt t="220033" x="7459663" y="3254375"/>
          <p14:tracePt t="220053" x="7223125" y="3116263"/>
          <p14:tracePt t="220083" x="6872288" y="3128963"/>
          <p14:tracePt t="220103" x="6672263" y="3367088"/>
          <p14:tracePt t="220131" x="6346825" y="4305300"/>
          <p14:tracePt t="220151" x="6246813" y="4830763"/>
          <p14:tracePt t="220183" x="6246813" y="5507038"/>
          <p14:tracePt t="220203" x="6508750" y="6332538"/>
          <p14:tracePt t="220543" x="6521450" y="6345238"/>
          <p14:tracePt t="220571" x="6521450" y="5907088"/>
          <p14:tracePt t="220596" x="6521450" y="5594350"/>
          <p14:tracePt t="220623" x="6534150" y="5268913"/>
          <p14:tracePt t="220625" x="6559550" y="5194300"/>
          <p14:tracePt t="220644" x="6572250" y="5130800"/>
          <p14:tracePt t="220678" x="6572250" y="5018088"/>
          <p14:tracePt t="220700" x="6572250" y="4943475"/>
          <p14:tracePt t="220727" x="6572250" y="4930775"/>
          <p14:tracePt t="220795" x="6584950" y="4918075"/>
          <p14:tracePt t="220819" x="6634163" y="5043488"/>
          <p14:tracePt t="220843" x="6634163" y="5381625"/>
          <p14:tracePt t="220871" x="6608763" y="5681663"/>
          <p14:tracePt t="220874" x="6521450" y="5819775"/>
          <p14:tracePt t="220900" x="6396038" y="5956300"/>
          <p14:tracePt t="220923" x="6221413" y="6094413"/>
          <p14:tracePt t="220950" x="6134100" y="6094413"/>
          <p14:tracePt t="220981" x="5945188" y="5932488"/>
          <p14:tracePt t="221005" x="5883275" y="5668963"/>
          <p14:tracePt t="221032" x="5832475" y="5294313"/>
          <p14:tracePt t="221056" x="5832475" y="5143500"/>
          <p14:tracePt t="221057" x="5845175" y="5056188"/>
          <p14:tracePt t="221087" x="5932488" y="4905375"/>
          <p14:tracePt t="221113" x="6034088" y="4768850"/>
          <p14:tracePt t="221137" x="6283325" y="4756150"/>
          <p14:tracePt t="221163" x="6659563" y="4768850"/>
          <p14:tracePt t="221189" x="6997700" y="4905375"/>
          <p14:tracePt t="221214" x="7146925" y="5092700"/>
          <p14:tracePt t="221237" x="7246938" y="5268913"/>
          <p14:tracePt t="221261" x="7259638" y="5518150"/>
          <p14:tracePt t="221289" x="7134225" y="5956300"/>
          <p14:tracePt t="221313" x="6959600" y="6169025"/>
          <p14:tracePt t="221335" x="6696075" y="6269038"/>
          <p14:tracePt t="221358" x="6359525" y="6345238"/>
          <p14:tracePt t="221386" x="6034088" y="6319838"/>
          <p14:tracePt t="221410" x="5870575" y="6207125"/>
          <p14:tracePt t="221434" x="5770563" y="6081713"/>
          <p14:tracePt t="221457" x="5770563" y="5981700"/>
          <p14:tracePt t="221485" x="5770563" y="5932488"/>
          <p14:tracePt t="221511" x="5770563" y="5907088"/>
          <p14:tracePt t="221802" x="5770563" y="5868988"/>
          <p14:tracePt t="221826" x="5770563" y="5856288"/>
          <p14:tracePt t="221896" x="5745163" y="5856288"/>
          <p14:tracePt t="221898" x="5719763" y="5856288"/>
          <p14:tracePt t="221919" x="5657850" y="5856288"/>
          <p14:tracePt t="221921" x="5632450" y="5856288"/>
          <p14:tracePt t="221945" x="5407025" y="6081713"/>
          <p14:tracePt t="221971" x="5232400" y="6381750"/>
          <p14:tracePt t="222000" x="4781550" y="6745288"/>
          <p14:tracePt t="222024" x="4643438" y="6819900"/>
          <p14:tracePt t="222137" x="4017963" y="6532563"/>
          <p14:tracePt t="222168" x="4017963" y="6419850"/>
          <p14:tracePt t="222169" x="3979863" y="6370638"/>
          <p14:tracePt t="222189" x="3979863" y="6245225"/>
          <p14:tracePt t="222213" x="3968750" y="6045200"/>
          <p14:tracePt t="222236" x="3968750" y="5856288"/>
          <p14:tracePt t="222260" x="3979863" y="5719763"/>
          <p14:tracePt t="222289" x="4005263" y="5619750"/>
          <p14:tracePt t="222315" x="4117975" y="5507038"/>
          <p14:tracePt t="222339" x="4294188" y="5381625"/>
          <p14:tracePt t="222366" x="4468813" y="5343525"/>
          <p14:tracePt t="222394" x="4668838" y="5343525"/>
          <p14:tracePt t="222422" x="4806950" y="5407025"/>
          <p14:tracePt t="222444" x="4994275" y="5594350"/>
          <p14:tracePt t="222473" x="5132388" y="5819775"/>
          <p14:tracePt t="222501" x="5170488" y="5994400"/>
          <p14:tracePt t="222530" x="5170488" y="6169025"/>
          <p14:tracePt t="222555" x="5132388" y="6232525"/>
          <p14:tracePt t="222582" x="5057775" y="6307138"/>
          <p14:tracePt t="222603" x="4994275" y="6332538"/>
          <p14:tracePt t="222630" x="4945063" y="6332538"/>
          <p14:tracePt t="222970" x="4932363" y="6307138"/>
          <p14:tracePt t="223011" x="4932363" y="6294438"/>
          <p14:tracePt t="223079" x="4906963" y="6257925"/>
          <p14:tracePt t="223081" x="4894263" y="6257925"/>
          <p14:tracePt t="223102" x="4868863" y="6245225"/>
          <p14:tracePt t="223127" x="4843463" y="6207125"/>
          <p14:tracePt t="223148" x="4832350" y="6207125"/>
          <p14:tracePt t="223361" x="4819650" y="6194425"/>
          <p14:tracePt t="223389" x="4832350" y="6181725"/>
          <p14:tracePt t="223435" x="4832350" y="6145213"/>
          <p14:tracePt t="223455" x="4843463" y="6132513"/>
          <p14:tracePt t="223486" x="4856163" y="6119813"/>
          <p14:tracePt t="223507" x="4856163" y="6094413"/>
          <p14:tracePt t="223537" x="4881563" y="6056313"/>
          <p14:tracePt t="223923" x="4894263" y="6032500"/>
          <p14:tracePt t="223944" x="4906963" y="6032500"/>
          <p14:tracePt t="223945" x="4906963" y="6019800"/>
          <p14:tracePt t="223968" x="4932363" y="6007100"/>
          <p14:tracePt t="224730" x="4956175" y="5994400"/>
          <p14:tracePt t="224751" x="5006975" y="5994400"/>
          <p14:tracePt t="224753" x="5032375" y="5994400"/>
          <p14:tracePt t="224780" x="5119688" y="6056313"/>
          <p14:tracePt t="224806" x="5232400" y="6157913"/>
          <p14:tracePt t="224834" x="5383213" y="6294438"/>
          <p14:tracePt t="224854" x="5419725" y="6381750"/>
          <p14:tracePt t="224883" x="5419725" y="6445250"/>
          <p14:tracePt t="225986" x="4968875" y="6545263"/>
          <p14:tracePt t="226006" x="4656138" y="6545263"/>
          <p14:tracePt t="226037" x="4043363" y="6783388"/>
          <p14:tracePt t="226485" x="3705225" y="6269038"/>
          <p14:tracePt t="226510" x="4168775" y="5743575"/>
          <p14:tracePt t="226533" x="4281488" y="5530850"/>
          <p14:tracePt t="226559" x="4305300" y="5381625"/>
          <p14:tracePt t="226561" x="4305300" y="5343525"/>
          <p14:tracePt t="226586" x="4305300" y="5318125"/>
          <p14:tracePt t="226616" x="4294188" y="5305425"/>
          <p14:tracePt t="226672" x="4268788" y="5305425"/>
          <p14:tracePt t="226698" x="4217988" y="5305425"/>
          <p14:tracePt t="226721" x="4117975" y="5407025"/>
          <p14:tracePt t="226749" x="4017963" y="5518150"/>
          <p14:tracePt t="226774" x="3943350" y="5619750"/>
          <p14:tracePt t="226799" x="3905250" y="5656263"/>
          <p14:tracePt t="226823" x="3892550" y="5681663"/>
          <p14:tracePt t="227004" x="3830638" y="5594350"/>
          <p14:tracePt t="227024" x="3792538" y="5494338"/>
          <p14:tracePt t="227025" x="3756025" y="5418138"/>
          <p14:tracePt t="227054" x="3705225" y="5143500"/>
          <p14:tracePt t="227078" x="3692525" y="4918075"/>
          <p14:tracePt t="227083" x="3705225" y="4818063"/>
          <p14:tracePt t="227106" x="3817938" y="4567238"/>
          <p14:tracePt t="227131" x="3905250" y="4392613"/>
          <p14:tracePt t="227162" x="3956050" y="4330700"/>
          <p14:tracePt t="227268" x="4017963" y="4241800"/>
          <p14:tracePt t="227295" x="4217988" y="4029075"/>
          <p14:tracePt t="227321" x="5132388" y="3390900"/>
          <p14:tracePt t="227347" x="5570538" y="3141663"/>
          <p14:tracePt t="227371" x="5883275" y="3028950"/>
          <p14:tracePt t="227400" x="6134100" y="3028950"/>
          <p14:tracePt t="227401" x="6208713" y="3028950"/>
          <p14:tracePt t="227426" x="6483350" y="3028950"/>
          <p14:tracePt t="227454" x="6621463" y="3078163"/>
          <p14:tracePt t="227479" x="6834188" y="3216275"/>
          <p14:tracePt t="227501" x="6985000" y="3316288"/>
          <p14:tracePt t="227525" x="7097713" y="3429000"/>
          <p14:tracePt t="227550" x="7223125" y="3490913"/>
          <p14:tracePt t="227576" x="7448550" y="3616325"/>
          <p14:tracePt t="227599" x="7597775" y="3703638"/>
          <p14:tracePt t="227601" x="7623175" y="3754438"/>
          <p14:tracePt t="227624" x="7735888" y="3754438"/>
          <p14:tracePt t="227625" x="7761288" y="3792538"/>
          <p14:tracePt t="227650" x="7848600" y="3867150"/>
          <p14:tracePt t="227670" x="7961313" y="3979863"/>
          <p14:tracePt t="227706" x="8248650" y="4341813"/>
          <p14:tracePt t="227728" x="8386763" y="4543425"/>
          <p14:tracePt t="227729" x="8461375" y="4630738"/>
          <p14:tracePt t="227755" x="8612188" y="4892675"/>
          <p14:tracePt t="227776" x="8737600" y="5130800"/>
          <p14:tracePt t="227809" x="8863013" y="5518150"/>
          <p14:tracePt t="227829" x="8886825" y="5781675"/>
          <p14:tracePt t="227861" x="8963025" y="6107113"/>
          <p14:tracePt t="227885" x="8963025" y="6232525"/>
          <p14:tracePt t="227910" x="8924925" y="6319838"/>
          <p14:tracePt t="227935" x="8737600" y="6483350"/>
          <p14:tracePt t="227967" x="8461375" y="6657975"/>
          <p14:tracePt t="227992" x="8223250" y="6719888"/>
          <p14:tracePt t="228014" x="8035925" y="6770688"/>
          <p14:tracePt t="228038" x="7735888" y="6783388"/>
          <p14:tracePt t="228041" x="7648575" y="6807200"/>
          <p14:tracePt t="228065" x="7423150" y="6832600"/>
          <p14:tracePt t="228454" x="5170488" y="6570663"/>
          <p14:tracePt t="228478" x="4956175" y="6332538"/>
          <p14:tracePt t="228508" x="4894263" y="6157913"/>
          <p14:tracePt t="228530" x="4832350" y="6019800"/>
          <p14:tracePt t="228554" x="4781550" y="5832475"/>
          <p14:tracePt t="228580" x="4719638" y="5556250"/>
          <p14:tracePt t="228606" x="4668838" y="5281613"/>
          <p14:tracePt t="228631" x="4656138" y="5092700"/>
          <p14:tracePt t="228659" x="4768850" y="4856163"/>
          <p14:tracePt t="228682" x="4843463" y="4743450"/>
          <p14:tracePt t="228708" x="5019675" y="4643438"/>
          <p14:tracePt t="228731" x="5270500" y="4567238"/>
          <p14:tracePt t="228760" x="5670550" y="4430713"/>
          <p14:tracePt t="228787" x="5921375" y="4392613"/>
          <p14:tracePt t="228808" x="6021388" y="4330700"/>
          <p14:tracePt t="228809" x="6057900" y="4330700"/>
          <p14:tracePt t="228833" x="6134100" y="4305300"/>
          <p14:tracePt t="228855" x="6157913" y="4305300"/>
          <p14:tracePt t="228857" x="6157913" y="4292600"/>
          <p14:tracePt t="228879" x="6208713" y="4279900"/>
          <p14:tracePt t="228910" x="6283325" y="4254500"/>
          <p14:tracePt t="228930" x="6334125" y="4241800"/>
          <p14:tracePt t="228959" x="6346825" y="4230688"/>
          <p14:tracePt t="228979" x="6370638" y="4241800"/>
          <p14:tracePt t="229010" x="6421438" y="4267200"/>
          <p14:tracePt t="229030" x="6459538" y="4305300"/>
          <p14:tracePt t="229060" x="6508750" y="4354513"/>
          <p14:tracePt t="229082" x="6534150" y="4392613"/>
          <p14:tracePt t="229108" x="6584950" y="4479925"/>
          <p14:tracePt t="229127" x="6646863" y="4530725"/>
          <p14:tracePt t="229157" x="6708775" y="4643438"/>
          <p14:tracePt t="229178" x="6846888" y="4718050"/>
          <p14:tracePt t="229203" x="6934200" y="4792663"/>
          <p14:tracePt t="229222" x="6959600" y="4843463"/>
          <p14:tracePt t="229247" x="7046913" y="4930775"/>
          <p14:tracePt t="229268" x="7097713" y="4981575"/>
          <p14:tracePt t="229294" x="7110413" y="5005388"/>
          <p14:tracePt t="229319" x="7134225" y="5030788"/>
          <p14:tracePt t="229347" x="7185025" y="5092700"/>
          <p14:tracePt t="229373" x="7210425" y="5168900"/>
          <p14:tracePt t="229399" x="7235825" y="5281613"/>
          <p14:tracePt t="229401" x="7259638" y="5330825"/>
          <p14:tracePt t="229419" x="7259638" y="5418138"/>
          <p14:tracePt t="229446" x="7259638" y="5507038"/>
          <p14:tracePt t="229472" x="7259638" y="5556250"/>
          <p14:tracePt t="229474" x="7259638" y="5581650"/>
          <p14:tracePt t="229498" x="7259638" y="5630863"/>
          <p14:tracePt t="229521" x="7246938" y="5732463"/>
          <p14:tracePt t="229545" x="7110413" y="5856288"/>
          <p14:tracePt t="229575" x="6985000" y="5969000"/>
          <p14:tracePt t="229599" x="6808788" y="6056313"/>
          <p14:tracePt t="229622" x="6559550" y="6219825"/>
          <p14:tracePt t="229646" x="6221413" y="6319838"/>
          <p14:tracePt t="229677" x="5419725" y="6457950"/>
          <p14:tracePt t="229702" x="4968875" y="6470650"/>
          <p14:tracePt t="229725" x="4619625" y="6432550"/>
          <p14:tracePt t="229751" x="4394200" y="6307138"/>
          <p14:tracePt t="229779" x="4168775" y="6157913"/>
          <p14:tracePt t="229802" x="4068763" y="5956300"/>
          <p14:tracePt t="229823" x="4056063" y="5868988"/>
          <p14:tracePt t="229850" x="4056063" y="5656263"/>
          <p14:tracePt t="229878" x="4043363" y="5518150"/>
          <p14:tracePt t="229901" x="4043363" y="5418138"/>
          <p14:tracePt t="229925" x="4043363" y="5318125"/>
          <p14:tracePt t="229955" x="4030663" y="5194300"/>
          <p14:tracePt t="229979" x="4056063" y="5092700"/>
          <p14:tracePt t="230004" x="4181475" y="4905375"/>
          <p14:tracePt t="230026" x="4543425" y="4779963"/>
          <p14:tracePt t="230051" x="4843463" y="4692650"/>
          <p14:tracePt t="230078" x="5106988" y="4679950"/>
          <p14:tracePt t="230104" x="5194300" y="4692650"/>
          <p14:tracePt t="230126" x="5245100" y="4692650"/>
          <p14:tracePt t="230155" x="5370513" y="4705350"/>
          <p14:tracePt t="230180" x="5419725" y="4718050"/>
          <p14:tracePt t="230203" x="5507038" y="4768850"/>
          <p14:tracePt t="230225" x="5595938" y="4856163"/>
          <p14:tracePt t="230251" x="5670550" y="4892675"/>
          <p14:tracePt t="230283" x="5719763" y="4981575"/>
          <p14:tracePt t="230308" x="5795963" y="5056188"/>
          <p14:tracePt t="230332" x="5845175" y="5130800"/>
          <p14:tracePt t="230359" x="5945188" y="5281613"/>
          <p14:tracePt t="230362" x="5945188" y="5343525"/>
          <p14:tracePt t="230386" x="5983288" y="5430838"/>
          <p14:tracePt t="230412" x="5995988" y="5468938"/>
          <p14:tracePt t="230432" x="5995988" y="5481638"/>
          <p14:tracePt t="230463" x="5995988" y="5494338"/>
          <p14:tracePt t="230485" x="5995988" y="5507038"/>
          <p14:tracePt t="230513" x="5995988" y="5518150"/>
          <p14:tracePt t="230535" x="5995988" y="5530850"/>
          <p14:tracePt t="230567" x="5995988" y="5556250"/>
          <p14:tracePt t="230590" x="5995988" y="5568950"/>
          <p14:tracePt t="230652" x="5995988" y="5581650"/>
          <p14:tracePt t="231418" x="5957888" y="5594350"/>
          <p14:tracePt t="231439" x="5932488" y="5594350"/>
          <p14:tracePt t="231475" x="5821363" y="5581650"/>
          <p14:tracePt t="231499" x="5770563" y="5581650"/>
          <p14:tracePt t="231524" x="5732463" y="5581650"/>
          <p14:tracePt t="231550" x="5683250" y="5581650"/>
          <p14:tracePt t="231573" x="5657850" y="5581650"/>
          <p14:tracePt t="231597" x="5632450" y="5581650"/>
          <p14:tracePt t="231625" x="5570538" y="5619750"/>
          <p14:tracePt t="231651" x="5519738" y="5643563"/>
          <p14:tracePt t="231684" x="5407025" y="5656263"/>
          <p14:tracePt t="231709" x="5357813" y="5668963"/>
          <p14:tracePt t="231866" x="5345113" y="5707063"/>
          <p14:tracePt t="231887" x="5345113" y="5732463"/>
          <p14:tracePt t="232476" x="5345113" y="5794375"/>
          <p14:tracePt t="232500" x="5445125" y="5807075"/>
          <p14:tracePt t="232524" x="5708650" y="5756275"/>
          <p14:tracePt t="232544" x="5719763" y="5756275"/>
          <p14:tracePt t="232642" x="5683250" y="5756275"/>
          <p14:tracePt t="232665" x="5670550" y="5732463"/>
          <p14:tracePt t="232794" x="5783263" y="5719763"/>
          <p14:tracePt t="232823" x="5957888" y="5719763"/>
          <p14:tracePt t="232846" x="6246813" y="5694363"/>
          <p14:tracePt t="232851" x="6321425" y="5668963"/>
          <p14:tracePt t="232877" x="6496050" y="5643563"/>
          <p14:tracePt t="232904" x="6584950" y="5607050"/>
          <p14:tracePt t="232923" x="6596063" y="5594350"/>
          <p14:tracePt t="232950" x="6621463" y="5568950"/>
          <p14:tracePt t="233010" x="6621463" y="5530850"/>
          <p14:tracePt t="233055" x="6621463" y="5518150"/>
          <p14:tracePt t="233075" x="6634163" y="5518150"/>
          <p14:tracePt t="233103" x="6672263" y="5481638"/>
          <p14:tracePt t="233105" x="6672263" y="5468938"/>
          <p14:tracePt t="233124" x="6684963" y="5456238"/>
          <p14:tracePt t="233149" x="6734175" y="5343525"/>
          <p14:tracePt t="233171" x="6872288" y="5181600"/>
          <p14:tracePt t="233197" x="6910388" y="5005388"/>
          <p14:tracePt t="233223" x="6884988" y="4905375"/>
          <p14:tracePt t="233246" x="6859588" y="4892675"/>
          <p14:tracePt t="233302" x="6846888" y="4905375"/>
          <p14:tracePt t="233327" x="6808788" y="4981575"/>
          <p14:tracePt t="233356" x="6808788" y="4968875"/>
          <p14:tracePt t="233413" x="6834188" y="4918075"/>
          <p14:tracePt t="233462" x="7159625" y="4768850"/>
          <p14:tracePt t="233481" x="7297738" y="4692650"/>
          <p14:tracePt t="233511" x="7623175" y="4554538"/>
          <p14:tracePt t="233532" x="7897813" y="4443413"/>
          <p14:tracePt t="233564" x="8023225" y="4430713"/>
          <p14:tracePt t="234606" x="7986713" y="4443413"/>
          <p14:tracePt t="234632" x="7961313" y="4467225"/>
          <p14:tracePt t="234660" x="7961313" y="4479925"/>
          <p14:tracePt t="234706" x="7948613" y="4492625"/>
          <p14:tracePt t="235414" x="7835900" y="4618038"/>
          <p14:tracePt t="235434" x="7735888" y="4756150"/>
          <p14:tracePt t="235461" x="7648575" y="4879975"/>
          <p14:tracePt t="235486" x="7561263" y="4992688"/>
          <p14:tracePt t="235513" x="7410450" y="5205413"/>
          <p14:tracePt t="235533" x="7359650" y="5294313"/>
          <p14:tracePt t="235561" x="7210425" y="5530850"/>
          <p14:tracePt t="235587" x="7085013" y="5694363"/>
          <p14:tracePt t="235616" x="6985000" y="5868988"/>
          <p14:tracePt t="235617" x="6946900" y="5894388"/>
          <p14:tracePt t="235636" x="6921500" y="5932488"/>
          <p14:tracePt t="235662" x="6897688" y="5956300"/>
          <p14:tracePt t="236625" x="6921500" y="5894388"/>
          <p14:tracePt t="236645" x="6985000" y="5819775"/>
          <p14:tracePt t="236648" x="6997700" y="5794375"/>
          <p14:tracePt t="236678" x="7097713" y="5668963"/>
          <p14:tracePt t="236705" x="7235825" y="5481638"/>
          <p14:tracePt t="236740" x="7259638" y="5456238"/>
          <p14:tracePt t="236768" x="7259638" y="5430838"/>
          <p14:tracePt t="236788" x="7259638" y="5418138"/>
          <p14:tracePt t="236816" x="7259638" y="5394325"/>
          <p14:tracePt t="236838" x="7223125" y="5368925"/>
          <p14:tracePt t="236863" x="7197725" y="5368925"/>
          <p14:tracePt t="236932" x="7185025" y="5368925"/>
          <p14:tracePt t="236955" x="7159625" y="5368925"/>
          <p14:tracePt t="236981" x="7159625" y="5418138"/>
          <p14:tracePt t="237003" x="7159625" y="5430838"/>
          <p14:tracePt t="237031" x="7146925" y="5456238"/>
          <p14:tracePt t="237052" x="7146925" y="5481638"/>
          <p14:tracePt t="237083" x="7123113" y="5530850"/>
          <p14:tracePt t="237106" x="7110413" y="5556250"/>
          <p14:tracePt t="237135" x="7085013" y="5656263"/>
          <p14:tracePt t="237160" x="7046913" y="5794375"/>
          <p14:tracePt t="237161" x="7034213" y="5819775"/>
          <p14:tracePt t="237183" x="6997700" y="5881688"/>
          <p14:tracePt t="237184" x="6972300" y="5919788"/>
          <p14:tracePt t="237211" x="6959600" y="5932488"/>
          <p14:tracePt t="237239" x="6897688" y="5956300"/>
          <p14:tracePt t="237241" x="6884988" y="5956300"/>
          <p14:tracePt t="237266" x="6834188" y="5956300"/>
          <p14:tracePt t="237289" x="6734175" y="5956300"/>
          <p14:tracePt t="237314" x="6634163" y="5945188"/>
          <p14:tracePt t="237341" x="6621463" y="5856288"/>
          <p14:tracePt t="237365" x="6621463" y="5707063"/>
          <p14:tracePt t="237388" x="6646863" y="5507038"/>
          <p14:tracePt t="237411" x="6746875" y="5294313"/>
          <p14:tracePt t="237434" x="6972300" y="4992688"/>
          <p14:tracePt t="237457" x="7235825" y="4768850"/>
          <p14:tracePt t="237488" x="7548563" y="4567238"/>
          <p14:tracePt t="237514" x="7797800" y="4530725"/>
          <p14:tracePt t="237541" x="7835900" y="4530725"/>
          <p14:tracePt t="237565" x="7935913" y="4579938"/>
          <p14:tracePt t="237589" x="7961313" y="4656138"/>
          <p14:tracePt t="237613" x="7999413" y="4743450"/>
          <p14:tracePt t="237642" x="8035925" y="4943475"/>
          <p14:tracePt t="237666" x="8035925" y="5043488"/>
          <p14:tracePt t="237689" x="7999413" y="5143500"/>
          <p14:tracePt t="237716" x="7910513" y="5218113"/>
          <p14:tracePt t="237744" x="7874000" y="5268913"/>
          <p14:tracePt t="237745" x="7874000" y="5281613"/>
          <p14:tracePt t="237771" x="7785100" y="5381625"/>
          <p14:tracePt t="237793" x="7723188" y="5430838"/>
          <p14:tracePt t="237818" x="7648575" y="5494338"/>
          <p14:tracePt t="237843" x="7610475" y="5518150"/>
          <p14:tracePt t="238586" x="7597775" y="5530850"/>
          <p14:tracePt t="238635" x="7572375" y="5543550"/>
          <p14:tracePt t="238686" x="7561263" y="5543550"/>
          <p14:tracePt t="238713" x="7548563" y="5543550"/>
          <p14:tracePt t="238743" x="7535863" y="5494338"/>
          <p14:tracePt t="238766" x="7523163" y="5343525"/>
          <p14:tracePt t="238791" x="7523163" y="5181600"/>
          <p14:tracePt t="238816" x="7535863" y="4792663"/>
          <p14:tracePt t="238847" x="7723188" y="4554538"/>
          <p14:tracePt t="238875" x="7974013" y="4354513"/>
          <p14:tracePt t="238900" x="8023225" y="4341813"/>
          <p14:tracePt t="238927" x="8061325" y="4341813"/>
          <p14:tracePt t="238950" x="8086725" y="4341813"/>
          <p14:tracePt t="238979" x="8135938" y="4341813"/>
          <p14:tracePt t="239043" x="8148638" y="4354513"/>
          <p14:tracePt t="239069" x="8161338" y="4454525"/>
          <p14:tracePt t="239100" x="8212138" y="4630738"/>
          <p14:tracePt t="239129" x="8223250" y="4956175"/>
          <p14:tracePt t="239175" x="8148638" y="5343525"/>
          <p14:tracePt t="239195" x="8123238" y="5381625"/>
          <p14:tracePt t="239228" x="8123238" y="5407025"/>
          <p14:tracePt t="239249" x="8123238" y="5418138"/>
          <p14:tracePt t="239317" x="8135938" y="5443538"/>
          <p14:tracePt t="239358" x="8148638" y="5443538"/>
          <p14:tracePt t="239414" x="8161338" y="5443538"/>
          <p14:tracePt t="239771" x="8174038" y="5443538"/>
          <p14:tracePt t="239790" x="8135938" y="5394325"/>
          <p14:tracePt t="239819" x="7910513" y="5368925"/>
          <p14:tracePt t="239931" x="7861300" y="5368925"/>
          <p14:tracePt t="239956" x="7835900" y="5368925"/>
          <p14:tracePt t="240030" x="7823200" y="5368925"/>
          <p14:tracePt t="240051" x="7785100" y="5368925"/>
          <p14:tracePt t="240079" x="7748588" y="5368925"/>
          <p14:tracePt t="240100" x="7710488" y="5368925"/>
          <p14:tracePt t="240134" x="7610475" y="5381625"/>
          <p14:tracePt t="240156" x="7535863" y="5381625"/>
          <p14:tracePt t="240182" x="7459663" y="5407025"/>
          <p14:tracePt t="240205" x="7435850" y="5430838"/>
          <p14:tracePt t="240236" x="7385050" y="5494338"/>
          <p14:tracePt t="240259" x="7335838" y="5607050"/>
          <p14:tracePt t="240287" x="7285038" y="5743575"/>
          <p14:tracePt t="240288" x="7246938" y="5781675"/>
          <p14:tracePt t="240314" x="7223125" y="5881688"/>
          <p14:tracePt t="240343" x="7197725" y="5919788"/>
          <p14:tracePt t="240365" x="7197725" y="5932488"/>
          <p14:tracePt t="240482" x="7272338" y="5868988"/>
          <p14:tracePt t="240501" x="7372350" y="5756275"/>
          <p14:tracePt t="240533" x="7710488" y="5494338"/>
          <p14:tracePt t="240556" x="8010525" y="5294313"/>
          <p14:tracePt t="240583" x="8110538" y="5218113"/>
          <p14:tracePt t="240606" x="8135938" y="5205413"/>
          <p14:tracePt t="240657" x="8361363" y="5407025"/>
          <p14:tracePt t="240680" x="8486775" y="5630863"/>
          <p14:tracePt t="240681" x="8661400" y="5807075"/>
          <p14:tracePt t="240704" x="8850313" y="6032500"/>
          <p14:tracePt t="240705" x="8924925" y="6157913"/>
          <p14:tracePt t="240735" x="9024938" y="6457950"/>
          <p14:tracePt t="240737" x="9024938" y="6519863"/>
          <p14:tracePt t="240763" x="8963025" y="6683375"/>
          <p14:tracePt t="240786" x="8750300" y="6719888"/>
          <p14:tracePt t="240811" x="8348663" y="6657975"/>
          <p14:tracePt t="240837" x="7797800" y="6319838"/>
          <p14:tracePt t="240863" x="7548563" y="5994400"/>
          <p14:tracePt t="240886" x="7459663" y="5743575"/>
          <p14:tracePt t="240912" x="7459663" y="5507038"/>
          <p14:tracePt t="240913" x="7459663" y="5418138"/>
          <p14:tracePt t="240943" x="7485063" y="5194300"/>
          <p14:tracePt t="240969" x="7572375" y="4943475"/>
          <p14:tracePt t="240990" x="7597775" y="4843463"/>
          <p14:tracePt t="241019" x="7648575" y="4718050"/>
          <p14:tracePt t="241045" x="7773988" y="4656138"/>
          <p14:tracePt t="241070" x="7986713" y="4579938"/>
          <p14:tracePt t="241073" x="7999413" y="4579938"/>
          <p14:tracePt t="241094" x="8086725" y="4554538"/>
          <p14:tracePt t="241122" x="8248650" y="4518025"/>
          <p14:tracePt t="241148" x="8286750" y="4518025"/>
          <p14:tracePt t="241195" x="8324850" y="4518025"/>
          <p14:tracePt t="241222" x="8435975" y="4554538"/>
          <p14:tracePt t="241252" x="8512175" y="4679950"/>
          <p14:tracePt t="241276" x="8512175" y="4756150"/>
          <p14:tracePt t="241300" x="8524875" y="4805363"/>
          <p14:tracePt t="241329" x="8486775" y="4879975"/>
          <p14:tracePt t="241355" x="8448675" y="4930775"/>
          <p14:tracePt t="241380" x="8386763" y="4968875"/>
          <p14:tracePt t="241401" x="8386763" y="4981575"/>
          <p14:tracePt t="241426" x="8361363" y="4981575"/>
          <p14:tracePt t="241473" x="8348663" y="4981575"/>
          <p14:tracePt t="241494" x="8312150" y="4981575"/>
          <p14:tracePt t="241521" x="8274050" y="4830763"/>
          <p14:tracePt t="241547" x="8261350" y="4718050"/>
          <p14:tracePt t="241575" x="8261350" y="4592638"/>
          <p14:tracePt t="241577" x="8261350" y="4543425"/>
          <p14:tracePt t="241596" x="8312150" y="4479925"/>
          <p14:tracePt t="241623" x="8348663" y="4454525"/>
          <p14:tracePt t="241742" x="8361363" y="4454525"/>
          <p14:tracePt t="241762" x="8386763" y="4454525"/>
          <p14:tracePt t="241787" x="8386763" y="4467225"/>
          <p14:tracePt t="241808" x="8386763" y="4505325"/>
          <p14:tracePt t="241839" x="8399463" y="4518025"/>
          <p14:tracePt t="242627" x="8374063" y="4554538"/>
          <p14:tracePt t="242653" x="8148638" y="4667250"/>
          <p14:tracePt t="242679" x="7961313" y="4667250"/>
          <p14:tracePt t="242681" x="7923213" y="4667250"/>
          <p14:tracePt t="242880" x="7848600" y="4718050"/>
          <p14:tracePt t="242957" x="7848600" y="4743450"/>
          <p14:tracePt t="242981" x="7861300" y="4892675"/>
          <p14:tracePt t="243006" x="7897813" y="5005388"/>
          <p14:tracePt t="243035" x="7923213" y="5118100"/>
          <p14:tracePt t="243059" x="7935913" y="5205413"/>
          <p14:tracePt t="243085" x="7948613" y="5330825"/>
          <p14:tracePt t="243110" x="7948613" y="5430838"/>
          <p14:tracePt t="243138" x="7948613" y="5481638"/>
          <p14:tracePt t="243164" x="7948613" y="5494338"/>
          <p14:tracePt t="243299" x="7961313" y="5507038"/>
          <p14:tracePt t="243325" x="7961313" y="5518150"/>
          <p14:tracePt t="243572" x="7923213" y="5530850"/>
          <p14:tracePt t="243595" x="7835900" y="5481638"/>
          <p14:tracePt t="243625" x="7810500" y="5418138"/>
          <p14:tracePt t="243748" x="7797800" y="5418138"/>
          <p14:tracePt t="243770" x="7785100" y="5381625"/>
          <p14:tracePt t="243862" x="7773988" y="5368925"/>
          <p14:tracePt t="243886" x="7723188" y="5368925"/>
          <p14:tracePt t="243910" x="7623175" y="5368925"/>
          <p14:tracePt t="243942" x="7535863" y="5368925"/>
          <p14:tracePt t="243967" x="7459663" y="5368925"/>
          <p14:tracePt t="243991" x="7435850" y="5381625"/>
          <p14:tracePt t="244015" x="7385050" y="5418138"/>
          <p14:tracePt t="244044" x="7335838" y="5430838"/>
          <p14:tracePt t="244068" x="7310438" y="5468938"/>
          <p14:tracePt t="244094" x="7285038" y="5481638"/>
          <p14:tracePt t="244117" x="7272338" y="5494338"/>
          <p14:tracePt t="244145" x="7235825" y="5543550"/>
          <p14:tracePt t="244170" x="7210425" y="5568950"/>
          <p14:tracePt t="244193" x="7210425" y="5581650"/>
          <p14:tracePt t="244240" x="7197725" y="5594350"/>
          <p14:tracePt t="244558" x="7210425" y="5594350"/>
          <p14:tracePt t="245404" x="7210425" y="5581650"/>
          <p14:tracePt t="245457" x="7246938" y="5581650"/>
          <p14:tracePt t="245478" x="7259638" y="5568950"/>
          <p14:tracePt t="245512" x="7272338" y="5556250"/>
          <p14:tracePt t="245513" x="7285038" y="5543550"/>
          <p14:tracePt t="245539" x="7285038" y="5530850"/>
          <p14:tracePt t="245562" x="7285038" y="5518150"/>
          <p14:tracePt t="245587" x="7297738" y="5507038"/>
          <p14:tracePt t="245611" x="7323138" y="5468938"/>
          <p14:tracePt t="245641" x="7335838" y="5430838"/>
          <p14:tracePt t="245665" x="7359650" y="5407025"/>
          <p14:tracePt t="245713" x="7397750" y="5381625"/>
          <p14:tracePt t="245746" x="7497763" y="5281613"/>
          <p14:tracePt t="245772" x="7697788" y="5168900"/>
          <p14:tracePt t="245798" x="7835900" y="5105400"/>
          <p14:tracePt t="245825" x="8086725" y="5068888"/>
          <p14:tracePt t="245855" x="8186738" y="5068888"/>
          <p14:tracePt t="245880" x="8212138" y="5068888"/>
          <p14:tracePt t="245992" x="8235950" y="5068888"/>
          <p14:tracePt t="246013" x="8248650" y="5068888"/>
          <p14:tracePt t="246089" x="8274050" y="5056188"/>
          <p14:tracePt t="246110" x="8286750" y="5056188"/>
          <p14:tracePt t="246135" x="8286750" y="5043488"/>
          <p14:tracePt t="246361" x="8286750" y="5056188"/>
          <p14:tracePt t="246384" x="8286750" y="5068888"/>
          <p14:tracePt t="246410" x="8286750" y="5081588"/>
          <p14:tracePt t="246484" x="8286750" y="5092700"/>
          <p14:tracePt t="246959" x="8286750" y="5105400"/>
          <p14:tracePt t="247316" x="8286750" y="5130800"/>
          <p14:tracePt t="247348" x="8261350" y="5168900"/>
          <p14:tracePt t="247398" x="8223250" y="5205413"/>
          <p14:tracePt t="247418" x="8186738" y="5243513"/>
          <p14:tracePt t="247450" x="8135938" y="5318125"/>
          <p14:tracePt t="247472" x="8123238" y="5330825"/>
          <p14:tracePt t="247636" x="8148638" y="5330825"/>
          <p14:tracePt t="247660" x="8161338" y="5330825"/>
          <p14:tracePt t="247684" x="8186738" y="5318125"/>
          <p14:tracePt t="247798" x="8199438" y="5305425"/>
          <p14:tracePt t="247818" x="8199438" y="5294313"/>
          <p14:tracePt t="247847" x="8199438" y="5268913"/>
          <p14:tracePt t="247870" x="8223250" y="5243513"/>
          <p14:tracePt t="248440" x="8212138" y="5256213"/>
          <p14:tracePt t="248465" x="7999413" y="5418138"/>
          <p14:tracePt t="248493" x="7797800" y="5518150"/>
          <p14:tracePt t="248514" x="7448550" y="5619750"/>
          <p14:tracePt t="248540" x="7123113" y="5681663"/>
          <p14:tracePt t="248567" x="6910388" y="5681663"/>
          <p14:tracePt t="248594" x="6721475" y="5681663"/>
          <p14:tracePt t="248615" x="6646863" y="5668963"/>
          <p14:tracePt t="248644" x="6521450" y="5581650"/>
          <p14:tracePt t="248671" x="6472238" y="5543550"/>
          <p14:tracePt t="248701" x="6446838" y="5456238"/>
          <p14:tracePt t="248723" x="6446838" y="5418138"/>
          <p14:tracePt t="248755" x="6434138" y="5343525"/>
          <p14:tracePt t="248807" x="6559550" y="5081588"/>
          <p14:tracePt t="248809" x="6672263" y="5005388"/>
          <p14:tracePt t="248831" x="6897688" y="4856163"/>
          <p14:tracePt t="248858" x="7435850" y="4667250"/>
          <p14:tracePt t="248879" x="7585075" y="4643438"/>
          <p14:tracePt t="248881" x="7635875" y="4643438"/>
          <p14:tracePt t="248915" x="7673975" y="4643438"/>
          <p14:tracePt t="248983" x="7685088" y="4643438"/>
          <p14:tracePt t="249009" x="7723188" y="4656138"/>
          <p14:tracePt t="249035" x="7735888" y="4692650"/>
          <p14:tracePt t="249056" x="7761288" y="4730750"/>
          <p14:tracePt t="249082" x="7773988" y="4743450"/>
          <p14:tracePt t="249107" x="7785100" y="4743450"/>
          <p14:tracePt t="249315" x="7785100" y="4768850"/>
          <p14:tracePt t="249339" x="7748588" y="4830763"/>
          <p14:tracePt t="249364" x="7635875" y="4956175"/>
          <p14:tracePt t="249386" x="7335838" y="5068888"/>
          <p14:tracePt t="249415" x="7185025" y="5130800"/>
          <p14:tracePt t="249441" x="7085013" y="5181600"/>
          <p14:tracePt t="249466" x="7072313" y="5194300"/>
          <p14:tracePt t="249491" x="7072313" y="5205413"/>
          <p14:tracePt t="249705" x="7046913" y="5205413"/>
          <p14:tracePt t="249756" x="6997700" y="5118100"/>
          <p14:tracePt t="249806" x="6997700" y="4981575"/>
          <p14:tracePt t="249829" x="7046913" y="4868863"/>
          <p14:tracePt t="249857" x="7197725" y="4730750"/>
          <p14:tracePt t="249878" x="7272338" y="4705350"/>
          <p14:tracePt t="249907" x="7348538" y="4705350"/>
          <p14:tracePt t="249931" x="7372350" y="4705350"/>
          <p14:tracePt t="249989" x="7372350" y="4692650"/>
          <p14:tracePt t="250017" x="7372350" y="4679950"/>
          <p14:tracePt t="250207" x="7359650" y="4667250"/>
          <p14:tracePt t="250230" x="7259638" y="4679950"/>
          <p14:tracePt t="250255" x="7172325" y="4730750"/>
          <p14:tracePt t="250274" x="7134225" y="4768850"/>
          <p14:tracePt t="250303" x="7072313" y="4818063"/>
          <p14:tracePt t="250323" x="7046913" y="4856163"/>
          <p14:tracePt t="250355" x="7021513" y="4905375"/>
          <p14:tracePt t="250431" x="7010400" y="4930775"/>
          <p14:tracePt t="250456" x="6985000" y="4943475"/>
          <p14:tracePt t="250479" x="6934200" y="4968875"/>
          <p14:tracePt t="250481" x="6910388" y="4981575"/>
          <p14:tracePt t="250510" x="6821488" y="4992688"/>
          <p14:tracePt t="250537" x="6784975" y="4992688"/>
          <p14:tracePt t="250583" x="6772275" y="4992688"/>
          <p14:tracePt t="250611" x="6759575" y="4992688"/>
          <p14:tracePt t="250640" x="6746875" y="4992688"/>
          <p14:tracePt t="250927" x="6734175" y="4981575"/>
          <p14:tracePt t="250951" x="6734175" y="4943475"/>
          <p14:tracePt t="250976" x="6772275" y="4818063"/>
          <p14:tracePt t="251002" x="6934200" y="4692650"/>
          <p14:tracePt t="251024" x="7172325" y="4554538"/>
          <p14:tracePt t="251049" x="7297738" y="4492625"/>
          <p14:tracePt t="251075" x="7323138" y="4492625"/>
          <p14:tracePt t="251284" x="7410450" y="4730750"/>
          <p14:tracePt t="251308" x="7697788" y="5456238"/>
          <p14:tracePt t="251338" x="7935913" y="6032500"/>
          <p14:tracePt t="251362" x="8010525" y="6245225"/>
          <p14:tracePt t="251410" x="8048625" y="6332538"/>
          <p14:tracePt t="251481" x="7948613" y="6294438"/>
          <p14:tracePt t="251508" x="7897813" y="6269038"/>
          <p14:tracePt t="251534" x="7797800" y="6207125"/>
          <p14:tracePt t="251563" x="7723188" y="6169025"/>
          <p14:tracePt t="251589" x="7710488" y="6132513"/>
          <p14:tracePt t="251615" x="7685088" y="6094413"/>
          <p14:tracePt t="251617" x="7685088" y="6081713"/>
          <p14:tracePt t="251641" x="7735888" y="5956300"/>
          <p14:tracePt t="251667" x="8010525" y="5707063"/>
          <p14:tracePt t="251688" x="8261350" y="5581650"/>
          <p14:tracePt t="251689" x="8386763" y="5494338"/>
          <p14:tracePt t="251724" x="8548688" y="5356225"/>
          <p14:tracePt t="251750" x="8586788" y="5268913"/>
          <p14:tracePt t="251772" x="8586788" y="5194300"/>
          <p14:tracePt t="251795" x="8586788" y="5105400"/>
          <p14:tracePt t="251821" x="8586788" y="5018088"/>
          <p14:tracePt t="251842" x="8586788" y="4918075"/>
          <p14:tracePt t="251874" x="8574088" y="4743450"/>
          <p14:tracePt t="251896" x="8512175" y="4643438"/>
          <p14:tracePt t="251921" x="8361363" y="4454525"/>
          <p14:tracePt t="251943" x="8261350" y="4430713"/>
          <p14:tracePt t="251975" x="8123238" y="4405313"/>
          <p14:tracePt t="252000" x="7974013" y="4618038"/>
          <p14:tracePt t="252002" x="7974013" y="4779963"/>
          <p14:tracePt t="252028" x="8023225" y="5305425"/>
          <p14:tracePt t="252053" x="8235950" y="5643563"/>
          <p14:tracePt t="252077" x="8574088" y="5932488"/>
          <p14:tracePt t="252104" x="8750300" y="6081713"/>
          <p14:tracePt t="252137" x="8786813" y="6145213"/>
          <p14:tracePt t="252159" x="8674100" y="6145213"/>
          <p14:tracePt t="252183" x="8348663" y="6119813"/>
          <p14:tracePt t="252209" x="7935913" y="5981700"/>
          <p14:tracePt t="252234" x="7797800" y="5945188"/>
          <p14:tracePt t="252262" x="7773988" y="5907088"/>
          <p14:tracePt t="252266" x="7773988" y="5868988"/>
          <p14:tracePt t="252288" x="7773988" y="5794375"/>
          <p14:tracePt t="252314" x="7785100" y="5418138"/>
          <p14:tracePt t="252336" x="7723188" y="5281613"/>
          <p14:tracePt t="252365" x="7685088" y="5130800"/>
          <p14:tracePt t="252415" x="7685088" y="5030788"/>
          <p14:tracePt t="252439" x="7823200" y="4918075"/>
          <p14:tracePt t="252466" x="8361363" y="4730750"/>
          <p14:tracePt t="252489" x="8412163" y="4692650"/>
          <p14:tracePt t="252520" x="8424863" y="4630738"/>
          <p14:tracePt t="252542" x="8424863" y="4592638"/>
          <p14:tracePt t="252569" x="8424863" y="4579938"/>
          <p14:tracePt t="252662" x="8548688" y="5118100"/>
          <p14:tracePt t="252681" x="8650288" y="5681663"/>
          <p14:tracePt t="252708" x="8699500" y="5994400"/>
          <p14:tracePt t="252738" x="8699500" y="6107113"/>
          <p14:tracePt t="252806" x="8612188" y="6032500"/>
          <p14:tracePt t="252833" x="8435975" y="5732463"/>
          <p14:tracePt t="252862" x="8386763" y="5619750"/>
          <p14:tracePt t="252884" x="8348663" y="5568950"/>
          <p14:tracePt t="252913" x="8348663" y="5556250"/>
          <p14:tracePt t="253031" x="8486775" y="5556250"/>
          <p14:tracePt t="253053" x="8774113" y="5468938"/>
          <p14:tracePt t="253077" x="8837613" y="5443538"/>
          <p14:tracePt t="253346" x="8812213" y="5443538"/>
          <p14:tracePt t="253369" x="8712200" y="5443538"/>
          <p14:tracePt t="253392" x="8624888" y="5443538"/>
          <p14:tracePt t="253393" x="8561388" y="5443538"/>
          <p14:tracePt t="253422" x="8512175" y="5443538"/>
          <p14:tracePt t="253450" x="8461375" y="5456238"/>
          <p14:tracePt t="253585" x="8435975" y="5468938"/>
          <p14:tracePt t="253610" x="8399463" y="5481638"/>
          <p14:tracePt t="253638" x="8374063" y="5507038"/>
          <p14:tracePt t="253662" x="8335963" y="5518150"/>
          <p14:tracePt t="253685" x="8286750" y="5556250"/>
          <p14:tracePt t="253710" x="8261350" y="5556250"/>
          <p14:tracePt t="253763" x="8261350" y="5543550"/>
          <p14:tracePt t="253783" x="8261350" y="5443538"/>
          <p14:tracePt t="253810" x="8248650" y="5230813"/>
          <p14:tracePt t="253836" x="8223250" y="5168900"/>
          <p14:tracePt t="253864" x="8223250" y="5156200"/>
          <p14:tracePt t="254536" x="8223250" y="5243513"/>
          <p14:tracePt t="254537" x="8223250" y="5281613"/>
          <p14:tracePt t="254560" x="8235950" y="5407025"/>
          <p14:tracePt t="254565" x="8274050" y="5456238"/>
          <p14:tracePt t="254588" x="8348663" y="5594350"/>
          <p14:tracePt t="254613" x="8399463" y="5643563"/>
          <p14:tracePt t="254642" x="8412163" y="5668963"/>
          <p14:tracePt t="255167" x="8361363" y="5768975"/>
          <p14:tracePt t="255187" x="8324850" y="5807075"/>
          <p14:tracePt t="255214" x="8299450" y="5819775"/>
          <p14:tracePt t="255234" x="8274050" y="5819775"/>
          <p14:tracePt t="255305" x="8261350" y="5832475"/>
          <p14:tracePt t="255499" x="8235950" y="5832475"/>
          <p14:tracePt t="255527" x="8235950" y="5819775"/>
          <p14:tracePt t="255552" x="8235950" y="5794375"/>
          <p14:tracePt t="255553" x="8223250" y="5768975"/>
          <p14:tracePt t="255582" x="8212138" y="5732463"/>
          <p14:tracePt t="255609" x="8199438" y="5668963"/>
          <p14:tracePt t="255633" x="8186738" y="5607050"/>
          <p14:tracePt t="255660" x="8161338" y="5556250"/>
          <p14:tracePt t="255682" x="8148638" y="5530850"/>
          <p14:tracePt t="255712" x="8148638" y="5507038"/>
          <p14:tracePt t="255734" x="8148638" y="5494338"/>
          <p14:tracePt t="255762" x="8123238" y="5481638"/>
          <p14:tracePt t="255787" x="8110538" y="5468938"/>
          <p14:tracePt t="255815" x="8099425" y="5468938"/>
          <p14:tracePt t="255841" x="8086725" y="5456238"/>
          <p14:tracePt t="256350" x="8048625" y="5456238"/>
          <p14:tracePt t="256379" x="8023225" y="5468938"/>
          <p14:tracePt t="256515" x="8010525" y="5468938"/>
          <p14:tracePt t="256541" x="7961313" y="5494338"/>
          <p14:tracePt t="256546" x="7935913" y="5494338"/>
          <p14:tracePt t="256572" x="7897813" y="5507038"/>
          <p14:tracePt t="256595" x="7848600" y="5530850"/>
          <p14:tracePt t="256625" x="7810500" y="5530850"/>
          <p14:tracePt t="256677" x="7773988" y="5530850"/>
          <p14:tracePt t="256699" x="7710488" y="5530850"/>
          <p14:tracePt t="256731" x="7673975" y="5530850"/>
          <p14:tracePt t="256760" x="7661275" y="5530850"/>
          <p14:tracePt t="257228" x="7685088" y="5530850"/>
          <p14:tracePt t="257289" x="7710488" y="5518150"/>
          <p14:tracePt t="257311" x="7773988" y="5494338"/>
          <p14:tracePt t="257341" x="7861300" y="5481638"/>
          <p14:tracePt t="257366" x="7874000" y="5481638"/>
          <p14:tracePt t="257388" x="7886700" y="5481638"/>
          <p14:tracePt t="257438" x="7910513" y="5468938"/>
          <p14:tracePt t="257618" x="7923213" y="5468938"/>
          <p14:tracePt t="257666" x="7961313" y="5556250"/>
          <p14:tracePt t="257686" x="7999413" y="5681663"/>
          <p14:tracePt t="257715" x="8086725" y="6056313"/>
          <p14:tracePt t="257739" x="8161338" y="6319838"/>
          <p14:tracePt t="257767" x="8186738" y="6445250"/>
          <p14:tracePt t="257788" x="8199438" y="6470650"/>
          <p14:tracePt t="257864" x="8174038" y="6483350"/>
          <p14:tracePt t="257886" x="8110538" y="6407150"/>
          <p14:tracePt t="257910" x="8074025" y="6381750"/>
          <p14:tracePt t="257966" x="8061325" y="6370638"/>
          <p14:tracePt t="257994" x="8186738" y="6245225"/>
          <p14:tracePt t="258021" x="8399463" y="6132513"/>
          <p14:tracePt t="258042" x="8474075" y="6056313"/>
          <p14:tracePt t="258069" x="8486775" y="6007100"/>
          <p14:tracePt t="258090" x="8486775" y="5969000"/>
          <p14:tracePt t="258117" x="8486775" y="5919788"/>
          <p14:tracePt t="258145" x="8486775" y="5868988"/>
          <p14:tracePt t="258172" x="8486775" y="5819775"/>
          <p14:tracePt t="258193" x="8461375" y="5768975"/>
          <p14:tracePt t="258220" x="8348663" y="5707063"/>
          <p14:tracePt t="258246" x="8186738" y="5707063"/>
          <p14:tracePt t="258273" x="8135938" y="5707063"/>
          <p14:tracePt t="258293" x="8099425" y="5707063"/>
          <p14:tracePt t="258326" x="8161338" y="5907088"/>
          <p14:tracePt t="258347" x="8524875" y="6181725"/>
          <p14:tracePt t="258381" x="8975725" y="6457950"/>
          <p14:tracePt t="258404" x="9050338" y="6557963"/>
          <p14:tracePt t="258428" x="9050338" y="6607175"/>
          <p14:tracePt t="258451" x="9037638" y="6657975"/>
          <p14:tracePt t="258475" x="8886825" y="6670675"/>
          <p14:tracePt t="258498" x="8737600" y="6670675"/>
          <p14:tracePt t="258523" x="8674100" y="6670675"/>
          <p14:tracePt t="258551" x="8650288" y="6670675"/>
          <p14:tracePt t="258579" x="8650288" y="6645275"/>
          <p14:tracePt t="258604" x="8724900" y="6583363"/>
          <p14:tracePt t="258630" x="8737600" y="6519863"/>
          <p14:tracePt t="258653" x="8750300" y="6432550"/>
          <p14:tracePt t="258677" x="8750300" y="6370638"/>
          <p14:tracePt t="258700" x="8750300" y="6319838"/>
          <p14:tracePt t="258728" x="8724900" y="6281738"/>
          <p14:tracePt t="258758" x="8724900" y="6245225"/>
          <p14:tracePt t="258787" x="8712200" y="6232525"/>
          <p14:tracePt t="258813" x="8686800" y="6207125"/>
          <p14:tracePt t="258837" x="8661400" y="6132513"/>
          <p14:tracePt t="258861" x="8661400" y="5994400"/>
          <p14:tracePt t="258888" x="8850313" y="5843588"/>
          <p14:tracePt t="258916" x="8886825" y="5832475"/>
          <p14:tracePt t="258939" x="8899525" y="5832475"/>
          <p14:tracePt t="258970" x="8886825" y="5881688"/>
          <p14:tracePt t="258997" x="8799513" y="5994400"/>
          <p14:tracePt t="259024" x="8712200" y="6119813"/>
          <p14:tracePt t="259025" x="8674100" y="6157913"/>
          <p14:tracePt t="259045" x="8637588" y="6181725"/>
          <p14:tracePt t="259076" x="8412163" y="6269038"/>
          <p14:tracePt t="259100" x="8186738" y="6281738"/>
          <p14:tracePt t="259127" x="7897813" y="6281738"/>
          <p14:tracePt t="259147" x="7697788" y="6281738"/>
          <p14:tracePt t="259180" x="7372350" y="6194425"/>
          <p14:tracePt t="259201" x="7134225" y="6069013"/>
          <p14:tracePt t="259227" x="6972300" y="5945188"/>
          <p14:tracePt t="259247" x="6872288" y="5868988"/>
          <p14:tracePt t="259280" x="6721475" y="5732463"/>
          <p14:tracePt t="259281" x="6659563" y="5694363"/>
          <p14:tracePt t="259303" x="6572250" y="5607050"/>
          <p14:tracePt t="259330" x="6446838" y="5418138"/>
          <p14:tracePt t="259351" x="6434138" y="5330825"/>
          <p14:tracePt t="259354" x="6434138" y="5281613"/>
          <p14:tracePt t="259384" x="6408738" y="5156200"/>
          <p14:tracePt t="259385" x="6408738" y="5092700"/>
          <p14:tracePt t="259409" x="6408738" y="4956175"/>
          <p14:tracePt t="259433" x="6421438" y="4868863"/>
          <p14:tracePt t="259459" x="6459538" y="4779963"/>
          <p14:tracePt t="259487" x="6534150" y="4692650"/>
          <p14:tracePt t="259489" x="6596063" y="4618038"/>
          <p14:tracePt t="259513" x="6734175" y="4543425"/>
          <p14:tracePt t="259538" x="6734175" y="4530725"/>
          <p14:tracePt t="259562" x="6759575" y="4518025"/>
          <p14:tracePt t="259607" x="6784975" y="4492625"/>
          <p14:tracePt t="259635" x="6934200" y="4467225"/>
          <p14:tracePt t="259662" x="7110413" y="4467225"/>
          <p14:tracePt t="259688" x="7310438" y="4467225"/>
          <p14:tracePt t="259718" x="7523163" y="4467225"/>
          <p14:tracePt t="259741" x="7735888" y="4543425"/>
          <p14:tracePt t="259766" x="7848600" y="4643438"/>
          <p14:tracePt t="259794" x="7961313" y="4768850"/>
          <p14:tracePt t="259820" x="8010525" y="4868863"/>
          <p14:tracePt t="259844" x="8061325" y="4930775"/>
          <p14:tracePt t="259873" x="8061325" y="4956175"/>
          <p14:tracePt t="259874" x="8061325" y="4981575"/>
          <p14:tracePt t="259899" x="8086725" y="5043488"/>
          <p14:tracePt t="259926" x="8110538" y="5130800"/>
          <p14:tracePt t="259946" x="8123238" y="5243513"/>
          <p14:tracePt t="259977" x="8135938" y="5381625"/>
          <p14:tracePt t="259997" x="8135938" y="5430838"/>
          <p14:tracePt t="260024" x="8123238" y="5543550"/>
          <p14:tracePt t="260050" x="8061325" y="5630863"/>
          <p14:tracePt t="260079" x="7974013" y="5719763"/>
          <p14:tracePt t="260107" x="7785100" y="5794375"/>
          <p14:tracePt t="260134" x="7661275" y="5819775"/>
          <p14:tracePt t="260156" x="7597775" y="5843588"/>
          <p14:tracePt t="260186" x="7561263" y="5881688"/>
          <p14:tracePt t="260209" x="7523163" y="5881688"/>
          <p14:tracePt t="260235" x="7435850" y="5907088"/>
          <p14:tracePt t="260257" x="7272338" y="5956300"/>
          <p14:tracePt t="260293" x="7097713" y="6045200"/>
          <p14:tracePt t="260315" x="6884988" y="6119813"/>
          <p14:tracePt t="260343" x="6708775" y="6132513"/>
          <p14:tracePt t="260368" x="6521450" y="6132513"/>
          <p14:tracePt t="260394" x="6408738" y="6056313"/>
          <p14:tracePt t="260416" x="6359525" y="5994400"/>
          <p14:tracePt t="260449" x="6234113" y="5743575"/>
          <p14:tracePt t="260476" x="6183313" y="5518150"/>
          <p14:tracePt t="260505" x="6121400" y="5156200"/>
          <p14:tracePt t="260530" x="6070600" y="4843463"/>
          <p14:tracePt t="260553" x="6057900" y="4605338"/>
          <p14:tracePt t="260581" x="6057900" y="4479925"/>
          <p14:tracePt t="260608" x="6134100" y="4354513"/>
          <p14:tracePt t="260609" x="6221413" y="4330700"/>
          <p14:tracePt t="260634" x="6421438" y="4279900"/>
          <p14:tracePt t="260659" x="6434138" y="4279900"/>
          <p14:tracePt t="260755" x="6459538" y="4279900"/>
          <p14:tracePt t="260779" x="6496050" y="4279900"/>
          <p14:tracePt t="260803" x="6572250" y="4354513"/>
          <p14:tracePt t="260828" x="6797675" y="4454525"/>
          <p14:tracePt t="260858" x="7010400" y="4554538"/>
          <p14:tracePt t="260887" x="7072313" y="4618038"/>
          <p14:tracePt t="260890" x="7085013" y="4630738"/>
          <p14:tracePt t="260915" x="7159625" y="4679950"/>
          <p14:tracePt t="260945" x="7323138" y="4779963"/>
          <p14:tracePt t="260967" x="7410450" y="4868863"/>
          <p14:tracePt t="260999" x="7535863" y="5056188"/>
          <p14:tracePt t="261023" x="7635875" y="5268913"/>
          <p14:tracePt t="261047" x="7710488" y="5394325"/>
          <p14:tracePt t="261072" x="7748588" y="5518150"/>
          <p14:tracePt t="261101" x="7748588" y="5581650"/>
          <p14:tracePt t="261127" x="7748588" y="5681663"/>
          <p14:tracePt t="261151" x="7697788" y="5807075"/>
          <p14:tracePt t="261177" x="7585075" y="5894388"/>
          <p14:tracePt t="261202" x="7510463" y="5932488"/>
          <p14:tracePt t="261227" x="7410450" y="5981700"/>
          <p14:tracePt t="261261" x="7348538" y="6045200"/>
          <p14:tracePt t="261289" x="7272338" y="6056313"/>
          <p14:tracePt t="261313" x="7223125" y="6081713"/>
          <p14:tracePt t="261337" x="7185025" y="6094413"/>
          <p14:tracePt t="261362" x="7159625" y="6107113"/>
          <p14:tracePt t="261388" x="7146925" y="6107113"/>
          <p14:tracePt t="261414" x="7097713" y="6119813"/>
          <p14:tracePt t="261438" x="7034213" y="6145213"/>
          <p14:tracePt t="261462" x="6972300" y="6145213"/>
          <p14:tracePt t="261488" x="6921500" y="6145213"/>
          <p14:tracePt t="261490" x="6910388" y="6145213"/>
          <p14:tracePt t="261514" x="6846888" y="6145213"/>
          <p14:tracePt t="261542" x="6721475" y="6145213"/>
          <p14:tracePt t="261564" x="6584950" y="6145213"/>
          <p14:tracePt t="261592" x="6408738" y="6107113"/>
          <p14:tracePt t="261613" x="6396038" y="6069013"/>
          <p14:tracePt t="261644" x="6396038" y="5919788"/>
          <p14:tracePt t="261667" x="6396038" y="5781675"/>
          <p14:tracePt t="261702" x="6408738" y="5668963"/>
          <p14:tracePt t="261728" x="6421438" y="5594350"/>
          <p14:tracePt t="261729" x="6421438" y="5568950"/>
          <p14:tracePt t="261752" x="6459538" y="5456238"/>
          <p14:tracePt t="261781" x="6534150" y="5318125"/>
          <p14:tracePt t="261808" x="6659563" y="5168900"/>
          <p14:tracePt t="261835" x="6684963" y="5105400"/>
          <p14:tracePt t="261861" x="6708775" y="5056188"/>
          <p14:tracePt t="261891" x="6772275" y="4968875"/>
          <p14:tracePt t="261916" x="6934200" y="4868863"/>
          <p14:tracePt t="261940" x="6985000" y="4843463"/>
          <p14:tracePt t="261968" x="7072313" y="4818063"/>
          <p14:tracePt t="261969" x="7085013" y="4805363"/>
          <p14:tracePt t="261993" x="7159625" y="4805363"/>
          <p14:tracePt t="262018" x="7285038" y="4768850"/>
          <p14:tracePt t="262046" x="7435850" y="4768850"/>
          <p14:tracePt t="262076" x="7572375" y="4768850"/>
          <p14:tracePt t="262103" x="7635875" y="4805363"/>
          <p14:tracePt t="262131" x="7748588" y="4856163"/>
          <p14:tracePt t="262151" x="7810500" y="4892675"/>
          <p14:tracePt t="262153" x="7835900" y="4918075"/>
          <p14:tracePt t="262180" x="7886700" y="4943475"/>
          <p14:tracePt t="262207" x="7935913" y="5030788"/>
          <p14:tracePt t="262233" x="7986713" y="5156200"/>
          <p14:tracePt t="262255" x="8035925" y="5230813"/>
          <p14:tracePt t="262282" x="8074025" y="5368925"/>
          <p14:tracePt t="262308" x="8074025" y="5418138"/>
          <p14:tracePt t="262337" x="8074025" y="5456238"/>
          <p14:tracePt t="262338" x="8074025" y="5481638"/>
          <p14:tracePt t="262358" x="8074025" y="5530850"/>
          <p14:tracePt t="262389" x="7961313" y="5656263"/>
          <p14:tracePt t="262412" x="7773988" y="5743575"/>
          <p14:tracePt t="262440" x="7435850" y="5781675"/>
          <p14:tracePt t="262441" x="7297738" y="5794375"/>
          <p14:tracePt t="262462" x="7197725" y="5794375"/>
          <p14:tracePt t="262494" x="6959600" y="5756275"/>
          <p14:tracePt t="262516" x="6834188" y="5681663"/>
          <p14:tracePt t="262545" x="6734175" y="5581650"/>
          <p14:tracePt t="262566" x="6721475" y="5518150"/>
          <p14:tracePt t="262598" x="6708775" y="5381625"/>
          <p14:tracePt t="262620" x="6708775" y="5281613"/>
          <p14:tracePt t="262649" x="6897688" y="5030788"/>
          <p14:tracePt t="262670" x="7021513" y="4930775"/>
          <p14:tracePt t="262702" x="7285038" y="4768850"/>
          <p14:tracePt t="262726" x="7435850" y="4730750"/>
          <p14:tracePt t="262751" x="7710488" y="4705350"/>
          <p14:tracePt t="262778" x="8035925" y="4643438"/>
          <p14:tracePt t="262808" x="8235950" y="4643438"/>
          <p14:tracePt t="262833" x="8274050" y="4667250"/>
          <p14:tracePt t="262859" x="8312150" y="4718050"/>
          <p14:tracePt t="262884" x="8348663" y="4818063"/>
          <p14:tracePt t="262912" x="8361363" y="4992688"/>
          <p14:tracePt t="262938" x="8361363" y="5130800"/>
          <p14:tracePt t="262963" x="8335963" y="5268913"/>
          <p14:tracePt t="262990" x="8274050" y="5343525"/>
          <p14:tracePt t="263016" x="8212138" y="5407025"/>
          <p14:tracePt t="263041" x="8174038" y="5418138"/>
          <p14:tracePt t="263065" x="8161338" y="5418138"/>
          <p14:tracePt t="263096" x="8123238" y="5430838"/>
          <p14:tracePt t="263097" x="8099425" y="5443538"/>
          <p14:tracePt t="263123" x="8086725" y="5456238"/>
          <p14:tracePt t="263147" x="8023225" y="5468938"/>
          <p14:tracePt t="263173" x="7986713" y="5468938"/>
          <p14:tracePt t="263200" x="7974013" y="5494338"/>
          <p14:tracePt t="263605" x="7923213" y="5494338"/>
          <p14:tracePt t="263627" x="7897813" y="5494338"/>
          <p14:tracePt t="263653" x="7886700" y="5494338"/>
          <p14:tracePt t="263677" x="7848600" y="5494338"/>
          <p14:tracePt t="263708" x="7810500" y="5494338"/>
          <p14:tracePt t="263918" x="7748588" y="5494338"/>
          <p14:tracePt t="263943" x="7535863" y="5507038"/>
          <p14:tracePt t="263967" x="7223125" y="5518150"/>
          <p14:tracePt t="263996" x="6934200" y="5568950"/>
          <p14:tracePt t="264022" x="6872288" y="5594350"/>
          <p14:tracePt t="264045" x="6859588" y="5607050"/>
          <p14:tracePt t="264070" x="6859588" y="5668963"/>
          <p14:tracePt t="264240" x="6884988" y="5719763"/>
          <p14:tracePt t="264260" x="6897688" y="5743575"/>
          <p14:tracePt t="264291" x="6934200" y="5794375"/>
          <p14:tracePt t="264315" x="6934200" y="5807075"/>
          <p14:tracePt t="264344" x="6946900" y="5807075"/>
          <p14:tracePt t="264420" x="6946900" y="5781675"/>
          <p14:tracePt t="264446" x="6934200" y="5719763"/>
          <p14:tracePt t="264474" x="6921500" y="5594350"/>
          <p14:tracePt t="264508" x="6921500" y="5568950"/>
          <p14:tracePt t="264560" x="6997700" y="5681663"/>
          <p14:tracePt t="264561" x="7072313" y="5743575"/>
          <p14:tracePt t="264588" x="7197725" y="6007100"/>
          <p14:tracePt t="264615" x="7359650" y="6219825"/>
          <p14:tracePt t="264639" x="7485063" y="6381750"/>
          <p14:tracePt t="264662" x="7561263" y="6457950"/>
          <p14:tracePt t="264687" x="7572375" y="6457950"/>
          <p14:tracePt t="264717" x="7610475" y="6445250"/>
          <p14:tracePt t="264742" x="7685088" y="6319838"/>
          <p14:tracePt t="264767" x="7785100" y="6219825"/>
          <p14:tracePt t="264797" x="8035925" y="6032500"/>
          <p14:tracePt t="264823" x="8312150" y="5843588"/>
          <p14:tracePt t="264848" x="8474075" y="5668963"/>
          <p14:tracePt t="264874" x="8537575" y="5418138"/>
          <p14:tracePt t="264902" x="8512175" y="5281613"/>
          <p14:tracePt t="264929" x="8474075" y="5218113"/>
          <p14:tracePt t="264954" x="8474075" y="5181600"/>
          <p14:tracePt t="264979" x="8474075" y="5168900"/>
          <p14:tracePt t="265007" x="8461375" y="5156200"/>
          <p14:tracePt t="265031" x="8448675" y="5143500"/>
          <p14:tracePt t="265055" x="8448675" y="5130800"/>
          <p14:tracePt t="265081" x="8435975" y="5118100"/>
          <p14:tracePt t="265200" x="8424863" y="5130800"/>
          <p14:tracePt t="265382" x="8312150" y="5181600"/>
          <p14:tracePt t="265408" x="7948613" y="5368925"/>
          <p14:tracePt t="265436" x="7735888" y="5494338"/>
          <p14:tracePt t="265459" x="7673975" y="5581650"/>
          <p14:tracePt t="265487" x="7661275" y="5594350"/>
          <p14:tracePt t="265559" x="7661275" y="5619750"/>
          <p14:tracePt t="265582" x="7661275" y="5630863"/>
          <p14:tracePt t="265586" x="7661275" y="5656263"/>
          <p14:tracePt t="265614" x="7661275" y="5694363"/>
          <p14:tracePt t="265641" x="7661275" y="5707063"/>
          <p14:tracePt t="265661" x="7697788" y="5719763"/>
          <p14:tracePt t="265689" x="7897813" y="5719763"/>
          <p14:tracePt t="265718" x="8061325" y="5619750"/>
          <p14:tracePt t="265746" x="8199438" y="5456238"/>
          <p14:tracePt t="265769" x="8212138" y="5356225"/>
          <p14:tracePt t="265802" x="8212138" y="5218113"/>
          <p14:tracePt t="265823" x="8199438" y="5168900"/>
          <p14:tracePt t="265852" x="8199438" y="5056188"/>
          <p14:tracePt t="265874" x="8199438" y="5005388"/>
          <p14:tracePt t="265951" x="8148638" y="5030788"/>
          <p14:tracePt t="265974" x="8110538" y="5143500"/>
          <p14:tracePt t="266005" x="8086725" y="5494338"/>
          <p14:tracePt t="266027" x="7974013" y="5856288"/>
          <p14:tracePt t="266053" x="7874000" y="6132513"/>
          <p14:tracePt t="266075" x="7761288" y="6257925"/>
          <p14:tracePt t="266112" x="7723188" y="6294438"/>
          <p14:tracePt t="266159" x="7685088" y="6245225"/>
          <p14:tracePt t="266160" x="7685088" y="6232525"/>
          <p14:tracePt t="266186" x="7661275" y="6157913"/>
          <p14:tracePt t="266215" x="7661275" y="6107113"/>
          <p14:tracePt t="266217" x="7661275" y="6094413"/>
          <p14:tracePt t="266242" x="7723188" y="6056313"/>
          <p14:tracePt t="266265" x="7948613" y="6019800"/>
          <p14:tracePt t="266289" x="8235950" y="5969000"/>
          <p14:tracePt t="266319" x="8599488" y="5868988"/>
          <p14:tracePt t="266343" x="8924925" y="5681663"/>
          <p14:tracePt t="266369" x="9063038" y="5518150"/>
          <p14:tracePt t="266398" x="9088438" y="5418138"/>
          <p14:tracePt t="266423" x="9088438" y="5330825"/>
          <p14:tracePt t="266449" x="9063038" y="5268913"/>
          <p14:tracePt t="266474" x="9012238" y="5243513"/>
          <p14:tracePt t="266503" x="8999538" y="5218113"/>
          <p14:tracePt t="266527" x="8986838" y="5218113"/>
          <p14:tracePt t="266604" x="8950325" y="5218113"/>
          <p14:tracePt t="266627" x="8874125" y="5243513"/>
          <p14:tracePt t="266652" x="8774113" y="5443538"/>
          <p14:tracePt t="266676" x="8712200" y="5556250"/>
          <p14:tracePt t="266707" x="8712200" y="5581650"/>
          <p14:tracePt t="267153" x="8661400" y="5656263"/>
          <p14:tracePt t="267174" x="8586788" y="5719763"/>
          <p14:tracePt t="267204" x="8110538" y="5945188"/>
          <p14:tracePt t="267226" x="7585075" y="6045200"/>
          <p14:tracePt t="267253" x="7110413" y="6107113"/>
          <p14:tracePt t="267273" x="6872288" y="6157913"/>
          <p14:tracePt t="267302" x="6859588" y="6157913"/>
          <p14:tracePt t="267325" x="6846888" y="6157913"/>
          <p14:tracePt t="267355" x="6846888" y="6132513"/>
          <p14:tracePt t="267467" x="6846888" y="6119813"/>
          <p14:tracePt t="267521" x="6859588" y="5932488"/>
          <p14:tracePt t="267545" x="6872288" y="5807075"/>
          <p14:tracePt t="267569" x="6884988" y="5719763"/>
          <p14:tracePt t="267594" x="6884988" y="5643563"/>
          <p14:tracePt t="267623" x="6884988" y="5607050"/>
          <p14:tracePt t="267649" x="6884988" y="5530850"/>
          <p14:tracePt t="267678" x="6884988" y="5481638"/>
          <p14:tracePt t="267704" x="6884988" y="5443538"/>
          <p14:tracePt t="267749" x="6897688" y="5443538"/>
          <p14:tracePt t="267770" x="6972300" y="5443538"/>
          <p14:tracePt t="267799" x="7110413" y="5518150"/>
          <p14:tracePt t="267803" x="7134225" y="5556250"/>
          <p14:tracePt t="267825" x="7272338" y="5668963"/>
          <p14:tracePt t="267853" x="7385050" y="5707063"/>
          <p14:tracePt t="267875" x="7459663" y="5719763"/>
          <p14:tracePt t="267906" x="7497763" y="5707063"/>
          <p14:tracePt t="267928" x="7510463" y="5668963"/>
          <p14:tracePt t="267957" x="7523163" y="5619750"/>
          <p14:tracePt t="267979" x="7585075" y="5530850"/>
          <p14:tracePt t="268011" x="7685088" y="5443538"/>
          <p14:tracePt t="268035" x="7785100" y="5356225"/>
          <p14:tracePt t="268068" x="7910513" y="5218113"/>
          <p14:tracePt t="268095" x="7935913" y="5168900"/>
          <p14:tracePt t="268182" x="7897813" y="5243513"/>
          <p14:tracePt t="268211" x="7874000" y="5507038"/>
          <p14:tracePt t="268238" x="7810500" y="5768975"/>
          <p14:tracePt t="268262" x="7623175" y="6081713"/>
          <p14:tracePt t="268290" x="7410450" y="6281738"/>
          <p14:tracePt t="268320" x="7285038" y="6381750"/>
          <p14:tracePt t="268389" x="7272338" y="6345238"/>
          <p14:tracePt t="268418" x="7246938" y="6232525"/>
          <p14:tracePt t="268446" x="7235825" y="6145213"/>
          <p14:tracePt t="268449" x="7235825" y="6107113"/>
          <p14:tracePt t="268474" x="7235825" y="5956300"/>
          <p14:tracePt t="268501" x="7235825" y="5756275"/>
          <p14:tracePt t="268522" x="7297738" y="5607050"/>
          <p14:tracePt t="268549" x="7397750" y="5556250"/>
          <p14:tracePt t="268570" x="7485063" y="5543550"/>
          <p14:tracePt t="268598" x="7572375" y="5518150"/>
          <p14:tracePt t="268622" x="7597775" y="5518150"/>
          <p14:tracePt t="268650" x="7623175" y="5518150"/>
          <p14:tracePt t="268704" x="7623175" y="5543550"/>
          <p14:tracePt t="268771" x="7623175" y="5556250"/>
          <p14:tracePt t="269409" x="7472363" y="5656263"/>
          <p14:tracePt t="269454" x="7310438" y="5819775"/>
          <p14:tracePt t="269475" x="7259638" y="5907088"/>
          <p14:tracePt t="269504" x="7235825" y="5956300"/>
          <p14:tracePt t="269528" x="7210425" y="5994400"/>
          <p14:tracePt t="269557" x="7185025" y="6032500"/>
          <p14:tracePt t="269607" x="7172325" y="6081713"/>
          <p14:tracePt t="269608" x="7146925" y="6107113"/>
          <p14:tracePt t="269629" x="7134225" y="6145213"/>
          <p14:tracePt t="269663" x="7110413" y="6157913"/>
          <p14:tracePt t="269685" x="7097713" y="6157913"/>
          <p14:tracePt t="269715" x="7059613" y="6157913"/>
          <p14:tracePt t="269737" x="6985000" y="6157913"/>
          <p14:tracePt t="269766" x="6872288" y="6157913"/>
          <p14:tracePt t="269790" x="6721475" y="6157913"/>
          <p14:tracePt t="269820" x="6559550" y="6157913"/>
          <p14:tracePt t="269846" x="6534150" y="6157913"/>
          <p14:tracePt t="269869" x="6534150" y="6081713"/>
          <p14:tracePt t="269893" x="6534150" y="5956300"/>
          <p14:tracePt t="269897" x="6534150" y="5907088"/>
          <p14:tracePt t="269926" x="6534150" y="5819775"/>
          <p14:tracePt t="269955" x="6584950" y="5681663"/>
          <p14:tracePt t="269977" x="6684963" y="5543550"/>
          <p14:tracePt t="270011" x="6808788" y="5343525"/>
          <p14:tracePt t="270033" x="6921500" y="5230813"/>
          <p14:tracePt t="270066" x="7059613" y="5168900"/>
          <p14:tracePt t="270089" x="7172325" y="5068888"/>
          <p14:tracePt t="270118" x="7323138" y="4968875"/>
          <p14:tracePt t="270139" x="7472363" y="4905375"/>
          <p14:tracePt t="270165" x="7597775" y="4892675"/>
          <p14:tracePt t="270187" x="7735888" y="4892675"/>
          <p14:tracePt t="270221" x="7874000" y="4943475"/>
          <p14:tracePt t="270245" x="8010525" y="5056188"/>
          <p14:tracePt t="270270" x="8199438" y="5330825"/>
          <p14:tracePt t="270296" x="8248650" y="5518150"/>
          <p14:tracePt t="270297" x="8274050" y="5594350"/>
          <p14:tracePt t="270327" x="8312150" y="5819775"/>
          <p14:tracePt t="270353" x="8324850" y="6019800"/>
          <p14:tracePt t="270377" x="8212138" y="6207125"/>
          <p14:tracePt t="270405" x="7935913" y="6419850"/>
          <p14:tracePt t="270431" x="7610475" y="6532563"/>
          <p14:tracePt t="270433" x="7535863" y="6545263"/>
          <p14:tracePt t="270463" x="7323138" y="6583363"/>
          <p14:tracePt t="270489" x="7259638" y="6583363"/>
          <p14:tracePt t="270536" x="7246938" y="6583363"/>
          <p14:tracePt t="270830" x="7246938" y="6557963"/>
          <p14:tracePt t="270856" x="7272338" y="6519863"/>
          <p14:tracePt t="270858" x="7272338" y="6507163"/>
          <p14:tracePt t="270886" x="7297738" y="6494463"/>
          <p14:tracePt t="270910" x="7348538" y="6457950"/>
          <p14:tracePt t="270959" x="7485063" y="6332538"/>
          <p14:tracePt t="270983" x="7548563" y="6294438"/>
          <p14:tracePt t="271125" x="7548563" y="6257925"/>
          <p14:tracePt t="271149" x="7561263" y="6181725"/>
          <p14:tracePt t="271174" x="7585075" y="6094413"/>
          <p14:tracePt t="271199" x="7585075" y="6019800"/>
          <p14:tracePt t="271228" x="7585075" y="5907088"/>
          <p14:tracePt t="271252" x="7572375" y="5868988"/>
          <p14:tracePt t="271276" x="7561263" y="5832475"/>
          <p14:tracePt t="271301" x="7472363" y="5794375"/>
          <p14:tracePt t="271331" x="7297738" y="5756275"/>
          <p14:tracePt t="271356" x="7197725" y="5756275"/>
          <p14:tracePt t="271386" x="7110413" y="5756275"/>
          <p14:tracePt t="271409" x="7072313" y="5756275"/>
          <p14:tracePt t="271433" x="7046913" y="5781675"/>
          <p14:tracePt t="271464" x="7034213" y="5807075"/>
          <p14:tracePt t="271487" x="7021513" y="5843588"/>
          <p14:tracePt t="271513" x="7021513" y="5856288"/>
          <p14:tracePt t="271719" x="7021513" y="5843588"/>
          <p14:tracePt t="271741" x="7021513" y="5756275"/>
          <p14:tracePt t="271774" x="6821488" y="5668963"/>
          <p14:tracePt t="271800" x="6559550" y="5656263"/>
          <p14:tracePt t="271803" x="6434138" y="5656263"/>
          <p14:tracePt t="271827" x="6283325" y="5643563"/>
          <p14:tracePt t="271854" x="6021388" y="5732463"/>
          <p14:tracePt t="271880" x="5921375" y="5856288"/>
          <p14:tracePt t="271907" x="5921375" y="5907088"/>
          <p14:tracePt t="271932" x="5957888" y="5956300"/>
          <p14:tracePt t="271959" x="6008688" y="5981700"/>
          <p14:tracePt t="271987" x="6057900" y="5969000"/>
          <p14:tracePt t="272015" x="6096000" y="5932488"/>
          <p14:tracePt t="272035" x="6096000" y="5868988"/>
          <p14:tracePt t="272065" x="6083300" y="5768975"/>
          <p14:tracePt t="272086" x="6057900" y="5743575"/>
          <p14:tracePt t="272119" x="5983288" y="5694363"/>
          <p14:tracePt t="272141" x="5957888" y="5694363"/>
          <p14:tracePt t="272196" x="5957888" y="5768975"/>
          <p14:tracePt t="272219" x="6034088" y="5907088"/>
          <p14:tracePt t="272243" x="6134100" y="5994400"/>
          <p14:tracePt t="272272" x="6221413" y="6032500"/>
          <p14:tracePt t="272365" x="6234113" y="6007100"/>
          <p14:tracePt t="272390" x="6234113" y="5994400"/>
          <p14:tracePt t="272481" x="6246813" y="5981700"/>
          <p14:tracePt t="272506" x="6270625" y="5981700"/>
          <p14:tracePt t="272535" x="6296025" y="5994400"/>
          <p14:tracePt t="272561" x="6359525" y="6019800"/>
          <p14:tracePt t="272590" x="6496050" y="5956300"/>
          <p14:tracePt t="272615" x="6584950" y="5819775"/>
          <p14:tracePt t="272639" x="6596063" y="5681663"/>
          <p14:tracePt t="272670" x="6596063" y="5607050"/>
          <p14:tracePt t="272699" x="6508750" y="5530850"/>
          <p14:tracePt t="272722" x="6434138" y="5494338"/>
          <p14:tracePt t="272747" x="6370638" y="5494338"/>
          <p14:tracePt t="272777" x="6246813" y="5481638"/>
          <p14:tracePt t="272803" x="6246813" y="5468938"/>
          <p14:tracePt t="272824" x="6234113" y="5468938"/>
          <p14:tracePt t="272873" x="6221413" y="5481638"/>
          <p14:tracePt t="272895" x="6221413" y="5507038"/>
          <p14:tracePt t="272930" x="6221413" y="5619750"/>
          <p14:tracePt t="272956" x="6221413" y="5643563"/>
          <p14:tracePt t="273055" x="6234113" y="5656263"/>
          <p14:tracePt t="273430" x="6246813" y="5656263"/>
          <p14:tracePt t="273483" x="6270625" y="5656263"/>
          <p14:tracePt t="273528" x="6283325" y="5656263"/>
          <p14:tracePt t="273624" x="6296025" y="5656263"/>
          <p14:tracePt t="274095" x="6308725" y="5656263"/>
          <p14:tracePt t="274126" x="6359525" y="5694363"/>
          <p14:tracePt t="274151" x="6383338" y="5732463"/>
          <p14:tracePt t="274153" x="6396038" y="5743575"/>
          <p14:tracePt t="274180" x="6421438" y="5794375"/>
          <p14:tracePt t="274208" x="6446838" y="5819775"/>
          <p14:tracePt t="274230" x="6459538" y="5819775"/>
          <p14:tracePt t="274254" x="6483350" y="5807075"/>
          <p14:tracePt t="274258" x="6496050" y="5794375"/>
          <p14:tracePt t="274285" x="6534150" y="5768975"/>
          <p14:tracePt t="274423" x="6546850" y="5781675"/>
          <p14:tracePt t="275040" x="6546850" y="5756275"/>
          <p14:tracePt t="275065" x="6534150" y="5756275"/>
          <p14:tracePt t="275230" x="6572250" y="5768975"/>
          <p14:tracePt t="275250" x="6584950" y="5794375"/>
          <p14:tracePt t="275280" x="6672263" y="5856288"/>
          <p14:tracePt t="275304" x="6708775" y="5881688"/>
          <p14:tracePt t="275333" x="6734175" y="5881688"/>
          <p14:tracePt t="275356" x="6772275" y="5881688"/>
          <p14:tracePt t="275388" x="6808788" y="5907088"/>
          <p14:tracePt t="275413" x="6872288" y="5919788"/>
          <p14:tracePt t="275437" x="6897688" y="5956300"/>
          <p14:tracePt t="275459" x="6997700" y="5994400"/>
          <p14:tracePt t="275488" x="7085013" y="6045200"/>
          <p14:tracePt t="275515" x="7110413" y="6056313"/>
          <p14:tracePt t="275538" x="7159625" y="6081713"/>
          <p14:tracePt t="275564" x="7246938" y="6132513"/>
          <p14:tracePt t="275594" x="7335838" y="6145213"/>
          <p14:tracePt t="275619" x="7348538" y="6157913"/>
          <p14:tracePt t="275693" x="7372350" y="6157913"/>
          <p14:tracePt t="276621" x="7372350" y="6145213"/>
          <p14:tracePt t="276768" x="7359650" y="6145213"/>
          <p14:tracePt t="276822" x="7348538" y="6119813"/>
          <p14:tracePt t="276843" x="7335838" y="6081713"/>
          <p14:tracePt t="276871" x="7335838" y="6032500"/>
          <p14:tracePt t="276873" x="7335838" y="6019800"/>
          <p14:tracePt t="276897" x="7335838" y="5956300"/>
          <p14:tracePt t="276925" x="7335838" y="5881688"/>
          <p14:tracePt t="276945" x="7359650" y="5856288"/>
          <p14:tracePt t="276978" x="7385050" y="5819775"/>
          <p14:tracePt t="277000" x="7397750" y="5794375"/>
          <p14:tracePt t="277031" x="7410450" y="5794375"/>
          <p14:tracePt t="277787" x="7410450" y="5768975"/>
          <p14:tracePt t="277843" x="7410450" y="5743575"/>
          <p14:tracePt t="277869" x="7410450" y="5719763"/>
          <p14:tracePt t="277894" x="7385050" y="5668963"/>
          <p14:tracePt t="277944" x="7385050" y="5656263"/>
          <p14:tracePt t="279019" x="7385050" y="5643563"/>
          <p14:tracePt t="279073" x="7359650" y="5643563"/>
          <p14:tracePt t="279120" x="7348538" y="5643563"/>
          <p14:tracePt t="280480" x="7335838" y="5643563"/>
          <p14:tracePt t="281746" x="7335838" y="5656263"/>
          <p14:tracePt t="281767" x="7335838" y="5668963"/>
          <p14:tracePt t="281994" x="7335838" y="5694363"/>
          <p14:tracePt t="282094" x="7335838" y="5719763"/>
          <p14:tracePt t="282116" x="7348538" y="5719763"/>
          <p14:tracePt t="282172" x="7359650" y="5719763"/>
          <p14:tracePt t="282196" x="7372350" y="5732463"/>
          <p14:tracePt t="282221" x="7385050" y="5732463"/>
          <p14:tracePt t="282251" x="7435850" y="5732463"/>
          <p14:tracePt t="282277" x="7448550" y="5756275"/>
          <p14:tracePt t="282300" x="7472363" y="5756275"/>
          <p14:tracePt t="282327" x="7485063" y="5756275"/>
          <p14:tracePt t="282354" x="7510463" y="5756275"/>
          <p14:tracePt t="282382" x="7548563" y="5756275"/>
          <p14:tracePt t="282404" x="7623175" y="5756275"/>
          <p14:tracePt t="282433" x="7673975" y="5756275"/>
          <p14:tracePt t="282488" x="7685088" y="5756275"/>
          <p14:tracePt t="282560" x="7697788" y="5756275"/>
          <p14:tracePt t="282682" x="7710488" y="5768975"/>
          <p14:tracePt t="283074" x="7697788" y="5768975"/>
          <p14:tracePt t="283098" x="7661275" y="5794375"/>
          <p14:tracePt t="283855" x="7648575" y="5807075"/>
          <p14:tracePt t="284447" x="7623175" y="5794375"/>
          <p14:tracePt t="284492" x="7572375" y="5819775"/>
          <p14:tracePt t="284513" x="7472363" y="5856288"/>
          <p14:tracePt t="284539" x="7448550" y="5856288"/>
          <p14:tracePt t="284559" x="7435850" y="5868988"/>
          <p14:tracePt t="284586" x="7410450" y="5868988"/>
          <p14:tracePt t="284615" x="7323138" y="5868988"/>
          <p14:tracePt t="284649" x="7146925" y="5894388"/>
          <p14:tracePt t="284673" x="7059613" y="5907088"/>
          <p14:tracePt t="284700" x="7034213" y="5907088"/>
          <p14:tracePt t="284725" x="7010400" y="5907088"/>
          <p14:tracePt t="284753" x="6859588" y="5894388"/>
          <p14:tracePt t="284779" x="6721475" y="5868988"/>
          <p14:tracePt t="284804" x="6659563" y="5856288"/>
          <p14:tracePt t="284830" x="6634163" y="5843588"/>
          <p14:tracePt t="284856" x="6621463" y="5832475"/>
          <p14:tracePt t="284885" x="6596063" y="5807075"/>
          <p14:tracePt t="284907" x="6572250" y="5768975"/>
          <p14:tracePt t="284935" x="6559550" y="5743575"/>
          <p14:tracePt t="284937" x="6559550" y="5732463"/>
          <p14:tracePt t="284957" x="6559550" y="5694363"/>
          <p14:tracePt t="284987" x="6559550" y="5656263"/>
          <p14:tracePt t="285014" x="6559550" y="5630863"/>
          <p14:tracePt t="285044" x="6634163" y="5581650"/>
          <p14:tracePt t="285069" x="6708775" y="5518150"/>
          <p14:tracePt t="285097" x="6808788" y="5468938"/>
          <p14:tracePt t="285119" x="6872288" y="5443538"/>
          <p14:tracePt t="285121" x="6884988" y="5430838"/>
          <p14:tracePt t="285153" x="6959600" y="5394325"/>
          <p14:tracePt t="285180" x="7034213" y="5368925"/>
          <p14:tracePt t="285203" x="7146925" y="5343525"/>
          <p14:tracePt t="285228" x="7197725" y="5343525"/>
          <p14:tracePt t="285255" x="7272338" y="5343525"/>
          <p14:tracePt t="285257" x="7272338" y="5356225"/>
          <p14:tracePt t="285282" x="7310438" y="5368925"/>
          <p14:tracePt t="285309" x="7335838" y="5394325"/>
          <p14:tracePt t="285335" x="7359650" y="5418138"/>
          <p14:tracePt t="285338" x="7359650" y="5430838"/>
          <p14:tracePt t="285363" x="7359650" y="5494338"/>
          <p14:tracePt t="285390" x="7359650" y="5543550"/>
          <p14:tracePt t="285417" x="7297738" y="5607050"/>
          <p14:tracePt t="285447" x="7223125" y="5607050"/>
          <p14:tracePt t="285468" x="7059613" y="5607050"/>
          <p14:tracePt t="285495" x="6921500" y="5607050"/>
          <p14:tracePt t="285517" x="6859588" y="5607050"/>
          <p14:tracePt t="285549" x="6759575" y="5581650"/>
          <p14:tracePt t="285570" x="6721475" y="5556250"/>
          <p14:tracePt t="285598" x="6721475" y="5518150"/>
          <p14:tracePt t="285620" x="6721475" y="5481638"/>
          <p14:tracePt t="285653" x="6721475" y="5468938"/>
          <p14:tracePt t="285676" x="6721475" y="5430838"/>
          <p14:tracePt t="285706" x="6734175" y="5418138"/>
          <p14:tracePt t="285728" x="6734175" y="5407025"/>
          <p14:tracePt t="285730" x="6746875" y="5394325"/>
          <p14:tracePt t="285764" x="6759575" y="5381625"/>
          <p14:tracePt t="286678" x="6772275" y="5381625"/>
          <p14:tracePt t="286841" x="6772275" y="5418138"/>
          <p14:tracePt t="286868" x="6772275" y="5468938"/>
          <p14:tracePt t="286896" x="6772275" y="5481638"/>
          <p14:tracePt t="286945" x="6772275" y="5507038"/>
          <p14:tracePt t="286972" x="6772275" y="5518150"/>
          <p14:tracePt t="287018" x="6772275" y="5530850"/>
          <p14:tracePt t="287044" x="6759575" y="5543550"/>
          <p14:tracePt t="287496" x="6784975" y="5556250"/>
          <p14:tracePt t="287546" x="6797675" y="5556250"/>
          <p14:tracePt t="287621" x="6808788" y="5568950"/>
          <p14:tracePt t="288315" x="6808788" y="5581650"/>
          <p14:tracePt t="288341" x="6859588" y="5594350"/>
          <p14:tracePt t="288371" x="6934200" y="5607050"/>
          <p14:tracePt t="288396" x="7034213" y="5607050"/>
          <p14:tracePt t="288421" x="7072313" y="5607050"/>
          <p14:tracePt t="288447" x="7123113" y="5607050"/>
          <p14:tracePt t="288477" x="7185025" y="5607050"/>
          <p14:tracePt t="288502" x="7310438" y="5607050"/>
          <p14:tracePt t="288527" x="7410450" y="5543550"/>
          <p14:tracePt t="288555" x="7561263" y="5443538"/>
          <p14:tracePt t="288583" x="7673975" y="5418138"/>
          <p14:tracePt t="288607" x="7773988" y="5356225"/>
          <p14:tracePt t="288633" x="7823200" y="5343525"/>
          <p14:tracePt t="288662" x="7897813" y="5281613"/>
          <p14:tracePt t="288687" x="7886700" y="5256213"/>
          <p14:tracePt t="288850" x="7785100" y="5305425"/>
          <p14:tracePt t="288905" x="7773988" y="5305425"/>
          <p14:tracePt t="289502" x="7773988" y="5318125"/>
          <p14:tracePt t="289577" x="7761288" y="5318125"/>
          <p14:tracePt t="289651" x="7748588" y="5318125"/>
          <p14:tracePt t="289677" x="7735888" y="5318125"/>
          <p14:tracePt t="289727" x="7723188" y="5318125"/>
          <p14:tracePt t="289753" x="7710488" y="5318125"/>
          <p14:tracePt t="289784" x="7673975" y="5318125"/>
          <p14:tracePt t="289785" x="7648575" y="5318125"/>
          <p14:tracePt t="289811" x="7623175" y="5318125"/>
          <p14:tracePt t="289863" x="7610475" y="5318125"/>
          <p14:tracePt t="289911" x="7597775" y="5318125"/>
          <p14:tracePt t="289931" x="7585075" y="5318125"/>
          <p14:tracePt t="290059" x="7585075" y="5330825"/>
          <p14:tracePt t="290114" x="7585075" y="5318125"/>
          <p14:tracePt t="290136" x="7585075" y="5268913"/>
          <p14:tracePt t="290170" x="7548563" y="5156200"/>
          <p14:tracePt t="290194" x="7523163" y="5118100"/>
          <p14:tracePt t="290220" x="7510463" y="5118100"/>
          <p14:tracePt t="290244" x="7497763" y="5081588"/>
          <p14:tracePt t="290273" x="7485063" y="5068888"/>
          <p14:tracePt t="290296" x="7472363" y="5056188"/>
          <p14:tracePt t="290345" x="7472363" y="5043488"/>
          <p14:tracePt t="290401" x="7472363" y="5030788"/>
          <p14:tracePt t="290726" x="7459663" y="5043488"/>
          <p14:tracePt t="291127" x="7472363" y="5056188"/>
          <p14:tracePt t="291398" x="7485063" y="5056188"/>
          <p14:tracePt t="291610" x="7497763" y="5081588"/>
          <p14:tracePt t="291638" x="7497763" y="5105400"/>
          <p14:tracePt t="291641" x="7497763" y="5118100"/>
          <p14:tracePt t="291668" x="7485063" y="5168900"/>
          <p14:tracePt t="291696" x="7472363" y="5194300"/>
          <p14:tracePt t="291724" x="7459663" y="5194300"/>
          <p14:tracePt t="291745" x="7448550" y="5205413"/>
          <p14:tracePt t="291779" x="7435850" y="5218113"/>
          <p14:tracePt t="291801" x="7423150" y="5218113"/>
          <p14:tracePt t="291848" x="7410450" y="5230813"/>
          <p14:tracePt t="291935" x="7359650" y="5281613"/>
          <p14:tracePt t="291961" x="7285038" y="5343525"/>
          <p14:tracePt t="291992" x="7223125" y="5394325"/>
          <p14:tracePt t="292016" x="7210425" y="5394325"/>
          <p14:tracePt t="292017" x="7185025" y="5394325"/>
          <p14:tracePt t="292051" x="7172325" y="5394325"/>
          <p14:tracePt t="292080" x="7159625" y="5394325"/>
          <p14:tracePt t="292112" x="7134225" y="5394325"/>
          <p14:tracePt t="292114" x="7123113" y="5394325"/>
          <p14:tracePt t="292140" x="7085013" y="5394325"/>
          <p14:tracePt t="292167" x="6997700" y="5356225"/>
          <p14:tracePt t="292196" x="6934200" y="5294313"/>
          <p14:tracePt t="292222" x="6921500" y="5281613"/>
          <p14:tracePt t="292244" x="6910388" y="5268913"/>
          <p14:tracePt t="292272" x="6897688" y="5243513"/>
          <p14:tracePt t="292301" x="6872288" y="5218113"/>
          <p14:tracePt t="292330" x="6872288" y="5194300"/>
          <p14:tracePt t="292351" x="6859588" y="5181600"/>
          <p14:tracePt t="292668" x="6859588" y="5168900"/>
          <p14:tracePt t="292695" x="6859588" y="5156200"/>
          <p14:tracePt t="294241" x="6884988" y="5156200"/>
          <p14:tracePt t="294333" x="6897688" y="5168900"/>
          <p14:tracePt t="294360" x="6921500" y="5168900"/>
          <p14:tracePt t="294389" x="6934200" y="5168900"/>
          <p14:tracePt t="294409" x="6946900" y="5168900"/>
          <p14:tracePt t="294443" x="6959600" y="5168900"/>
          <p14:tracePt t="294468" x="6972300" y="5168900"/>
          <p14:tracePt t="294522" x="6985000" y="5168900"/>
          <p14:tracePt t="294598" x="6997700" y="5168900"/>
          <p14:tracePt t="294645" x="7034213" y="5181600"/>
          <p14:tracePt t="294668" x="7072313" y="5218113"/>
          <p14:tracePt t="294696" x="7085013" y="5256213"/>
          <p14:tracePt t="294724" x="7123113" y="5294313"/>
          <p14:tracePt t="294756" x="7134225" y="5318125"/>
          <p14:tracePt t="295313" x="7134225" y="5343525"/>
          <p14:tracePt t="295339" x="7134225" y="5368925"/>
          <p14:tracePt t="295363" x="7134225" y="5407025"/>
          <p14:tracePt t="295391" x="7072313" y="5481638"/>
          <p14:tracePt t="295417" x="7034213" y="5543550"/>
          <p14:tracePt t="295442" x="7021513" y="5568950"/>
          <p14:tracePt t="295468" x="7010400" y="5594350"/>
          <p14:tracePt t="295710" x="6997700" y="5581650"/>
          <p14:tracePt t="295736" x="6985000" y="5543550"/>
          <p14:tracePt t="295759" x="6972300" y="5543550"/>
          <p14:tracePt t="296992" x="6972300" y="5530850"/>
          <p14:tracePt t="297158" x="6972300" y="5518150"/>
          <p14:tracePt t="297232" x="6972300" y="5494338"/>
          <p14:tracePt t="297255" x="6972300" y="5468938"/>
          <p14:tracePt t="297283" x="6972300" y="5394325"/>
          <p14:tracePt t="297309" x="6972300" y="5330825"/>
          <p14:tracePt t="297335" x="6972300" y="5268913"/>
          <p14:tracePt t="297356" x="6972300" y="5218113"/>
          <p14:tracePt t="297385" x="6985000" y="5092700"/>
          <p14:tracePt t="297406" x="7021513" y="5018088"/>
          <p14:tracePt t="297434" x="7097713" y="4905375"/>
          <p14:tracePt t="297461" x="7172325" y="4818063"/>
          <p14:tracePt t="297489" x="7235825" y="4718050"/>
          <p14:tracePt t="297515" x="7246938" y="4667250"/>
          <p14:tracePt t="297543" x="7246938" y="4643438"/>
          <p14:tracePt t="297564" x="7246938" y="4630738"/>
          <p14:tracePt t="297593" x="7285038" y="4618038"/>
          <p14:tracePt t="297642" x="7285038" y="4605338"/>
          <p14:tracePt t="297777" x="7297738" y="4592638"/>
          <p14:tracePt t="298270" x="7285038" y="4643438"/>
          <p14:tracePt t="298300" x="7272338" y="4718050"/>
          <p14:tracePt t="298325" x="7134225" y="4879975"/>
          <p14:tracePt t="298349" x="7034213" y="4992688"/>
          <p14:tracePt t="298373" x="6972300" y="5068888"/>
          <p14:tracePt t="298402" x="6884988" y="5143500"/>
          <p14:tracePt t="298428" x="6696075" y="5205413"/>
          <p14:tracePt t="298452" x="6534150" y="5230813"/>
          <p14:tracePt t="298476" x="6383338" y="5230813"/>
          <p14:tracePt t="298505" x="6221413" y="5194300"/>
          <p14:tracePt t="298530" x="6057900" y="5043488"/>
          <p14:tracePt t="298555" x="5970588" y="4918075"/>
          <p14:tracePt t="298583" x="5921375" y="4805363"/>
          <p14:tracePt t="302020" x="5957888" y="4730750"/>
          <p14:tracePt t="302043" x="6057900" y="4656138"/>
          <p14:tracePt t="302070" x="6083300" y="4605338"/>
          <p14:tracePt t="302096" x="6146800" y="4392613"/>
          <p14:tracePt t="302097" x="6246813" y="4292600"/>
          <p14:tracePt t="302127" x="6496050" y="4054475"/>
          <p14:tracePt t="302153" x="6646863" y="3905250"/>
          <p14:tracePt t="302209" x="6396038" y="3867150"/>
          <p14:tracePt t="302231" x="6146800" y="3816350"/>
          <p14:tracePt t="302234" x="6008688" y="3767138"/>
          <p14:tracePt t="302262" x="5419725" y="3603625"/>
          <p14:tracePt t="302286" x="4732338" y="3554413"/>
          <p14:tracePt t="302315" x="3179763" y="3905250"/>
          <p14:tracePt t="302340" x="2403475" y="4254500"/>
          <p14:tracePt t="302365" x="2328863" y="4254500"/>
          <p14:tracePt t="302503" x="2328863" y="4241800"/>
          <p14:tracePt t="302530" x="2339975" y="4205288"/>
          <p14:tracePt t="302558" x="2352675" y="4179888"/>
          <p14:tracePt t="302581" x="2365375" y="4167188"/>
          <p14:tracePt t="302613" x="2416175" y="4117975"/>
          <p14:tracePt t="303294" x="2490788" y="4079875"/>
          <p14:tracePt t="303321" x="2565400" y="4067175"/>
          <p14:tracePt t="303544" x="2641600" y="4179888"/>
          <p14:tracePt t="303566" x="2854325" y="4354513"/>
          <p14:tracePt t="303592" x="3141663" y="4756150"/>
          <p14:tracePt t="303595" x="3267075" y="4830763"/>
          <p14:tracePt t="303625" x="3830638" y="4968875"/>
          <p14:tracePt t="303653" x="4230688" y="4779963"/>
          <p14:tracePt t="303675" x="4668838" y="4430713"/>
          <p14:tracePt t="303715" x="4945063" y="3490913"/>
          <p14:tracePt t="303737" x="5006975" y="3041650"/>
          <p14:tracePt t="303770" x="4806950" y="2616200"/>
          <p14:tracePt t="303796" x="4243388" y="2339975"/>
          <p14:tracePt t="303820" x="3192463" y="2139950"/>
          <p14:tracePt t="303843" x="3041650" y="2127250"/>
          <p14:tracePt t="303870" x="2841625" y="2165350"/>
          <p14:tracePt t="303892" x="2754313" y="2278063"/>
          <p14:tracePt t="303924" x="2703513" y="2603500"/>
          <p14:tracePt t="303947" x="2703513" y="2852738"/>
          <p14:tracePt t="303981" x="2854325" y="3228975"/>
          <p14:tracePt t="304007" x="2992438" y="3429000"/>
          <p14:tracePt t="304030" x="3192463" y="3629025"/>
          <p14:tracePt t="304055" x="3354388" y="3729038"/>
          <p14:tracePt t="304083" x="3454400" y="3792538"/>
          <p14:tracePt t="304111" x="3479800" y="3792538"/>
          <p14:tracePt t="304138" x="3492500" y="3792538"/>
          <p14:tracePt t="304165" x="3554413" y="3767138"/>
          <p14:tracePt t="304191" x="3617913" y="3716338"/>
          <p14:tracePt t="304215" x="3630613" y="3716338"/>
          <p14:tracePt t="304238" x="3643313" y="3716338"/>
          <p14:tracePt t="304288" x="3692525" y="3692525"/>
          <p14:tracePt t="304334" x="3705225" y="3679825"/>
          <p14:tracePt t="304366" x="3717925" y="3679825"/>
          <p14:tracePt t="304536" x="3856038" y="3679825"/>
          <p14:tracePt t="304564" x="4030663" y="3679825"/>
          <p14:tracePt t="304590" x="4230688" y="3679825"/>
          <p14:tracePt t="304616" x="4668838" y="3467100"/>
          <p14:tracePt t="304640" x="4819650" y="3367088"/>
          <p14:tracePt t="304670" x="4919663" y="3290888"/>
          <p14:tracePt t="304698" x="4945063" y="3267075"/>
          <p14:tracePt t="304816" x="4945063" y="3241675"/>
          <p14:tracePt t="304818" x="4945063" y="3228975"/>
          <p14:tracePt t="304842" x="4894263" y="3228975"/>
          <p14:tracePt t="304868" x="4843463" y="3228975"/>
          <p14:tracePt t="304889" x="4756150" y="3228975"/>
          <p14:tracePt t="304922" x="4681538" y="3278188"/>
          <p14:tracePt t="304947" x="4619625" y="3328988"/>
          <p14:tracePt t="304980" x="4594225" y="3367088"/>
          <p14:tracePt t="305005" x="4581525" y="3403600"/>
          <p14:tracePt t="305030" x="4568825" y="3454400"/>
          <p14:tracePt t="305053" x="4556125" y="3503613"/>
          <p14:tracePt t="305084" x="4518025" y="3554413"/>
          <p14:tracePt t="305109" x="4506913" y="3603625"/>
          <p14:tracePt t="305133" x="4494213" y="3616325"/>
          <p14:tracePt t="305157" x="4468813" y="3641725"/>
          <p14:tracePt t="305181" x="4443413" y="3679825"/>
          <p14:tracePt t="305207" x="4430713" y="3716338"/>
          <p14:tracePt t="305237" x="4406900" y="3792538"/>
          <p14:tracePt t="305264" x="4406900" y="3816350"/>
          <p14:tracePt t="305265" x="4406900" y="3829050"/>
          <p14:tracePt t="305316" x="4418013" y="3829050"/>
          <p14:tracePt t="305338" x="4456113" y="3829050"/>
          <p14:tracePt t="305372" x="4530725" y="3779838"/>
          <p14:tracePt t="305397" x="4606925" y="3703638"/>
          <p14:tracePt t="305424" x="4643438" y="3603625"/>
          <p14:tracePt t="305448" x="4643438" y="3579813"/>
          <p14:tracePt t="305449" x="4643438" y="3567113"/>
          <p14:tracePt t="305480" x="4643438" y="3541713"/>
          <p14:tracePt t="305893" x="4668838" y="3541713"/>
          <p14:tracePt t="305915" x="4681538" y="3579813"/>
          <p14:tracePt t="305938" x="4719638" y="3654425"/>
          <p14:tracePt t="305964" x="4806950" y="3767138"/>
          <p14:tracePt t="305987" x="4881563" y="3867150"/>
          <p14:tracePt t="306019" x="5019675" y="3979863"/>
          <p14:tracePt t="306045" x="5068888" y="4017963"/>
          <p14:tracePt t="306097" x="5094288" y="4054475"/>
          <p14:tracePt t="306127" x="5094288" y="4092575"/>
          <p14:tracePt t="306153" x="5019675" y="4154488"/>
          <p14:tracePt t="306177" x="5019675" y="4167188"/>
          <p14:tracePt t="306203" x="5006975" y="4179888"/>
          <p14:tracePt t="306233" x="4994275" y="4192588"/>
          <p14:tracePt t="306260" x="4981575" y="4192588"/>
          <p14:tracePt t="306314" x="5006975" y="4154488"/>
          <p14:tracePt t="306334" x="5057775" y="4129088"/>
          <p14:tracePt t="306362" x="5181600" y="4079875"/>
          <p14:tracePt t="306383" x="5219700" y="4067175"/>
          <p14:tracePt t="306416" x="5270500" y="4054475"/>
          <p14:tracePt t="306466" x="5294313" y="4054475"/>
          <p14:tracePt t="306487" x="5307013" y="4054475"/>
          <p14:tracePt t="306521" x="5319713" y="4054475"/>
          <p14:tracePt t="306543" x="5319713" y="4067175"/>
          <p14:tracePt t="306693" x="5332413" y="4067175"/>
          <p14:tracePt t="306717" x="5357813" y="4067175"/>
          <p14:tracePt t="306764" x="5370513" y="4067175"/>
          <p14:tracePt t="306785" x="5394325" y="4067175"/>
          <p14:tracePt t="306814" x="5394325" y="4079875"/>
          <p14:tracePt t="306839" x="5394325" y="4179888"/>
          <p14:tracePt t="306867" x="5307013" y="4279900"/>
          <p14:tracePt t="306888" x="5245100" y="4305300"/>
          <p14:tracePt t="306921" x="5181600" y="4254500"/>
          <p14:tracePt t="306942" x="5132388" y="4192588"/>
          <p14:tracePt t="306976" x="5094288" y="3992563"/>
          <p14:tracePt t="306977" x="5094288" y="3916363"/>
          <p14:tracePt t="306998" x="5094288" y="3767138"/>
          <p14:tracePt t="307026" x="5245100" y="3516313"/>
          <p14:tracePt t="307049" x="5394325" y="3378200"/>
          <p14:tracePt t="307080" x="5507038" y="3341688"/>
          <p14:tracePt t="307109" x="5595938" y="3367088"/>
          <p14:tracePt t="307133" x="5607050" y="3403600"/>
          <p14:tracePt t="307158" x="5657850" y="3454400"/>
          <p14:tracePt t="307181" x="5745163" y="3529013"/>
          <p14:tracePt t="307204" x="5783263" y="3616325"/>
          <p14:tracePt t="307237" x="5845175" y="3816350"/>
          <p14:tracePt t="307263" x="5845175" y="3954463"/>
          <p14:tracePt t="307287" x="5845175" y="4041775"/>
          <p14:tracePt t="307317" x="5683250" y="4105275"/>
          <p14:tracePt t="307340" x="5532438" y="4105275"/>
          <p14:tracePt t="307365" x="5483225" y="4079875"/>
          <p14:tracePt t="307398" x="5319713" y="3854450"/>
          <p14:tracePt t="307422" x="5257800" y="3754438"/>
          <p14:tracePt t="307447" x="5245100" y="3679825"/>
          <p14:tracePt t="307476" x="5245100" y="3590925"/>
          <p14:tracePt t="307502" x="5245100" y="3554413"/>
          <p14:tracePt t="307527" x="5281613" y="3529013"/>
          <p14:tracePt t="307553" x="5332413" y="3541713"/>
          <p14:tracePt t="307577" x="5383213" y="3579813"/>
          <p14:tracePt t="307602" x="5470525" y="3654425"/>
          <p14:tracePt t="307633" x="5495925" y="3741738"/>
          <p14:tracePt t="307661" x="5519738" y="3767138"/>
          <p14:tracePt t="307737" x="5483225" y="3729038"/>
          <p14:tracePt t="307764" x="5432425" y="3629025"/>
          <p14:tracePt t="307797" x="5419725" y="3503613"/>
          <p14:tracePt t="307820" x="5419725" y="3441700"/>
          <p14:tracePt t="307844" x="5470525" y="3354388"/>
          <p14:tracePt t="307873" x="5519738" y="3328988"/>
          <p14:tracePt t="307948" x="5532438" y="3328988"/>
          <p14:tracePt t="308022" x="5532438" y="3316288"/>
          <p14:tracePt t="308041" x="5545138" y="3316288"/>
          <p14:tracePt t="308592" x="5532438" y="3316288"/>
          <p14:tracePt t="308618" x="5507038" y="3316288"/>
          <p14:tracePt t="308643" x="5483225" y="3316288"/>
          <p14:tracePt t="308692" x="5457825" y="3328988"/>
          <p14:tracePt t="308752" x="5445125" y="3354388"/>
          <p14:tracePt t="308779" x="5419725" y="3367088"/>
          <p14:tracePt t="308809" x="5407025" y="3390900"/>
          <p14:tracePt t="308832" x="5407025" y="3416300"/>
          <p14:tracePt t="308833" x="5407025" y="3429000"/>
          <p14:tracePt t="308858" x="5394325" y="3454400"/>
          <p14:tracePt t="308886" x="5383213" y="3467100"/>
          <p14:tracePt t="309054" x="5370513" y="3479800"/>
          <p14:tracePt t="310124" x="5345113" y="3516313"/>
          <p14:tracePt t="310144" x="5319713" y="3541713"/>
          <p14:tracePt t="310175" x="5294313" y="3554413"/>
          <p14:tracePt t="310200" x="5245100" y="3554413"/>
          <p14:tracePt t="310201" x="5219700" y="3554413"/>
          <p14:tracePt t="310230" x="5157788" y="3554413"/>
          <p14:tracePt t="310250" x="5094288" y="3554413"/>
          <p14:tracePt t="310278" x="5068888" y="3567113"/>
          <p14:tracePt t="310300" x="5057775" y="3567113"/>
          <p14:tracePt t="310448" x="5057775" y="3616325"/>
          <p14:tracePt t="310474" x="5045075" y="3679825"/>
          <p14:tracePt t="310506" x="5006975" y="3729038"/>
          <p14:tracePt t="310534" x="4994275" y="3779838"/>
          <p14:tracePt t="310539" x="4981575" y="3803650"/>
          <p14:tracePt t="310564" x="4932363" y="3829050"/>
          <p14:tracePt t="310591" x="4894263" y="3829050"/>
          <p14:tracePt t="310616" x="4832350" y="3829050"/>
          <p14:tracePt t="310643" x="4768850" y="3829050"/>
          <p14:tracePt t="310665" x="4706938" y="3816350"/>
          <p14:tracePt t="310692" x="4668838" y="3779838"/>
          <p14:tracePt t="310721" x="4656138" y="3754438"/>
          <p14:tracePt t="310749" x="4656138" y="3729038"/>
          <p14:tracePt t="310806" x="4656138" y="3703638"/>
          <p14:tracePt t="311463" x="4656138" y="3716338"/>
          <p14:tracePt t="312573" x="4643438" y="3716338"/>
          <p14:tracePt t="312623" x="4630738" y="3716338"/>
          <p14:tracePt t="312644" x="4606925" y="3716338"/>
          <p14:tracePt t="312672" x="4556125" y="3729038"/>
          <p14:tracePt t="312674" x="4543425" y="3729038"/>
          <p14:tracePt t="312702" x="4481513" y="3729038"/>
          <p14:tracePt t="312729" x="4418013" y="3692525"/>
          <p14:tracePt t="312751" x="4368800" y="3667125"/>
          <p14:tracePt t="312781" x="4294188" y="3579813"/>
          <p14:tracePt t="312810" x="4230688" y="3516313"/>
          <p14:tracePt t="312838" x="4192588" y="3490913"/>
          <p14:tracePt t="312946" x="4192588" y="3567113"/>
          <p14:tracePt t="312967" x="4205288" y="3654425"/>
          <p14:tracePt t="312994" x="4243388" y="3792538"/>
          <p14:tracePt t="313018" x="4268788" y="3854450"/>
          <p14:tracePt t="313288" x="4281488" y="3841750"/>
          <p14:tracePt t="313309" x="4281488" y="3816350"/>
          <p14:tracePt t="313337" x="4281488" y="3779838"/>
          <p14:tracePt t="313358" x="4294188" y="3741738"/>
          <p14:tracePt t="313390" x="4294188" y="3703638"/>
          <p14:tracePt t="313413" x="4305300" y="3654425"/>
          <p14:tracePt t="313442" x="4305300" y="3629025"/>
          <p14:tracePt t="313518" x="4318000" y="3616325"/>
          <p14:tracePt t="313566" x="4343400" y="3641725"/>
          <p14:tracePt t="313595" x="4381500" y="3692525"/>
          <p14:tracePt t="313623" x="4394200" y="3703638"/>
          <p14:tracePt t="313695" x="4394200" y="3716338"/>
          <p14:tracePt t="313697" x="4381500" y="3729038"/>
          <p14:tracePt t="313723" x="4368800" y="3741738"/>
          <p14:tracePt t="313769" x="4294188" y="3741738"/>
          <p14:tracePt t="313797" x="4268788" y="3729038"/>
          <p14:tracePt t="313825" x="4243388" y="3703638"/>
          <p14:tracePt t="313847" x="4243388" y="3692525"/>
          <p14:tracePt t="314229" x="4217988" y="3767138"/>
          <p14:tracePt t="314255" x="4156075" y="3879850"/>
          <p14:tracePt t="314283" x="4081463" y="3979863"/>
          <p14:tracePt t="314303" x="4068763" y="3992563"/>
          <p14:tracePt t="314333" x="4056063" y="4005263"/>
          <p14:tracePt t="314427" x="4056063" y="3992563"/>
          <p14:tracePt t="314453" x="4056063" y="3967163"/>
          <p14:tracePt t="314687" x="4056063" y="3954463"/>
          <p14:tracePt t="314743" x="4056063" y="3941763"/>
          <p14:tracePt t="314904" x="4056063" y="3954463"/>
          <p14:tracePt t="314905" x="4056063" y="3979863"/>
          <p14:tracePt t="314930" x="4056063" y="4105275"/>
          <p14:tracePt t="314955" x="4056063" y="4292600"/>
          <p14:tracePt t="314983" x="4005263" y="4367213"/>
          <p14:tracePt t="315012" x="3943350" y="4430713"/>
          <p14:tracePt t="315041" x="3879850" y="4492625"/>
          <p14:tracePt t="315067" x="3867150" y="4505325"/>
          <p14:tracePt t="315091" x="3843338" y="4554538"/>
          <p14:tracePt t="315117" x="3805238" y="4579938"/>
          <p14:tracePt t="315146" x="3743325" y="4679950"/>
          <p14:tracePt t="315173" x="3705225" y="4779963"/>
          <p14:tracePt t="315198" x="3692525" y="4918075"/>
          <p14:tracePt t="315227" x="3692525" y="5068888"/>
          <p14:tracePt t="315255" x="3692525" y="5118100"/>
          <p14:tracePt t="315283" x="3730625" y="5156200"/>
          <p14:tracePt t="318297" x="3743325" y="5156200"/>
          <p14:tracePt t="318508" x="3743325" y="5194300"/>
          <p14:tracePt t="318564" x="3756025" y="5205413"/>
          <p14:tracePt t="318587" x="3756025" y="5230813"/>
          <p14:tracePt t="318613" x="3767138" y="5268913"/>
          <p14:tracePt t="318638" x="3792538" y="5356225"/>
          <p14:tracePt t="318668" x="3817938" y="5430838"/>
          <p14:tracePt t="318693" x="3830638" y="5443538"/>
          <p14:tracePt t="318748" x="3867150" y="5443538"/>
          <p14:tracePt t="318771" x="3968750" y="5394325"/>
          <p14:tracePt t="318798" x="4105275" y="5230813"/>
          <p14:tracePt t="318820" x="4268788" y="5118100"/>
          <p14:tracePt t="318853" x="4418013" y="4779963"/>
          <p14:tracePt t="318877" x="4456113" y="4505325"/>
          <p14:tracePt t="318905" x="4456113" y="4341813"/>
          <p14:tracePt t="318931" x="4418013" y="4279900"/>
          <p14:tracePt t="318965" x="4406900" y="4254500"/>
          <p14:tracePt t="318990" x="4394200" y="4241800"/>
          <p14:tracePt t="319041" x="4368800" y="4241800"/>
          <p14:tracePt t="319093" x="4356100" y="4241800"/>
          <p14:tracePt t="319115" x="4343400" y="4241800"/>
          <p14:tracePt t="319148" x="4330700" y="4267200"/>
          <p14:tracePt t="319171" x="4330700" y="4279900"/>
          <p14:tracePt t="321111" x="4330700" y="4267200"/>
          <p14:tracePt t="321161" x="4343400" y="4241800"/>
          <p14:tracePt t="321267" x="4356100" y="4241800"/>
          <p14:tracePt t="321290" x="4368800" y="4241800"/>
          <p14:tracePt t="321317" x="4381500" y="4305300"/>
          <p14:tracePt t="321342" x="4381500" y="4330700"/>
          <p14:tracePt t="321418" x="4343400" y="4205288"/>
          <p14:tracePt t="321443" x="4305300" y="4079875"/>
          <p14:tracePt t="321471" x="4205288" y="3892550"/>
          <p14:tracePt t="321498" x="4117975" y="3729038"/>
          <p14:tracePt t="321523" x="4105275" y="3654425"/>
          <p14:tracePt t="321548" x="4105275" y="3590925"/>
          <p14:tracePt t="321574" x="4130675" y="3503613"/>
          <p14:tracePt t="321601" x="4156075" y="3454400"/>
          <p14:tracePt t="321634" x="4205288" y="3378200"/>
          <p14:tracePt t="321732" x="4217988" y="3378200"/>
          <p14:tracePt t="322033" x="4217988" y="3429000"/>
          <p14:tracePt t="322062" x="4268788" y="3529013"/>
          <p14:tracePt t="322087" x="4356100" y="3679825"/>
          <p14:tracePt t="322113" x="4518025" y="3905250"/>
          <p14:tracePt t="322139" x="4581525" y="4029075"/>
          <p14:tracePt t="322169" x="4681538" y="4267200"/>
          <p14:tracePt t="322197" x="4706938" y="4467225"/>
          <p14:tracePt t="322220" x="4732338" y="4554538"/>
          <p14:tracePt t="322248" x="4719638" y="4618038"/>
          <p14:tracePt t="322273" x="4643438" y="4718050"/>
          <p14:tracePt t="322302" x="4606925" y="4743450"/>
          <p14:tracePt t="322326" x="4581525" y="4756150"/>
          <p14:tracePt t="322355" x="4556125" y="4779963"/>
          <p14:tracePt t="322380" x="4530725" y="4779963"/>
          <p14:tracePt t="322408" x="4494213" y="4756150"/>
          <p14:tracePt t="322409" x="4468813" y="4730750"/>
          <p14:tracePt t="322430" x="4406900" y="4643438"/>
          <p14:tracePt t="322461" x="4356100" y="4443413"/>
          <p14:tracePt t="322486" x="4356100" y="4267200"/>
          <p14:tracePt t="322515" x="4356100" y="4129088"/>
          <p14:tracePt t="322538" x="4394200" y="4029075"/>
          <p14:tracePt t="322571" x="4468813" y="3916363"/>
          <p14:tracePt t="322596" x="4530725" y="3841750"/>
          <p14:tracePt t="322624" x="4556125" y="3792538"/>
          <p14:tracePt t="322625" x="4568825" y="3754438"/>
          <p14:tracePt t="323230" x="4594225" y="3754438"/>
          <p14:tracePt t="323257" x="4619625" y="3854450"/>
          <p14:tracePt t="323287" x="4643438" y="3879850"/>
          <p14:tracePt t="323290" x="4643438" y="3892550"/>
          <p14:tracePt t="323385" x="4656138" y="3892550"/>
          <p14:tracePt t="323414" x="4694238" y="3892550"/>
          <p14:tracePt t="323442" x="4732338" y="3892550"/>
          <p14:tracePt t="323466" x="4756150" y="3892550"/>
          <p14:tracePt t="323492" x="4806950" y="3892550"/>
          <p14:tracePt t="323517" x="4906963" y="3892550"/>
          <p14:tracePt t="323541" x="4994275" y="3854450"/>
          <p14:tracePt t="323570" x="5057775" y="3792538"/>
          <p14:tracePt t="323595" x="5068888" y="3779838"/>
          <p14:tracePt t="323650" x="5032375" y="3754438"/>
          <p14:tracePt t="323678" x="4956175" y="3741738"/>
          <p14:tracePt t="323707" x="4843463" y="3692525"/>
          <p14:tracePt t="323729" x="4806950" y="3667125"/>
          <p14:tracePt t="323804" x="4806950" y="3654425"/>
          <p14:tracePt t="323833" x="4819650" y="3654425"/>
          <p14:tracePt t="323874" x="4843463" y="3654425"/>
          <p14:tracePt t="323895" x="4856163" y="3654425"/>
          <p14:tracePt t="323897" x="4868863" y="3654425"/>
          <p14:tracePt t="324072" x="4881563" y="3667125"/>
          <p14:tracePt t="324379" x="4906963" y="3667125"/>
          <p14:tracePt t="324403" x="4945063" y="3667125"/>
          <p14:tracePt t="324428" x="4994275" y="3667125"/>
          <p14:tracePt t="324452" x="5045075" y="3667125"/>
          <p14:tracePt t="324482" x="5081588" y="3667125"/>
          <p14:tracePt t="324506" x="5119688" y="3679825"/>
          <p14:tracePt t="324531" x="5145088" y="3692525"/>
          <p14:tracePt t="324556" x="5181600" y="3692525"/>
          <p14:tracePt t="324586" x="5207000" y="3692525"/>
          <p14:tracePt t="324615" x="5219700" y="3692525"/>
          <p14:tracePt t="324643" x="5245100" y="3679825"/>
          <p14:tracePt t="324667" x="5245100" y="3667125"/>
          <p14:tracePt t="324738" x="5257800" y="3654425"/>
          <p14:tracePt t="324792" x="5307013" y="3654425"/>
          <p14:tracePt t="324819" x="5383213" y="3667125"/>
          <p14:tracePt t="324845" x="5557838" y="3667125"/>
          <p14:tracePt t="324873" x="5783263" y="3692525"/>
          <p14:tracePt t="324900" x="5870575" y="3692525"/>
          <p14:tracePt t="324926" x="5908675" y="3692525"/>
          <p14:tracePt t="324981" x="5921375" y="3692525"/>
          <p14:tracePt t="325035" x="5932488" y="3692525"/>
          <p14:tracePt t="325103" x="5945188" y="3703638"/>
          <p14:tracePt t="325280" x="5945188" y="3729038"/>
          <p14:tracePt t="325281" x="5945188" y="3741738"/>
          <p14:tracePt t="325306" x="5970588" y="3792538"/>
          <p14:tracePt t="325331" x="6008688" y="3841750"/>
          <p14:tracePt t="325358" x="6034088" y="3879850"/>
          <p14:tracePt t="325389" x="6070600" y="3905250"/>
          <p14:tracePt t="325442" x="6070600" y="3929063"/>
          <p14:tracePt t="325498" x="6121400" y="3979863"/>
          <p14:tracePt t="325524" x="6157913" y="4029075"/>
          <p14:tracePt t="325549" x="6196013" y="4154488"/>
          <p14:tracePt t="325581" x="6296025" y="4341813"/>
          <p14:tracePt t="325611" x="6359525" y="4543425"/>
          <p14:tracePt t="325632" x="6359525" y="4554538"/>
          <p14:tracePt t="325810" x="6346825" y="4605338"/>
          <p14:tracePt t="325832" x="6246813" y="4618038"/>
          <p14:tracePt t="325861" x="6070600" y="4618038"/>
          <p14:tracePt t="325886" x="5895975" y="4618038"/>
          <p14:tracePt t="325916" x="5821363" y="4618038"/>
          <p14:tracePt t="325938" x="5808663" y="4579938"/>
          <p14:tracePt t="325973" x="5783263" y="4530725"/>
          <p14:tracePt t="326023" x="5783263" y="4492625"/>
          <p14:tracePt t="326045" x="5783263" y="4454525"/>
          <p14:tracePt t="326100" x="5783263" y="4443413"/>
          <p14:tracePt t="326176" x="5795963" y="4418013"/>
          <p14:tracePt t="326199" x="5821363" y="4405313"/>
          <p14:tracePt t="326228" x="5883275" y="4392613"/>
          <p14:tracePt t="326254" x="5957888" y="4354513"/>
          <p14:tracePt t="326289" x="6234113" y="4392613"/>
          <p14:tracePt t="326315" x="6296025" y="4392613"/>
          <p14:tracePt t="326341" x="6308725" y="4392613"/>
          <p14:tracePt t="326439" x="6283325" y="4392613"/>
          <p14:tracePt t="326466" x="6246813" y="4418013"/>
          <p14:tracePt t="326493" x="6183313" y="4530725"/>
          <p14:tracePt t="326521" x="6157913" y="4643438"/>
          <p14:tracePt t="326547" x="6134100" y="4692650"/>
          <p14:tracePt t="326576" x="6134100" y="4705350"/>
          <p14:tracePt t="326605" x="6157913" y="4756150"/>
          <p14:tracePt t="326630" x="6196013" y="4779963"/>
          <p14:tracePt t="326660" x="6321425" y="4818063"/>
          <p14:tracePt t="326686" x="6408738" y="4818063"/>
          <p14:tracePt t="326716" x="6521450" y="4805363"/>
          <p14:tracePt t="326738" x="6546850" y="4779963"/>
          <p14:tracePt t="326767" x="6584950" y="4743450"/>
          <p14:tracePt t="326793" x="6608763" y="4679950"/>
          <p14:tracePt t="326826" x="6646863" y="4567238"/>
          <p14:tracePt t="326854" x="6659563" y="4518025"/>
          <p14:tracePt t="326882" x="6684963" y="4418013"/>
          <p14:tracePt t="326907" x="6684963" y="4379913"/>
          <p14:tracePt t="326939" x="6708775" y="4341813"/>
          <p14:tracePt t="326966" x="6708775" y="4330700"/>
          <p14:tracePt t="326990" x="6734175" y="4279900"/>
          <p14:tracePt t="327015" x="6746875" y="4254500"/>
          <p14:tracePt t="327040" x="6834188" y="4179888"/>
          <p14:tracePt t="327070" x="6897688" y="4154488"/>
          <p14:tracePt t="327098" x="6959600" y="4129088"/>
          <p14:tracePt t="327523" x="6946900" y="4129088"/>
          <p14:tracePt t="328299" x="6934200" y="4141788"/>
          <p14:tracePt t="328398" x="6921500" y="4154488"/>
          <p14:tracePt t="328428" x="6921500" y="4167188"/>
          <p14:tracePt t="328456" x="6921500" y="4179888"/>
          <p14:tracePt t="328553" x="6910388" y="4205288"/>
          <p14:tracePt t="328576" x="6897688" y="4205288"/>
          <p14:tracePt t="328622" x="6897688" y="4217988"/>
          <p14:tracePt t="328643" x="6872288" y="4230688"/>
          <p14:tracePt t="328864" x="6872288" y="4241800"/>
          <p14:tracePt t="328885" x="6859588" y="4241800"/>
          <p14:tracePt t="328954" x="6859588" y="4254500"/>
          <p14:tracePt t="328984" x="6846888" y="4254500"/>
          <p14:tracePt t="328985" x="6846888" y="4267200"/>
          <p14:tracePt t="329010" x="6834188" y="4279900"/>
          <p14:tracePt t="329748" x="6821488" y="4292600"/>
          <p14:tracePt t="329803" x="6808788" y="4305300"/>
          <p14:tracePt t="329884" x="6797675" y="4318000"/>
          <p14:tracePt t="330004" x="6784975" y="4330700"/>
          <p14:tracePt t="330292" x="6772275" y="4330700"/>
          <p14:tracePt t="330842" x="6759575" y="4341813"/>
          <p14:tracePt t="331832" x="6759575" y="4354513"/>
          <p14:tracePt t="331860" x="6759575" y="4367213"/>
          <p14:tracePt t="331889" x="6746875" y="4379913"/>
          <p14:tracePt t="331911" x="6734175" y="4392613"/>
          <p14:tracePt t="332271" x="6721475" y="4418013"/>
          <p14:tracePt t="352887" x="6696075" y="4430713"/>
          <p14:tracePt t="352914" x="6546850" y="4505325"/>
          <p14:tracePt t="352945" x="6321425" y="4618038"/>
          <p14:tracePt t="352970" x="6234113" y="4692650"/>
          <p14:tracePt t="352996" x="6096000" y="4718050"/>
          <p14:tracePt t="353030" x="5957888" y="4756150"/>
          <p14:tracePt t="353054" x="5832475" y="4818063"/>
          <p14:tracePt t="353079" x="5695950" y="4843463"/>
          <p14:tracePt t="353082" x="5670550" y="4856163"/>
          <p14:tracePt t="353107" x="5570538" y="4868863"/>
          <p14:tracePt t="353142" x="5394325" y="4956175"/>
          <p14:tracePt t="353167" x="5257800" y="5056188"/>
          <p14:tracePt t="353195" x="4932363" y="5143500"/>
          <p14:tracePt t="353226" x="4518025" y="5268913"/>
          <p14:tracePt t="353252" x="4394200" y="5318125"/>
          <p14:tracePt t="353277" x="4130675" y="5430838"/>
          <p14:tracePt t="353303" x="4017963" y="5518150"/>
          <p14:tracePt t="353336" x="3867150" y="5568950"/>
          <p14:tracePt t="353370" x="3743325" y="5630863"/>
          <p14:tracePt t="353394" x="3643313" y="5707063"/>
          <p14:tracePt t="353429" x="3530600" y="5732463"/>
          <p14:tracePt t="353453" x="3517900" y="5719763"/>
          <p14:tracePt t="353481" x="3756025" y="5568950"/>
          <p14:tracePt t="353504" x="3817938" y="5568950"/>
          <p14:tracePt t="353636" x="3830638" y="5568950"/>
          <p14:tracePt t="353659" x="3867150" y="5630863"/>
          <p14:tracePt t="353688" x="3830638" y="5607050"/>
          <p14:tracePt t="353746" x="3792538" y="5594350"/>
          <p14:tracePt t="353771" x="3743325" y="5594350"/>
          <p14:tracePt t="353798" x="3654425" y="5543550"/>
          <p14:tracePt t="353828" x="3579813" y="5530850"/>
          <p14:tracePt t="353856" x="3541713" y="5494338"/>
          <p14:tracePt t="353858" x="3530600" y="5481638"/>
          <p14:tracePt t="353882" x="3517900" y="5468938"/>
          <p14:tracePt t="353911" x="3479800" y="5418138"/>
          <p14:tracePt t="353933" x="3417888" y="5330825"/>
          <p14:tracePt t="353962" x="3367088" y="5230813"/>
          <p14:tracePt t="353990" x="3328988" y="5156200"/>
          <p14:tracePt t="354020" x="3267075" y="5081588"/>
          <p14:tracePt t="354047" x="3254375" y="5030788"/>
          <p14:tracePt t="354075" x="3228975" y="4992688"/>
          <p14:tracePt t="354097" x="3216275" y="4956175"/>
          <p14:tracePt t="354130" x="3154363" y="4879975"/>
          <p14:tracePt t="354154" x="3128963" y="4856163"/>
          <p14:tracePt t="354183" x="3092450" y="4818063"/>
          <p14:tracePt t="354206" x="3028950" y="4805363"/>
          <p14:tracePt t="354241" x="2979738" y="4792663"/>
          <p14:tracePt t="354478" x="2967038" y="4792663"/>
          <p14:tracePt t="354534" x="2903538" y="4830763"/>
          <p14:tracePt t="354558" x="2828925" y="4905375"/>
          <p14:tracePt t="354586" x="2716213" y="5030788"/>
          <p14:tracePt t="354611" x="2654300" y="5105400"/>
          <p14:tracePt t="354643" x="2578100" y="5168900"/>
          <p14:tracePt t="354668" x="2541588" y="5205413"/>
          <p14:tracePt t="354694" x="2478088" y="5230813"/>
          <p14:tracePt t="354721" x="2478088" y="5243513"/>
          <p14:tracePt t="354843" x="2416175" y="5205413"/>
          <p14:tracePt t="354868" x="2316163" y="5068888"/>
          <p14:tracePt t="354894" x="2139950" y="4918075"/>
          <p14:tracePt t="354922" x="1903413" y="4756150"/>
          <p14:tracePt t="354950" x="1765300" y="4692650"/>
          <p14:tracePt t="354975" x="1665288" y="4643438"/>
          <p14:tracePt t="355023" x="1665288" y="4618038"/>
          <p14:tracePt t="355079" x="1639888" y="4630738"/>
          <p14:tracePt t="355103" x="1639888" y="4656138"/>
          <p14:tracePt t="355134" x="1652588" y="4730750"/>
          <p14:tracePt t="355160" x="1701800" y="4768850"/>
          <p14:tracePt t="355161" x="1714500" y="4779963"/>
          <p14:tracePt t="355189" x="1739900" y="4792663"/>
          <p14:tracePt t="355214" x="1752600" y="4818063"/>
          <p14:tracePt t="355337" x="1814513" y="4756150"/>
          <p14:tracePt t="355361" x="1839913" y="4692650"/>
          <p14:tracePt t="355390" x="1852613" y="4618038"/>
          <p14:tracePt t="355414" x="1865313" y="4554538"/>
          <p14:tracePt t="355448" x="1890713" y="4505325"/>
          <p14:tracePt t="355474" x="1927225" y="4467225"/>
          <p14:tracePt t="355500" x="1939925" y="4454525"/>
          <p14:tracePt t="355532" x="2003425" y="4430713"/>
          <p14:tracePt t="355560" x="2152650" y="4392613"/>
          <p14:tracePt t="355585" x="2239963" y="4354513"/>
          <p14:tracePt t="355609" x="2339975" y="4341813"/>
          <p14:tracePt t="355638" x="2390775" y="4330700"/>
          <p14:tracePt t="355663" x="2416175" y="4318000"/>
          <p14:tracePt t="355687" x="2465388" y="4318000"/>
          <p14:tracePt t="355714" x="2603500" y="4292600"/>
          <p14:tracePt t="355746" x="2667000" y="4267200"/>
          <p14:tracePt t="355774" x="2678113" y="4254500"/>
          <p14:tracePt t="355874" x="2716213" y="4254500"/>
          <p14:tracePt t="355895" x="2754313" y="4267200"/>
          <p14:tracePt t="355924" x="2841625" y="4354513"/>
          <p14:tracePt t="355951" x="2916238" y="4367213"/>
          <p14:tracePt t="355981" x="3041650" y="4379913"/>
          <p14:tracePt t="356005" x="3192463" y="4392613"/>
          <p14:tracePt t="356038" x="3379788" y="4367213"/>
          <p14:tracePt t="356061" x="3554413" y="4330700"/>
          <p14:tracePt t="356094" x="3767138" y="4241800"/>
          <p14:tracePt t="356120" x="3879850" y="4167188"/>
          <p14:tracePt t="356169" x="3905250" y="4141788"/>
          <p14:tracePt t="356248" x="3905250" y="4105275"/>
          <p14:tracePt t="356276" x="3956050" y="4067175"/>
          <p14:tracePt t="356300" x="4030663" y="4005263"/>
          <p14:tracePt t="356327" x="4117975" y="3954463"/>
          <p14:tracePt t="356358" x="4192588" y="3929063"/>
          <p14:tracePt t="356384" x="4230688" y="3916363"/>
          <p14:tracePt t="356410" x="4256088" y="3905250"/>
          <p14:tracePt t="356440" x="4294188" y="3905250"/>
          <p14:tracePt t="356467" x="4330700" y="3905250"/>
          <p14:tracePt t="356499" x="4381500" y="3905250"/>
          <p14:tracePt t="356832" x="4394200" y="3892550"/>
          <p14:tracePt t="356857" x="4394200" y="3929063"/>
          <p14:tracePt t="356888" x="4406900" y="4029075"/>
          <p14:tracePt t="356912" x="4418013" y="4079875"/>
          <p14:tracePt t="356913" x="4430713" y="4117975"/>
          <p14:tracePt t="356944" x="4481513" y="4230688"/>
          <p14:tracePt t="356969" x="4518025" y="4318000"/>
          <p14:tracePt t="356997" x="4556125" y="4379913"/>
          <p14:tracePt t="357030" x="4581525" y="4443413"/>
          <p14:tracePt t="357057" x="4643438" y="4505325"/>
          <p14:tracePt t="357083" x="4681538" y="4530725"/>
          <p14:tracePt t="357113" x="4706938" y="4554538"/>
          <p14:tracePt t="357143" x="4732338" y="4579938"/>
          <p14:tracePt t="357170" x="4756150" y="4605338"/>
          <p14:tracePt t="357217" x="4768850" y="4605338"/>
          <p14:tracePt t="357747" x="4794250" y="4605338"/>
          <p14:tracePt t="357771" x="4806950" y="4605338"/>
          <p14:tracePt t="357822" x="4843463" y="4605338"/>
          <p14:tracePt t="357849" x="4881563" y="4605338"/>
          <p14:tracePt t="357878" x="4919663" y="4630738"/>
          <p14:tracePt t="357901" x="4945063" y="4643438"/>
          <p14:tracePt t="357940" x="5006975" y="4679950"/>
          <p14:tracePt t="357964" x="5057775" y="4705350"/>
          <p14:tracePt t="357993" x="5119688" y="4730750"/>
          <p14:tracePt t="358017" x="5181600" y="4779963"/>
          <p14:tracePt t="358051" x="5294313" y="4830763"/>
          <p14:tracePt t="358077" x="5332413" y="4868863"/>
          <p14:tracePt t="358110" x="5394325" y="4930775"/>
          <p14:tracePt t="358137" x="5432425" y="4968875"/>
          <p14:tracePt t="358161" x="5470525" y="4992688"/>
          <p14:tracePt t="358187" x="5483225" y="5005388"/>
          <p14:tracePt t="358290" x="5519738" y="5030788"/>
          <p14:tracePt t="358311" x="5519738" y="5043488"/>
          <p14:tracePt t="358343" x="5545138" y="5056188"/>
          <p14:tracePt t="358412" x="5545138" y="5068888"/>
          <p14:tracePt t="358441" x="5583238" y="5081588"/>
          <p14:tracePt t="358496" x="5607050" y="5081588"/>
          <p14:tracePt t="358524" x="5619750" y="5092700"/>
          <p14:tracePt t="358550" x="5645150" y="5105400"/>
          <p14:tracePt t="358575" x="5670550" y="5130800"/>
          <p14:tracePt t="358603" x="5683250" y="5130800"/>
          <p14:tracePt t="358629" x="5695950" y="5130800"/>
          <p14:tracePt t="358658" x="5695950" y="5143500"/>
          <p14:tracePt t="358783" x="5708650" y="5156200"/>
          <p14:tracePt t="358831" x="5719763" y="5168900"/>
          <p14:tracePt t="358885" x="5732463" y="5168900"/>
          <p14:tracePt t="358907" x="5745163" y="5194300"/>
          <p14:tracePt t="358936" x="5745163" y="5205413"/>
          <p14:tracePt t="358962" x="5757863" y="5218113"/>
          <p14:tracePt t="359530" x="5770563" y="5230813"/>
          <p14:tracePt t="359585" x="5783263" y="5243513"/>
          <p14:tracePt t="359639" x="5783263" y="5305425"/>
          <p14:tracePt t="359662" x="5783263" y="5343525"/>
          <p14:tracePt t="359692" x="5795963" y="5407025"/>
          <p14:tracePt t="359719" x="5795963" y="5468938"/>
          <p14:tracePt t="359747" x="5783263" y="5530850"/>
          <p14:tracePt t="359845" x="5745163" y="5568950"/>
          <p14:tracePt t="359867" x="5732463" y="5581650"/>
          <p14:tracePt t="359927" x="5719763" y="5594350"/>
          <p14:tracePt t="360028" x="5695950" y="5594350"/>
          <p14:tracePt t="360075" x="5683250" y="5568950"/>
          <p14:tracePt t="360099" x="5683250" y="5530850"/>
          <p14:tracePt t="360126" x="5683250" y="5518150"/>
          <p14:tracePt t="360155" x="5683250" y="5494338"/>
          <p14:tracePt t="360182" x="5683250" y="5481638"/>
          <p14:tracePt t="361820" x="5683250" y="5443538"/>
          <p14:tracePt t="362327" x="5583238" y="5443538"/>
          <p14:tracePt t="362351" x="5394325" y="5443538"/>
          <p14:tracePt t="362376" x="5145088" y="5443538"/>
          <p14:tracePt t="362377" x="5057775" y="5418138"/>
          <p14:tracePt t="362407" x="4843463" y="5330825"/>
          <p14:tracePt t="362438" x="4732338" y="5305425"/>
          <p14:tracePt t="362461" x="4732338" y="5294313"/>
          <p14:tracePt t="362659" x="4719638" y="5294313"/>
          <p14:tracePt t="363314" x="4719638" y="5330825"/>
          <p14:tracePt t="363340" x="4719638" y="5356225"/>
          <p14:tracePt t="363371" x="4732338" y="5368925"/>
          <p14:tracePt t="363420" x="4743450" y="5394325"/>
          <p14:tracePt t="363453" x="4756150" y="5418138"/>
          <p14:tracePt t="363531" x="4768850" y="5430838"/>
          <p14:tracePt t="363581" x="4794250" y="5443538"/>
          <p14:tracePt t="363605" x="4806950" y="5443538"/>
          <p14:tracePt t="363660" x="4843463" y="5443538"/>
          <p14:tracePt t="363684" x="4881563" y="5443538"/>
          <p14:tracePt t="363718" x="4894263" y="5456238"/>
          <p14:tracePt t="363746" x="4919663" y="5456238"/>
          <p14:tracePt t="364379" x="4932363" y="5456238"/>
          <p14:tracePt t="364411" x="4919663" y="5494338"/>
          <p14:tracePt t="364440" x="4868863" y="5568950"/>
          <p14:tracePt t="364462" x="4856163" y="5607050"/>
          <p14:tracePt t="364488" x="4843463" y="5619750"/>
          <p14:tracePt t="364489" x="4843463" y="5630863"/>
          <p14:tracePt t="364519" x="4832350" y="5643563"/>
          <p14:tracePt t="364761" x="4794250" y="5607050"/>
          <p14:tracePt t="364785" x="4768850" y="5581650"/>
          <p14:tracePt t="364818" x="4743450" y="5556250"/>
          <p14:tracePt t="364921" x="4743450" y="5543550"/>
          <p14:tracePt t="364947" x="4743450" y="5530850"/>
          <p14:tracePt t="364994" x="4743450" y="5518150"/>
          <p14:tracePt t="365022" x="4756150" y="5507038"/>
          <p14:tracePt t="365052" x="4781550" y="5494338"/>
          <p14:tracePt t="365072" x="4794250" y="5481638"/>
          <p14:tracePt t="366077" x="4806950" y="5468938"/>
          <p14:tracePt t="366112" x="4806950" y="5456238"/>
          <p14:tracePt t="366138" x="4768850" y="5430838"/>
          <p14:tracePt t="366169" x="4732338" y="5418138"/>
          <p14:tracePt t="366193" x="4694238" y="5418138"/>
          <p14:tracePt t="366318" x="4668838" y="5418138"/>
          <p14:tracePt t="366343" x="4656138" y="5430838"/>
          <p14:tracePt t="366772" x="4656138" y="5443538"/>
          <p14:tracePt t="366798" x="4619625" y="5468938"/>
          <p14:tracePt t="366830" x="4568825" y="5518150"/>
          <p14:tracePt t="366854" x="4568825" y="5530850"/>
          <p14:tracePt t="366879" x="4556125" y="5530850"/>
          <p14:tracePt t="366936" x="4530725" y="5530850"/>
          <p14:tracePt t="366964" x="4494213" y="5530850"/>
          <p14:tracePt t="366989" x="4456113" y="5530850"/>
          <p14:tracePt t="367020" x="4394200" y="5518150"/>
          <p14:tracePt t="367050" x="4356100" y="5507038"/>
          <p14:tracePt t="367194" x="4356100" y="5494338"/>
          <p14:tracePt t="367225" x="4356100" y="5481638"/>
          <p14:tracePt t="367254" x="4356100" y="5430838"/>
          <p14:tracePt t="367277" x="4381500" y="5368925"/>
          <p14:tracePt t="367308" x="4394200" y="5330825"/>
          <p14:tracePt t="367336" x="4418013" y="5281613"/>
          <p14:tracePt t="367369" x="4430713" y="5243513"/>
          <p14:tracePt t="367395" x="4443413" y="5230813"/>
          <p14:tracePt t="367529" x="4456113" y="5230813"/>
          <p14:tracePt t="367613" x="4468813" y="5230813"/>
          <p14:tracePt t="367905" x="4494213" y="5230813"/>
          <p14:tracePt t="367956" x="4506913" y="5230813"/>
          <p14:tracePt t="367980" x="4518025" y="5230813"/>
          <p14:tracePt t="368009" x="4543425" y="5230813"/>
          <p14:tracePt t="368034" x="4568825" y="5243513"/>
          <p14:tracePt t="368160" x="4594225" y="5256213"/>
          <p14:tracePt t="368181" x="4619625" y="5281613"/>
          <p14:tracePt t="368218" x="4681538" y="5356225"/>
          <p14:tracePt t="368243" x="4743450" y="5418138"/>
          <p14:tracePt t="368278" x="4768850" y="5456238"/>
          <p14:tracePt t="368302" x="4781550" y="5468938"/>
          <p14:tracePt t="368372" x="4794250" y="5494338"/>
          <p14:tracePt t="368393" x="4794250" y="5507038"/>
          <p14:tracePt t="368427" x="4781550" y="5581650"/>
          <p14:tracePt t="368454" x="4719638" y="5619750"/>
          <p14:tracePt t="368479" x="4668838" y="5681663"/>
          <p14:tracePt t="368506" x="4518025" y="5719763"/>
          <p14:tracePt t="368537" x="4443413" y="5719763"/>
          <p14:tracePt t="368566" x="4406900" y="5719763"/>
          <p14:tracePt t="368595" x="4368800" y="5630863"/>
          <p14:tracePt t="368621" x="4356100" y="5507038"/>
          <p14:tracePt t="368650" x="4356100" y="5230813"/>
          <p14:tracePt t="368673" x="4368800" y="5081588"/>
          <p14:tracePt t="368706" x="4430713" y="4918075"/>
          <p14:tracePt t="368734" x="4468813" y="4879975"/>
          <p14:tracePt t="368763" x="4543425" y="4879975"/>
          <p14:tracePt t="368784" x="4594225" y="4868863"/>
          <p14:tracePt t="368785" x="4630738" y="4868863"/>
          <p14:tracePt t="368819" x="4794250" y="4843463"/>
          <p14:tracePt t="368844" x="4906963" y="4843463"/>
          <p14:tracePt t="368873" x="4981575" y="4856163"/>
          <p14:tracePt t="368896" x="5019675" y="4892675"/>
          <p14:tracePt t="368897" x="5019675" y="4905375"/>
          <p14:tracePt t="368932" x="5068888" y="5030788"/>
          <p14:tracePt t="368962" x="5094288" y="5105400"/>
          <p14:tracePt t="368964" x="5094288" y="5130800"/>
          <p14:tracePt t="368989" x="5094288" y="5218113"/>
          <p14:tracePt t="369016" x="5081588" y="5305425"/>
          <p14:tracePt t="369044" x="4956175" y="5394325"/>
          <p14:tracePt t="369068" x="4832350" y="5468938"/>
          <p14:tracePt t="369095" x="4732338" y="5494338"/>
          <p14:tracePt t="369124" x="4681538" y="5494338"/>
          <p14:tracePt t="369153" x="4643438" y="5418138"/>
          <p14:tracePt t="369177" x="4619625" y="5305425"/>
          <p14:tracePt t="369210" x="4606925" y="5118100"/>
          <p14:tracePt t="369236" x="4619625" y="5005388"/>
          <p14:tracePt t="369265" x="4743450" y="4818063"/>
          <p14:tracePt t="369285" x="4856163" y="4705350"/>
          <p14:tracePt t="369317" x="4956175" y="4543425"/>
          <p14:tracePt t="369344" x="5081588" y="4479925"/>
          <p14:tracePt t="369345" x="5106988" y="4454525"/>
          <p14:tracePt t="369372" x="5145088" y="4430713"/>
          <p14:tracePt t="369474" x="5170488" y="4430713"/>
          <p14:tracePt t="369551" x="5181600" y="4430713"/>
          <p14:tracePt t="369599" x="5181600" y="4443413"/>
          <p14:tracePt t="369627" x="5194300" y="4454525"/>
          <p14:tracePt t="370007" x="5194300" y="4467225"/>
          <p14:tracePt t="370033" x="5194300" y="4505325"/>
          <p14:tracePt t="370061" x="5194300" y="4530725"/>
          <p14:tracePt t="370090" x="5194300" y="4579938"/>
          <p14:tracePt t="370119" x="5170488" y="4630738"/>
          <p14:tracePt t="370143" x="5170488" y="4643438"/>
          <p14:tracePt t="370171" x="5157788" y="4679950"/>
          <p14:tracePt t="370195" x="5145088" y="4743450"/>
          <p14:tracePt t="370228" x="5119688" y="4818063"/>
          <p14:tracePt t="370253" x="5094288" y="4843463"/>
          <p14:tracePt t="370279" x="5094288" y="4868863"/>
          <p14:tracePt t="370304" x="5068888" y="4905375"/>
          <p14:tracePt t="370305" x="5057775" y="4943475"/>
          <p14:tracePt t="370339" x="4981575" y="5030788"/>
          <p14:tracePt t="370375" x="4906963" y="5156200"/>
          <p14:tracePt t="370402" x="4806950" y="5205413"/>
          <p14:tracePt t="370427" x="4756150" y="5230813"/>
          <p14:tracePt t="370454" x="4630738" y="5243513"/>
          <p14:tracePt t="370484" x="4518025" y="5294313"/>
          <p14:tracePt t="370512" x="4456113" y="5294313"/>
          <p14:tracePt t="370561" x="4430713" y="5281613"/>
          <p14:tracePt t="370587" x="4394200" y="5218113"/>
          <p14:tracePt t="370617" x="4356100" y="5143500"/>
          <p14:tracePt t="370639" x="4343400" y="5105400"/>
          <p14:tracePt t="370667" x="4330700" y="5043488"/>
          <p14:tracePt t="370690" x="4330700" y="4968875"/>
          <p14:tracePt t="370719" x="4330700" y="4905375"/>
          <p14:tracePt t="370723" x="4330700" y="4892675"/>
          <p14:tracePt t="370748" x="4343400" y="4879975"/>
          <p14:tracePt t="370783" x="4368800" y="4868863"/>
          <p14:tracePt t="370808" x="4406900" y="4856163"/>
          <p14:tracePt t="370834" x="4430713" y="4843463"/>
          <p14:tracePt t="370861" x="4456113" y="4818063"/>
          <p14:tracePt t="370919" x="4468813" y="4818063"/>
          <p14:tracePt t="371025" x="4481513" y="4818063"/>
          <p14:tracePt t="371049" x="4494213" y="4818063"/>
          <p14:tracePt t="371126" x="4506913" y="4818063"/>
          <p14:tracePt t="371203" x="4518025" y="4818063"/>
          <p14:tracePt t="371229" x="4543425" y="4818063"/>
          <p14:tracePt t="371285" x="4556125" y="4830763"/>
          <p14:tracePt t="371408" x="4581525" y="4830763"/>
          <p14:tracePt t="371409" x="4581525" y="4843463"/>
          <p14:tracePt t="371432" x="4594225" y="4843463"/>
          <p14:tracePt t="371460" x="4594225" y="4856163"/>
          <p14:tracePt t="371509" x="4594225" y="4879975"/>
          <p14:tracePt t="371537" x="4606925" y="4892675"/>
          <p14:tracePt t="371591" x="4619625" y="4918075"/>
          <p14:tracePt t="371615" x="4630738" y="4930775"/>
          <p14:tracePt t="371640" x="4630738" y="4943475"/>
          <p14:tracePt t="371671" x="4630738" y="4956175"/>
          <p14:tracePt t="371724" x="4643438" y="4968875"/>
          <p14:tracePt t="371778" x="4656138" y="5005388"/>
          <p14:tracePt t="371830" x="4668838" y="5018088"/>
          <p14:tracePt t="371853" x="4668838" y="5030788"/>
          <p14:tracePt t="371881" x="4668838" y="5056188"/>
          <p14:tracePt t="371905" x="4668838" y="5081588"/>
          <p14:tracePt t="371939" x="4668838" y="5118100"/>
          <p14:tracePt t="371973" x="4668838" y="5130800"/>
          <p14:tracePt t="371998" x="4668838" y="5143500"/>
          <p14:tracePt t="372046" x="4656138" y="5156200"/>
          <p14:tracePt t="372073" x="4656138" y="5168900"/>
          <p14:tracePt t="372353" x="4656138" y="5181600"/>
          <p14:tracePt t="372412" x="4656138" y="5194300"/>
          <p14:tracePt t="372557" x="4656138" y="5205413"/>
          <p14:tracePt t="372725" x="4656138" y="5218113"/>
          <p14:tracePt t="372781" x="4656138" y="5243513"/>
          <p14:tracePt t="372806" x="4656138" y="5256213"/>
          <p14:tracePt t="372830" x="4656138" y="5268913"/>
          <p14:tracePt t="372860" x="4656138" y="5294313"/>
          <p14:tracePt t="372915" x="4668838" y="5343525"/>
          <p14:tracePt t="372939" x="4668838" y="5368925"/>
          <p14:tracePt t="372966" x="4668838" y="5407025"/>
          <p14:tracePt t="373014" x="4668838" y="5418138"/>
          <p14:tracePt t="373037" x="4681538" y="5418138"/>
          <p14:tracePt t="373067" x="4732338" y="5443538"/>
          <p14:tracePt t="373098" x="4819650" y="5443538"/>
          <p14:tracePt t="373125" x="4919663" y="5443538"/>
          <p14:tracePt t="373151" x="5068888" y="5443538"/>
          <p14:tracePt t="373182" x="5207000" y="5418138"/>
          <p14:tracePt t="373211" x="5232400" y="5394325"/>
          <p14:tracePt t="373238" x="5245100" y="5394325"/>
          <p14:tracePt t="373429" x="5257800" y="5368925"/>
          <p14:tracePt t="373453" x="5257800" y="5356225"/>
          <p14:tracePt t="373483" x="5270500" y="5268913"/>
          <p14:tracePt t="373531" x="5270500" y="5230813"/>
          <p14:tracePt t="373561" x="5270500" y="5181600"/>
          <p14:tracePt t="373593" x="5232400" y="5156200"/>
          <p14:tracePt t="373615" x="5207000" y="5143500"/>
          <p14:tracePt t="373641" x="5119688" y="5092700"/>
          <p14:tracePt t="373674" x="5057775" y="5092700"/>
          <p14:tracePt t="373711" x="5032375" y="5081588"/>
          <p14:tracePt t="373732" x="5006975" y="5081588"/>
          <p14:tracePt t="373763" x="4906963" y="5092700"/>
          <p14:tracePt t="373787" x="4843463" y="5118100"/>
          <p14:tracePt t="373818" x="4756150" y="5168900"/>
          <p14:tracePt t="373842" x="4732338" y="5181600"/>
          <p14:tracePt t="373870" x="4732338" y="5205413"/>
          <p14:tracePt t="373898" x="4719638" y="5256213"/>
          <p14:tracePt t="373907" x="4719638" y="5281613"/>
          <p14:tracePt t="373929" x="4719638" y="5330825"/>
          <p14:tracePt t="373961" x="4768850" y="5430838"/>
          <p14:tracePt t="373983" x="4843463" y="5468938"/>
          <p14:tracePt t="374017" x="5081588" y="5507038"/>
          <p14:tracePt t="374043" x="5257800" y="5456238"/>
          <p14:tracePt t="374071" x="5394325" y="5368925"/>
          <p14:tracePt t="374073" x="5483225" y="5318125"/>
          <p14:tracePt t="374097" x="5619750" y="5181600"/>
          <p14:tracePt t="374129" x="5657850" y="5056188"/>
          <p14:tracePt t="374155" x="5657850" y="4956175"/>
          <p14:tracePt t="374180" x="5657850" y="4843463"/>
          <p14:tracePt t="374207" x="5583238" y="4756150"/>
          <p14:tracePt t="374209" x="5557838" y="4756150"/>
          <p14:tracePt t="374239" x="5394325" y="4692650"/>
          <p14:tracePt t="374265" x="5181600" y="4679950"/>
          <p14:tracePt t="374293" x="5032375" y="4679950"/>
          <p14:tracePt t="374323" x="4945063" y="4656138"/>
          <p14:tracePt t="374350" x="4881563" y="4718050"/>
          <p14:tracePt t="374375" x="4881563" y="4743450"/>
          <p14:tracePt t="374410" x="4856163" y="4805363"/>
          <p14:tracePt t="374486" x="4856163" y="4830763"/>
          <p14:tracePt t="374510" x="4856163" y="4843463"/>
          <p14:tracePt t="374535" x="4856163" y="4868863"/>
          <p14:tracePt t="374537" x="4856163" y="4879975"/>
          <p14:tracePt t="374564" x="4856163" y="4892675"/>
          <p14:tracePt t="374623" x="4856163" y="4930775"/>
          <p14:tracePt t="374647" x="4856163" y="4956175"/>
          <p14:tracePt t="374674" x="4856163" y="4981575"/>
          <p14:tracePt t="374731" x="4856163" y="5005388"/>
          <p14:tracePt t="375116" x="4856163" y="5043488"/>
          <p14:tracePt t="375140" x="4819650" y="5092700"/>
          <p14:tracePt t="375171" x="4781550" y="5130800"/>
          <p14:tracePt t="375194" x="4743450" y="5181600"/>
          <p14:tracePt t="375229" x="4694238" y="5218113"/>
          <p14:tracePt t="375254" x="4681538" y="5243513"/>
          <p14:tracePt t="375279" x="4668838" y="5268913"/>
          <p14:tracePt t="375306" x="4656138" y="5281613"/>
          <p14:tracePt t="375383" x="4656138" y="5294313"/>
          <p14:tracePt t="375987" x="4656138" y="5268913"/>
          <p14:tracePt t="376018" x="4656138" y="5256213"/>
          <p14:tracePt t="376043" x="4643438" y="5256213"/>
          <p14:tracePt t="376070" x="4643438" y="5230813"/>
          <p14:tracePt t="376193" x="4643438" y="5218113"/>
          <p14:tracePt t="376220" x="4643438" y="5194300"/>
          <p14:tracePt t="376364" x="4643438" y="5156200"/>
          <p14:tracePt t="376387" x="4656138" y="5156200"/>
          <p14:tracePt t="376419" x="4656138" y="5143500"/>
          <p14:tracePt t="377041" x="4656138" y="5130800"/>
          <p14:tracePt t="377066" x="4619625" y="5118100"/>
          <p14:tracePt t="377090" x="4606925" y="5105400"/>
          <p14:tracePt t="377119" x="4543425" y="5068888"/>
          <p14:tracePt t="377145" x="4456113" y="4992688"/>
          <p14:tracePt t="377172" x="4406900" y="4905375"/>
          <p14:tracePt t="377203" x="4294188" y="4792663"/>
          <p14:tracePt t="377229" x="4256088" y="4743450"/>
          <p14:tracePt t="377258" x="4230688" y="4730750"/>
          <p14:tracePt t="377311" x="4217988" y="4718050"/>
          <p14:tracePt t="377334" x="4217988" y="4705350"/>
          <p14:tracePt t="377361" x="4205288" y="4692650"/>
          <p14:tracePt t="377390" x="4205288" y="4679950"/>
          <p14:tracePt t="377424" x="4192588" y="4679950"/>
          <p14:tracePt t="377425" x="4192588" y="4667250"/>
          <p14:tracePt t="377449" x="4181475" y="4667250"/>
          <p14:tracePt t="377477" x="4181475" y="4656138"/>
          <p14:tracePt t="377500" x="4168775" y="4643438"/>
          <p14:tracePt t="377532" x="4143375" y="4618038"/>
          <p14:tracePt t="377558" x="4143375" y="4592638"/>
          <p14:tracePt t="377585" x="4130675" y="4554538"/>
          <p14:tracePt t="377639" x="4105275" y="4505325"/>
          <p14:tracePt t="377666" x="4105275" y="4467225"/>
          <p14:tracePt t="377688" x="4105275" y="4454525"/>
          <p14:tracePt t="377722" x="4105275" y="4443413"/>
          <p14:tracePt t="377748" x="4105275" y="4430713"/>
          <p14:tracePt t="377772" x="4105275" y="4418013"/>
          <p14:tracePt t="377798" x="4156075" y="4392613"/>
          <p14:tracePt t="377830" x="4294188" y="4367213"/>
          <p14:tracePt t="377859" x="4406900" y="4354513"/>
          <p14:tracePt t="377882" x="4506913" y="4354513"/>
          <p14:tracePt t="377911" x="4543425" y="4354513"/>
          <p14:tracePt t="377939" x="4594225" y="4367213"/>
          <p14:tracePt t="377966" x="4630738" y="4418013"/>
          <p14:tracePt t="377987" x="4643438" y="4492625"/>
          <p14:tracePt t="378021" x="4694238" y="4605338"/>
          <p14:tracePt t="378043" x="4706938" y="4692650"/>
          <p14:tracePt t="378072" x="4706938" y="4768850"/>
          <p14:tracePt t="378095" x="4706938" y="4843463"/>
          <p14:tracePt t="378099" x="4706938" y="4879975"/>
          <p14:tracePt t="378134" x="4630738" y="4918075"/>
          <p14:tracePt t="378181" x="4594225" y="4843463"/>
          <p14:tracePt t="378210" x="4594225" y="4679950"/>
          <p14:tracePt t="378239" x="4594225" y="4567238"/>
          <p14:tracePt t="378267" x="4643438" y="4467225"/>
          <p14:tracePt t="378292" x="4694238" y="4418013"/>
          <p14:tracePt t="378321" x="4843463" y="4330700"/>
          <p14:tracePt t="378350" x="4932363" y="4292600"/>
          <p14:tracePt t="378375" x="5032375" y="4254500"/>
          <p14:tracePt t="378403" x="5057775" y="4254500"/>
          <p14:tracePt t="378433" x="5068888" y="4254500"/>
          <p14:tracePt t="378458" x="5081588" y="4241800"/>
          <p14:tracePt t="378483" x="5132388" y="4241800"/>
          <p14:tracePt t="378511" x="5207000" y="4292600"/>
          <p14:tracePt t="378514" x="5232400" y="4292600"/>
          <p14:tracePt t="378540" x="5245100" y="4305300"/>
          <p14:tracePt t="379089" x="5245100" y="4318000"/>
          <p14:tracePt t="379115" x="5245100" y="4330700"/>
          <p14:tracePt t="379146" x="5245100" y="4392613"/>
          <p14:tracePt t="379173" x="5245100" y="4430713"/>
          <p14:tracePt t="379198" x="5232400" y="4467225"/>
          <p14:tracePt t="379228" x="5219700" y="4505325"/>
          <p14:tracePt t="379346" x="5181600" y="4543425"/>
          <p14:tracePt t="379371" x="5145088" y="4592638"/>
          <p14:tracePt t="379397" x="5057775" y="4667250"/>
          <p14:tracePt t="379425" x="4981575" y="4743450"/>
          <p14:tracePt t="379451" x="4945063" y="4792663"/>
          <p14:tracePt t="379477" x="4881563" y="4892675"/>
          <p14:tracePt t="379503" x="4856163" y="4918075"/>
          <p14:tracePt t="379535" x="4806950" y="4956175"/>
          <p14:tracePt t="379561" x="4781550" y="5018088"/>
          <p14:tracePt t="379585" x="4732338" y="5018088"/>
          <p14:tracePt t="379614" x="4630738" y="5018088"/>
          <p14:tracePt t="379641" x="4594225" y="5018088"/>
          <p14:tracePt t="379670" x="4556125" y="4981575"/>
          <p14:tracePt t="379693" x="4556125" y="4956175"/>
          <p14:tracePt t="379726" x="4518025" y="4905375"/>
          <p14:tracePt t="379753" x="4468813" y="4818063"/>
          <p14:tracePt t="379783" x="4443413" y="4768850"/>
          <p14:tracePt t="379806" x="4406900" y="4718050"/>
          <p14:tracePt t="379839" x="4381500" y="4705350"/>
          <p14:tracePt t="379887" x="4368800" y="4692650"/>
          <p14:tracePt t="379914" x="4343400" y="4692650"/>
          <p14:tracePt t="379943" x="4318000" y="4692650"/>
          <p14:tracePt t="380087" x="4305300" y="4692650"/>
          <p14:tracePt t="380116" x="4294188" y="4656138"/>
          <p14:tracePt t="380144" x="4294188" y="4643438"/>
          <p14:tracePt t="380315" x="4305300" y="4643438"/>
          <p14:tracePt t="380342" x="4330700" y="4656138"/>
          <p14:tracePt t="380369" x="4430713" y="4656138"/>
          <p14:tracePt t="380391" x="4518025" y="4605338"/>
          <p14:tracePt t="380421" x="4768850" y="4454525"/>
          <p14:tracePt t="380425" x="4806950" y="4418013"/>
          <p14:tracePt t="380450" x="4832350" y="4418013"/>
          <p14:tracePt t="380478" x="4856163" y="4405313"/>
          <p14:tracePt t="380647" x="4868863" y="4405313"/>
          <p14:tracePt t="380672" x="4881563" y="4418013"/>
          <p14:tracePt t="380697" x="4894263" y="4418013"/>
          <p14:tracePt t="380731" x="4932363" y="4418013"/>
          <p14:tracePt t="380757" x="4994275" y="4418013"/>
          <p14:tracePt t="380783" x="5032375" y="4418013"/>
          <p14:tracePt t="380809" x="5106988" y="4418013"/>
          <p14:tracePt t="380862" x="5181600" y="4454525"/>
          <p14:tracePt t="380886" x="5245100" y="4467225"/>
          <p14:tracePt t="380916" x="5281613" y="4479925"/>
          <p14:tracePt t="380944" x="5294313" y="4492625"/>
          <p14:tracePt t="381161" x="5319713" y="4492625"/>
          <p14:tracePt t="381185" x="5394325" y="4492625"/>
          <p14:tracePt t="381211" x="5483225" y="4467225"/>
          <p14:tracePt t="381241" x="5557838" y="4430713"/>
          <p14:tracePt t="381271" x="5570538" y="4430713"/>
          <p14:tracePt t="381885" x="5583238" y="4430713"/>
          <p14:tracePt t="381907" x="5670550" y="4467225"/>
          <p14:tracePt t="381940" x="5795963" y="4518025"/>
          <p14:tracePt t="381965" x="5921375" y="4518025"/>
          <p14:tracePt t="381991" x="5995988" y="4518025"/>
          <p14:tracePt t="381993" x="6045200" y="4492625"/>
          <p14:tracePt t="382019" x="6070600" y="4479925"/>
          <p14:tracePt t="382050" x="6083300" y="4467225"/>
          <p14:tracePt t="382149" x="6108700" y="4467225"/>
          <p14:tracePt t="382174" x="6183313" y="4492625"/>
          <p14:tracePt t="382198" x="6234113" y="4605338"/>
          <p14:tracePt t="382224" x="6421438" y="4743450"/>
          <p14:tracePt t="382225" x="6459538" y="4756150"/>
          <p14:tracePt t="382252" x="6546850" y="4830763"/>
          <p14:tracePt t="382278" x="6596063" y="4843463"/>
          <p14:tracePt t="382302" x="6659563" y="4843463"/>
          <p14:tracePt t="382398" x="6672263" y="4868863"/>
          <p14:tracePt t="382423" x="6684963" y="4892675"/>
          <p14:tracePt t="382426" x="6684963" y="4905375"/>
          <p14:tracePt t="382454" x="6684963" y="4930775"/>
          <p14:tracePt t="382478" x="6684963" y="4943475"/>
          <p14:tracePt t="382502" x="6684963" y="4968875"/>
          <p14:tracePt t="382532" x="6772275" y="5043488"/>
          <p14:tracePt t="382557" x="6821488" y="5043488"/>
          <p14:tracePt t="382582" x="6872288" y="5068888"/>
          <p14:tracePt t="382606" x="6934200" y="5043488"/>
          <p14:tracePt t="382633" x="6972300" y="4981575"/>
          <p14:tracePt t="382658" x="6985000" y="4968875"/>
          <p14:tracePt t="382711" x="6985000" y="4956175"/>
          <p14:tracePt t="382740" x="6985000" y="4943475"/>
          <p14:tracePt t="382767" x="6959600" y="4918075"/>
          <p14:tracePt t="382769" x="6946900" y="4905375"/>
          <p14:tracePt t="382792" x="6884988" y="4892675"/>
          <p14:tracePt t="382821" x="6846888" y="4892675"/>
          <p14:tracePt t="382847" x="6834188" y="4879975"/>
          <p14:tracePt t="382877" x="6821488" y="4879975"/>
          <p14:tracePt t="382929" x="6808788" y="4868863"/>
          <p14:tracePt t="382950" x="6859588" y="4818063"/>
          <p14:tracePt t="382979" x="7034213" y="4692650"/>
          <p14:tracePt t="383005" x="7185025" y="4567238"/>
          <p14:tracePt t="383033" x="7410450" y="4392613"/>
          <p14:tracePt t="383053" x="7535863" y="4330700"/>
          <p14:tracePt t="383082" x="7610475" y="4267200"/>
          <p14:tracePt t="383107" x="7648575" y="4254500"/>
          <p14:tracePt t="383363" x="7610475" y="4341813"/>
          <p14:tracePt t="383394" x="7597775" y="4418013"/>
          <p14:tracePt t="383421" x="7572375" y="4467225"/>
          <p14:tracePt t="383444" x="7572375" y="4492625"/>
          <p14:tracePt t="383470" x="7572375" y="4530725"/>
          <p14:tracePt t="383494" x="7548563" y="4567238"/>
          <p14:tracePt t="383523" x="7523163" y="4630738"/>
          <p14:tracePt t="383550" x="7510463" y="4643438"/>
          <p14:tracePt t="383577" x="7485063" y="4679950"/>
          <p14:tracePt t="383652" x="7459663" y="4679950"/>
          <p14:tracePt t="383752" x="7448550" y="4679950"/>
          <p14:tracePt t="383847" x="7435850" y="4667250"/>
          <p14:tracePt t="383901" x="7423150" y="4643438"/>
          <p14:tracePt t="383966" x="7410450" y="4630738"/>
          <p14:tracePt t="384015" x="7397750" y="4618038"/>
          <p14:tracePt t="384044" x="7397750" y="4605338"/>
          <p14:tracePt t="384069" x="7359650" y="4567238"/>
          <p14:tracePt t="384100" x="7285038" y="4467225"/>
          <p14:tracePt t="384129" x="7246938" y="4392613"/>
          <p14:tracePt t="384150" x="7223125" y="4367213"/>
          <p14:tracePt t="384181" x="7172325" y="4292600"/>
          <p14:tracePt t="384210" x="7159625" y="4241800"/>
          <p14:tracePt t="384238" x="7146925" y="4217988"/>
          <p14:tracePt t="384304" x="7134225" y="4192588"/>
          <p14:tracePt t="384571" x="7146925" y="4192588"/>
          <p14:tracePt t="384600" x="7159625" y="4192588"/>
          <p14:tracePt t="384694" x="7197725" y="4254500"/>
          <p14:tracePt t="384718" x="7210425" y="4318000"/>
          <p14:tracePt t="384749" x="7210425" y="4367213"/>
          <p14:tracePt t="384774" x="7210425" y="4379913"/>
          <p14:tracePt t="384798" x="7172325" y="4418013"/>
          <p14:tracePt t="384821" x="7146925" y="4418013"/>
          <p14:tracePt t="384853" x="7110413" y="4418013"/>
          <p14:tracePt t="384878" x="7034213" y="4379913"/>
          <p14:tracePt t="384882" x="6997700" y="4354513"/>
          <p14:tracePt t="384912" x="6934200" y="4254500"/>
          <p14:tracePt t="384940" x="6884988" y="4092575"/>
          <p14:tracePt t="384964" x="6884988" y="3916363"/>
          <p14:tracePt t="384999" x="7021513" y="3603625"/>
          <p14:tracePt t="385025" x="7285038" y="3328988"/>
          <p14:tracePt t="385051" x="7410450" y="3228975"/>
          <p14:tracePt t="385078" x="7497763" y="3165475"/>
          <p14:tracePt t="385103" x="7548563" y="3141663"/>
          <p14:tracePt t="385128" x="7572375" y="3116263"/>
          <p14:tracePt t="385810" x="7572375" y="3154363"/>
          <p14:tracePt t="385835" x="7523163" y="3203575"/>
          <p14:tracePt t="385860" x="7410450" y="3316288"/>
          <p14:tracePt t="385885" x="7297738" y="3429000"/>
          <p14:tracePt t="385910" x="7235825" y="3529013"/>
          <p14:tracePt t="385941" x="7146925" y="3679825"/>
          <p14:tracePt t="385966" x="7146925" y="3779838"/>
          <p14:tracePt t="385991" x="7146925" y="3829050"/>
          <p14:tracePt t="386014" x="7146925" y="3854450"/>
          <p14:tracePt t="386119" x="7146925" y="3867150"/>
          <p14:tracePt t="386144" x="7059613" y="3979863"/>
          <p14:tracePt t="386170" x="7010400" y="4017963"/>
          <p14:tracePt t="386204" x="6985000" y="4041775"/>
          <p14:tracePt t="386527" x="6972300" y="4029075"/>
          <p14:tracePt t="386553" x="6972300" y="4017963"/>
          <p14:tracePt t="387127" x="6959600" y="4054475"/>
          <p14:tracePt t="387149" x="6959600" y="4129088"/>
          <p14:tracePt t="387177" x="6959600" y="4230688"/>
          <p14:tracePt t="387208" x="6997700" y="4318000"/>
          <p14:tracePt t="387237" x="7021513" y="4367213"/>
          <p14:tracePt t="387260" x="7034213" y="4405313"/>
          <p14:tracePt t="387289" x="7034213" y="4418013"/>
          <p14:tracePt t="387388" x="7021513" y="4467225"/>
          <p14:tracePt t="387410" x="6985000" y="4479925"/>
          <p14:tracePt t="387466" x="6959600" y="4479925"/>
          <p14:tracePt t="387495" x="6959600" y="4518025"/>
          <p14:tracePt t="387545" x="6959600" y="4543425"/>
          <p14:tracePt t="387567" x="7046913" y="4554538"/>
          <p14:tracePt t="387598" x="7335838" y="4605338"/>
          <p14:tracePt t="387625" x="7623175" y="4605338"/>
          <p14:tracePt t="387654" x="7823200" y="4554538"/>
          <p14:tracePt t="387676" x="7948613" y="4479925"/>
          <p14:tracePt t="387711" x="7974013" y="4405313"/>
          <p14:tracePt t="387737" x="7974013" y="4379913"/>
          <p14:tracePt t="387763" x="7974013" y="4367213"/>
          <p14:tracePt t="388009" x="7986713" y="4354513"/>
          <p14:tracePt t="388307" x="7535863" y="4092575"/>
          <p14:tracePt t="388329" x="7097713" y="3979863"/>
          <p14:tracePt t="388542" x="7123113" y="4017963"/>
          <p14:tracePt t="388613" x="7223125" y="4067175"/>
          <p14:tracePt t="388639" x="7423150" y="4217988"/>
          <p14:tracePt t="388641" x="7472363" y="4254500"/>
          <p14:tracePt t="388668" x="7785100" y="4430713"/>
          <p14:tracePt t="388699" x="8235950" y="4656138"/>
          <p14:tracePt t="388728" x="8435975" y="4718050"/>
          <p14:tracePt t="388729" x="8537575" y="4730750"/>
          <p14:tracePt t="388756" x="8674100" y="4743450"/>
          <p14:tracePt t="388780" x="8763000" y="4679950"/>
          <p14:tracePt t="388814" x="8850313" y="4567238"/>
          <p14:tracePt t="388839" x="8899525" y="4467225"/>
          <p14:tracePt t="388842" x="8899525" y="4443413"/>
          <p14:tracePt t="388864" x="8899525" y="4392613"/>
          <p14:tracePt t="388894" x="8912225" y="4341813"/>
          <p14:tracePt t="388926" x="8937625" y="4279900"/>
          <p14:tracePt t="388955" x="8950325" y="4254500"/>
          <p14:tracePt t="389073" x="8963025" y="4241800"/>
          <p14:tracePt t="389105" x="9024938" y="4292600"/>
          <p14:tracePt t="389130" x="9075738" y="4405313"/>
          <p14:tracePt t="389156" x="9124950" y="4467225"/>
          <p14:tracePt t="389183" x="9163050" y="4492625"/>
          <p14:tracePt t="389281" x="9175750" y="4443413"/>
          <p14:tracePt t="389311" x="9175750" y="4418013"/>
          <p14:tracePt t="389339" x="9188450" y="4405313"/>
          <p14:tracePt t="389569" x="9199563" y="4405313"/>
          <p14:tracePt t="389596" x="9275763" y="4405313"/>
          <p14:tracePt t="389628" x="9337675" y="4405313"/>
          <p14:tracePt t="389659" x="9388475" y="4405313"/>
          <p14:tracePt t="389688" x="9413875" y="4405313"/>
          <p14:tracePt t="389711" x="9424988" y="4405313"/>
          <p14:tracePt t="389739" x="9450388" y="4392613"/>
          <p14:tracePt t="390523" x="9450388" y="4405313"/>
          <p14:tracePt t="390549" x="9424988" y="4443413"/>
          <p14:tracePt t="390575" x="9401175" y="4479925"/>
          <p14:tracePt t="390605" x="9312275" y="4543425"/>
          <p14:tracePt t="390636" x="9275763" y="4567238"/>
          <p14:tracePt t="390659" x="9250363" y="4592638"/>
          <p14:tracePt t="390684" x="9212263" y="4605338"/>
          <p14:tracePt t="390714" x="9112250" y="4667250"/>
          <p14:tracePt t="390746" x="8999538" y="4756150"/>
          <p14:tracePt t="390769" x="8874125" y="4879975"/>
          <p14:tracePt t="390798" x="8763000" y="4968875"/>
          <p14:tracePt t="390825" x="8724900" y="5018088"/>
          <p14:tracePt t="390858" x="8724900" y="5030788"/>
          <p14:tracePt t="390952" x="8763000" y="5005388"/>
          <p14:tracePt t="390975" x="8799513" y="4943475"/>
          <p14:tracePt t="391008" x="8975725" y="4692650"/>
          <p14:tracePt t="391033" x="9012238" y="4630738"/>
          <p14:tracePt t="391062" x="9012238" y="4567238"/>
          <p14:tracePt t="391084" x="9050338" y="4505325"/>
          <p14:tracePt t="391120" x="9112250" y="4430713"/>
          <p14:tracePt t="391146" x="9112250" y="4405313"/>
          <p14:tracePt t="391172" x="9124950" y="4367213"/>
          <p14:tracePt t="391197" x="9137650" y="4341813"/>
          <p14:tracePt t="391228" x="9150350" y="4330700"/>
          <p14:tracePt t="391252" x="9163050" y="4330700"/>
          <p14:tracePt t="391303" x="9199563" y="4330700"/>
          <p14:tracePt t="391327" x="9224963" y="4330700"/>
          <p14:tracePt t="391329" x="9237663" y="4330700"/>
          <p14:tracePt t="391356" x="9237663" y="4367213"/>
          <p14:tracePt t="391378" x="9250363" y="4405313"/>
          <p14:tracePt t="391412" x="9250363" y="4479925"/>
          <p14:tracePt t="391439" x="9250363" y="4492625"/>
          <p14:tracePt t="391467" x="9199563" y="4518025"/>
          <p14:tracePt t="391493" x="9124950" y="4518025"/>
          <p14:tracePt t="391527" x="9024938" y="4454525"/>
          <p14:tracePt t="391554" x="8963025" y="4330700"/>
          <p14:tracePt t="391579" x="8937625" y="4230688"/>
          <p14:tracePt t="391613" x="8924925" y="4129088"/>
          <p14:tracePt t="391644" x="8937625" y="4041775"/>
          <p14:tracePt t="391666" x="8999538" y="3967163"/>
          <p14:tracePt t="391694" x="9037638" y="3954463"/>
          <p14:tracePt t="391726" x="9099550" y="3905250"/>
          <p14:tracePt t="391729" x="9112250" y="3905250"/>
          <p14:tracePt t="391756" x="9175750" y="3879850"/>
          <p14:tracePt t="391781" x="9199563" y="3867150"/>
          <p14:tracePt t="391812" x="9237663" y="3841750"/>
          <p14:tracePt t="392122" x="9401175" y="3841750"/>
          <p14:tracePt t="392147" x="9750425" y="3854450"/>
          <p14:tracePt t="392173" x="10288588" y="3905250"/>
          <p14:tracePt t="392198" x="10577513" y="3905250"/>
          <p14:tracePt t="392230" x="10677525" y="3905250"/>
          <p14:tracePt t="392441" x="10639425" y="4017963"/>
          <p14:tracePt t="392469" x="10464800" y="4167188"/>
          <p14:tracePt t="392503" x="10052050" y="4379913"/>
          <p14:tracePt t="392535" x="9626600" y="4518025"/>
          <p14:tracePt t="392565" x="8924925" y="4779963"/>
          <p14:tracePt t="392593" x="8123238" y="5081588"/>
          <p14:tracePt t="392629" x="7448550" y="5281613"/>
          <p14:tracePt t="392659" x="6221413" y="5568950"/>
          <p14:tracePt t="392687" x="5583238" y="5681663"/>
          <p14:tracePt t="392722" x="5570538" y="5681663"/>
          <p14:tracePt t="392755" x="5281613" y="5732463"/>
          <p14:tracePt t="392779" x="5057775" y="5819775"/>
          <p14:tracePt t="392818" x="4518025" y="5907088"/>
          <p14:tracePt t="392848" x="4243388" y="5994400"/>
          <p14:tracePt t="392851" x="4130675" y="6032500"/>
          <p14:tracePt t="392882" x="3579813" y="6157913"/>
          <p14:tracePt t="392921" x="3167063" y="6157913"/>
          <p14:tracePt t="392954" x="2967038" y="6081713"/>
          <p14:tracePt t="392979" x="2890838" y="6007100"/>
          <p14:tracePt t="393016" x="2879725" y="5932488"/>
          <p14:tracePt t="393018" x="2879725" y="5919788"/>
          <p14:tracePt t="393047" x="2879725" y="5794375"/>
          <p14:tracePt t="393077" x="2954338" y="5630863"/>
          <p14:tracePt t="393115" x="3079750" y="5481638"/>
          <p14:tracePt t="393147" x="3292475" y="5343525"/>
          <p14:tracePt t="393179" x="3479800" y="5243513"/>
          <p14:tracePt t="393212" x="3567113" y="5181600"/>
          <p14:tracePt t="393238" x="3643313" y="5105400"/>
          <p14:tracePt t="393268" x="3692525" y="5056188"/>
          <p14:tracePt t="393295" x="3717925" y="5056188"/>
          <p14:tracePt t="393335" x="3756025" y="5056188"/>
          <p14:tracePt t="393369" x="4030663" y="5068888"/>
          <p14:tracePt t="393399" x="4243388" y="5143500"/>
          <p14:tracePt t="393425" x="4468813" y="5205413"/>
          <p14:tracePt t="393458" x="4556125" y="5230813"/>
          <p14:tracePt t="393543" x="4568825" y="5230813"/>
          <p14:tracePt t="393607" x="4594225" y="5218113"/>
          <p14:tracePt t="394129" x="4594225" y="5092700"/>
          <p14:tracePt t="394164" x="4781550" y="4868863"/>
          <p14:tracePt t="394194" x="5945188" y="4354513"/>
          <p14:tracePt t="394219" x="6621463" y="4067175"/>
          <p14:tracePt t="394245" x="7285038" y="3816350"/>
          <p14:tracePt t="394276" x="7697788" y="3703638"/>
          <p14:tracePt t="394306" x="8023225" y="3667125"/>
          <p14:tracePt t="394329" x="8135938" y="3667125"/>
          <p14:tracePt t="394366" x="8399463" y="3754438"/>
          <p14:tracePt t="394391" x="8650288" y="3929063"/>
          <p14:tracePt t="394420" x="8986838" y="4141788"/>
          <p14:tracePt t="394444" x="9175750" y="4330700"/>
          <p14:tracePt t="394473" x="9288463" y="4618038"/>
          <p14:tracePt t="394498" x="9301163" y="4743450"/>
          <p14:tracePt t="394533" x="9275763" y="4868863"/>
          <p14:tracePt t="394559" x="9250363" y="4892675"/>
          <p14:tracePt t="394585" x="9124950" y="4892675"/>
          <p14:tracePt t="394620" x="9050338" y="4879975"/>
          <p14:tracePt t="394651" x="9012238" y="4718050"/>
          <p14:tracePt t="394679" x="8999538" y="4505325"/>
          <p14:tracePt t="394710" x="9150350" y="4079875"/>
          <p14:tracePt t="394735" x="9388475" y="3829050"/>
          <p14:tracePt t="394764" x="10013950" y="3554413"/>
          <p14:tracePt t="394786" x="10326688" y="3416300"/>
          <p14:tracePt t="394822" x="10602913" y="3354388"/>
          <p14:tracePt t="394848" x="10652125" y="3341688"/>
          <p14:tracePt t="394924" x="10677525" y="3341688"/>
          <p14:tracePt t="394953" x="10715625" y="3367088"/>
          <p14:tracePt t="394979" x="10752138" y="3441700"/>
          <p14:tracePt t="395008" x="10764838" y="3516313"/>
          <p14:tracePt t="395038" x="10777538" y="3603625"/>
          <p14:tracePt t="395070" x="10777538" y="3716338"/>
          <p14:tracePt t="395099" x="10639425" y="3867150"/>
          <p14:tracePt t="395125" x="10477500" y="3892550"/>
          <p14:tracePt t="395154" x="10277475" y="3892550"/>
          <p14:tracePt t="395177" x="10139363" y="3892550"/>
          <p14:tracePt t="395207" x="10101263" y="3892550"/>
          <p14:tracePt t="395234" x="10075863" y="3892550"/>
          <p14:tracePt t="395265" x="10075863" y="3879850"/>
          <p14:tracePt t="395286" x="10075863" y="3854450"/>
          <p14:tracePt t="395322" x="10075863" y="3816350"/>
          <p14:tracePt t="395347" x="10101263" y="3803650"/>
          <p14:tracePt t="395374" x="10113963" y="3767138"/>
          <p14:tracePt t="395398" x="10139363" y="3767138"/>
          <p14:tracePt t="395429" x="10139363" y="3754438"/>
          <p14:tracePt t="396036" x="10088563" y="3754438"/>
          <p14:tracePt t="396062" x="9788525" y="3879850"/>
          <p14:tracePt t="396089" x="9337675" y="4117975"/>
          <p14:tracePt t="396119" x="9012238" y="4292600"/>
          <p14:tracePt t="396123" x="8874125" y="4330700"/>
          <p14:tracePt t="396149" x="8499475" y="4505325"/>
          <p14:tracePt t="396176" x="7961313" y="4705350"/>
          <p14:tracePt t="396177" x="7935913" y="4718050"/>
          <p14:tracePt t="396201" x="7572375" y="4805363"/>
          <p14:tracePt t="396235" x="7297738" y="4930775"/>
          <p14:tracePt t="396265" x="6997700" y="5056188"/>
          <p14:tracePt t="396266" x="6921500" y="5068888"/>
          <p14:tracePt t="396294" x="6659563" y="5168900"/>
          <p14:tracePt t="396319" x="6572250" y="5230813"/>
          <p14:tracePt t="396388" x="6459538" y="5343525"/>
          <p14:tracePt t="396418" x="6246813" y="5456238"/>
          <p14:tracePt t="396450" x="6108700" y="5530850"/>
          <p14:tracePt t="396527" x="6096000" y="5530850"/>
          <p14:tracePt t="396552" x="6034088" y="5481638"/>
          <p14:tracePt t="396578" x="5908675" y="5268913"/>
          <p14:tracePt t="396602" x="5845175" y="5130800"/>
          <p14:tracePt t="396634" x="5795963" y="5030788"/>
          <p14:tracePt t="396874" x="5921375" y="5068888"/>
          <p14:tracePt t="396895" x="5970588" y="5068888"/>
          <p14:tracePt t="396931" x="6183313" y="4943475"/>
          <p14:tracePt t="396959" x="6472238" y="4579938"/>
          <p14:tracePt t="396993" x="6772275" y="3929063"/>
          <p14:tracePt t="397018" x="6921500" y="3603625"/>
          <p14:tracePt t="397044" x="6997700" y="3403600"/>
          <p14:tracePt t="397074" x="7034213" y="3328988"/>
          <p14:tracePt t="397102" x="7046913" y="3303588"/>
          <p14:tracePt t="397724" x="7046913" y="3341688"/>
          <p14:tracePt t="397747" x="7246938" y="3716338"/>
          <p14:tracePt t="397781" x="7485063" y="4079875"/>
          <p14:tracePt t="397805" x="7648575" y="4267200"/>
          <p14:tracePt t="397832" x="7874000" y="4318000"/>
          <p14:tracePt t="397861" x="8074025" y="4267200"/>
          <p14:tracePt t="397891" x="8499475" y="4117975"/>
          <p14:tracePt t="397916" x="8874125" y="3941763"/>
          <p14:tracePt t="397939" x="9163050" y="3803650"/>
          <p14:tracePt t="397973" x="9463088" y="3792538"/>
          <p14:tracePt t="398000" x="9701213" y="3792538"/>
          <p14:tracePt t="398025" x="9826625" y="3792538"/>
          <p14:tracePt t="398052" x="9952038" y="3792538"/>
          <p14:tracePt t="398084" x="10052050" y="3792538"/>
          <p14:tracePt t="398116" x="10252075" y="3803650"/>
          <p14:tracePt t="398138" x="10439400" y="3829050"/>
          <p14:tracePt t="398167" x="10639425" y="3867150"/>
          <p14:tracePt t="398197" x="10739438" y="3879850"/>
          <p14:tracePt t="398225" x="10902950" y="3905250"/>
          <p14:tracePt t="398248" x="11015663" y="3929063"/>
          <p14:tracePt t="398249" x="11064875" y="3954463"/>
          <p14:tracePt t="398276" x="11202988" y="3979863"/>
          <p14:tracePt t="398300" x="11266488" y="4017963"/>
          <p14:tracePt t="398332" x="11328400" y="4041775"/>
          <p14:tracePt t="398358" x="11366500" y="4054475"/>
          <p14:tracePt t="398391" x="11403013" y="4054475"/>
          <p14:tracePt t="398490" x="11415713" y="4054475"/>
          <p14:tracePt t="398805" x="11428413" y="4079875"/>
          <p14:tracePt t="398831" x="11428413" y="4092575"/>
          <p14:tracePt t="398858" x="11441113" y="4141788"/>
          <p14:tracePt t="398887" x="11453813" y="4192588"/>
          <p14:tracePt t="398918" x="11453813" y="4230688"/>
          <p14:tracePt t="398945" x="11453813" y="4267200"/>
          <p14:tracePt t="399004" x="11453813" y="4279900"/>
          <p14:tracePt t="399025" x="11453813" y="4318000"/>
          <p14:tracePt t="399055" x="11441113" y="4330700"/>
          <p14:tracePt t="399057" x="11441113" y="4341813"/>
          <p14:tracePt t="399081" x="11428413" y="4354513"/>
          <p14:tracePt t="399136" x="11415713" y="4367213"/>
          <p14:tracePt t="399161" x="11415713" y="4392613"/>
          <p14:tracePt t="399190" x="11390313" y="4405313"/>
          <p14:tracePt t="399213" x="11366500" y="4430713"/>
          <p14:tracePt t="399270" x="11353800" y="4430713"/>
          <p14:tracePt t="399319" x="11341100" y="4430713"/>
          <p14:tracePt t="399350" x="11315700" y="4443413"/>
          <p14:tracePt t="399375" x="11303000" y="4443413"/>
          <p14:tracePt t="399400" x="11253788" y="4454525"/>
          <p14:tracePt t="399430" x="11177588" y="4467225"/>
          <p14:tracePt t="399459" x="11077575" y="4467225"/>
          <p14:tracePt t="399490" x="11041063" y="4467225"/>
          <p14:tracePt t="399513" x="11028363" y="4467225"/>
          <p14:tracePt t="399571" x="11015663" y="4479925"/>
          <p14:tracePt t="400258" x="11002963" y="4467225"/>
          <p14:tracePt t="400921" x="10928350" y="4467225"/>
          <p14:tracePt t="400951" x="10764838" y="4467225"/>
          <p14:tracePt t="400979" x="10477500" y="4467225"/>
          <p14:tracePt t="401003" x="10201275" y="4467225"/>
          <p14:tracePt t="401028" x="10001250" y="4467225"/>
          <p14:tracePt t="401062" x="9926638" y="4467225"/>
          <p14:tracePt t="401207" x="9901238" y="4467225"/>
          <p14:tracePt t="401231" x="9875838" y="4467225"/>
          <p14:tracePt t="401263" x="9839325" y="4479925"/>
          <p14:tracePt t="401287" x="9826625" y="4505325"/>
          <p14:tracePt t="401336" x="9813925" y="4505325"/>
          <p14:tracePt t="402872" x="9801225" y="4505325"/>
          <p14:tracePt t="403684" x="9763125" y="4492625"/>
          <p14:tracePt t="403715" x="9726613" y="4492625"/>
          <p14:tracePt t="403746" x="9688513" y="4492625"/>
          <p14:tracePt t="403768" x="9675813" y="4492625"/>
          <p14:tracePt t="403798" x="9663113" y="4492625"/>
          <p14:tracePt t="403917" x="9650413" y="4492625"/>
          <p14:tracePt t="404045" x="9626600" y="4492625"/>
          <p14:tracePt t="404073" x="9613900" y="4492625"/>
          <p14:tracePt t="405824" x="9588500" y="4492625"/>
          <p14:tracePt t="405825" x="9575800" y="4492625"/>
          <p14:tracePt t="405851" x="9525000" y="4492625"/>
          <p14:tracePt t="405884" x="9463088" y="4479925"/>
          <p14:tracePt t="405911" x="9424988" y="4467225"/>
          <p14:tracePt t="405942" x="9337675" y="4430713"/>
          <p14:tracePt t="405973" x="9275763" y="4430713"/>
          <p14:tracePt t="405998" x="9250363" y="4430713"/>
          <p14:tracePt t="406024" x="9237663" y="4430713"/>
          <p14:tracePt t="406178" x="9224963" y="4418013"/>
          <p14:tracePt t="406379" x="9212263" y="4405313"/>
          <p14:tracePt t="406438" x="9188450" y="4392613"/>
          <p14:tracePt t="406463" x="9163050" y="4379913"/>
          <p14:tracePt t="406490" x="9137650" y="4354513"/>
          <p14:tracePt t="406517" x="9124950" y="4341813"/>
          <p14:tracePt t="406546" x="9124950" y="4330700"/>
          <p14:tracePt t="406576" x="9099550" y="4318000"/>
          <p14:tracePt t="406606" x="9099550" y="4305300"/>
          <p14:tracePt t="406683" x="9088438" y="4305300"/>
          <p14:tracePt t="406861" x="9088438" y="4292600"/>
          <p14:tracePt t="406881" x="9088438" y="4279900"/>
          <p14:tracePt t="406931" x="9063038" y="4267200"/>
          <p14:tracePt t="406959" x="9063038" y="4241800"/>
          <p14:tracePt t="407233" x="9050338" y="4217988"/>
          <p14:tracePt t="407285" x="9037638" y="4205288"/>
          <p14:tracePt t="407730" x="9024938" y="4192588"/>
          <p14:tracePt t="407786" x="9024938" y="4179888"/>
          <p14:tracePt t="409249" x="9024938" y="4167188"/>
          <p14:tracePt t="409699" x="9012238" y="4141788"/>
          <p14:tracePt t="409725" x="8999538" y="4129088"/>
          <p14:tracePt t="409754" x="8999538" y="4092575"/>
          <p14:tracePt t="409785" x="8999538" y="4079875"/>
          <p14:tracePt t="409817" x="8986838" y="4079875"/>
          <p14:tracePt t="410160" x="8986838" y="4067175"/>
          <p14:tracePt t="410187" x="8986838" y="4054475"/>
          <p14:tracePt t="410216" x="8975725" y="4054475"/>
          <p14:tracePt t="410276" x="8950325" y="4029075"/>
          <p14:tracePt t="412270" x="8950325" y="4005263"/>
          <p14:tracePt t="412292" x="8950325" y="3979863"/>
          <p14:tracePt t="427163" x="8937625" y="3967163"/>
          <p14:tracePt t="427554" x="8899525" y="3967163"/>
          <p14:tracePt t="427576" x="8863013" y="3967163"/>
          <p14:tracePt t="427577" x="8837613" y="3967163"/>
          <p14:tracePt t="427604" x="8799513" y="3941763"/>
          <p14:tracePt t="427628" x="8786813" y="3941763"/>
          <p14:tracePt t="427655" x="8763000" y="3941763"/>
          <p14:tracePt t="428079" x="8750300" y="3941763"/>
          <p14:tracePt t="428107" x="8661400" y="3916363"/>
          <p14:tracePt t="428135" x="8574088" y="3916363"/>
          <p14:tracePt t="428159" x="8474075" y="3916363"/>
          <p14:tracePt t="428183" x="8274050" y="3954463"/>
          <p14:tracePt t="428185" x="8223250" y="3967163"/>
          <p14:tracePt t="428210" x="8099425" y="4092575"/>
          <p14:tracePt t="428238" x="7761288" y="4254500"/>
          <p14:tracePt t="428264" x="7485063" y="4330700"/>
          <p14:tracePt t="428288" x="7185025" y="4418013"/>
          <p14:tracePt t="428320" x="6946900" y="4505325"/>
          <p14:tracePt t="428323" x="6821488" y="4543425"/>
          <p14:tracePt t="428345" x="6621463" y="4592638"/>
          <p14:tracePt t="428374" x="6359525" y="4692650"/>
          <p14:tracePt t="428398" x="6196013" y="4818063"/>
          <p14:tracePt t="428432" x="5870575" y="5043488"/>
          <p14:tracePt t="428457" x="5483225" y="5268913"/>
          <p14:tracePt t="428483" x="5170488" y="5343525"/>
          <p14:tracePt t="428508" x="5068888" y="5343525"/>
          <p14:tracePt t="428537" x="4768850" y="5343525"/>
          <p14:tracePt t="428563" x="4568825" y="5343525"/>
          <p14:tracePt t="428588" x="4468813" y="5343525"/>
          <p14:tracePt t="428619" x="4356100" y="5281613"/>
          <p14:tracePt t="428643" x="4305300" y="5243513"/>
          <p14:tracePt t="428670" x="4305300" y="5156200"/>
          <p14:tracePt t="428699" x="4381500" y="4943475"/>
          <p14:tracePt t="428727" x="4643438" y="4779963"/>
          <p14:tracePt t="428752" x="5057775" y="4592638"/>
          <p14:tracePt t="428776" x="5470525" y="4530725"/>
          <p14:tracePt t="428802" x="5957888" y="4418013"/>
          <p14:tracePt t="428831" x="6396038" y="4418013"/>
          <p14:tracePt t="428857" x="6772275" y="4543425"/>
          <p14:tracePt t="428882" x="6921500" y="4656138"/>
          <p14:tracePt t="428911" x="7059613" y="4805363"/>
          <p14:tracePt t="428913" x="7110413" y="4879975"/>
          <p14:tracePt t="428938" x="7185025" y="5143500"/>
          <p14:tracePt t="428973" x="7259638" y="5507038"/>
          <p14:tracePt t="428999" x="7272338" y="5668963"/>
          <p14:tracePt t="429027" x="7272338" y="5781675"/>
          <p14:tracePt t="429051" x="7272338" y="5794375"/>
          <p14:tracePt t="429640" x="7259638" y="5794375"/>
          <p14:tracePt t="429641" x="7235825" y="5768975"/>
          <p14:tracePt t="429666" x="7197725" y="5743575"/>
          <p14:tracePt t="429703" x="7172325" y="5719763"/>
          <p14:tracePt t="429706" x="7146925" y="5707063"/>
          <p14:tracePt t="429730" x="7123113" y="5681663"/>
          <p14:tracePt t="429762" x="7097713" y="5643563"/>
          <p14:tracePt t="429788" x="7085013" y="5619750"/>
          <p14:tracePt t="429817" x="7085013" y="5607050"/>
          <p14:tracePt t="429839" x="7072313" y="5581650"/>
          <p14:tracePt t="429868" x="7059613" y="5530850"/>
          <p14:tracePt t="429889" x="7059613" y="5456238"/>
          <p14:tracePt t="429919" x="7059613" y="5368925"/>
          <p14:tracePt t="429945" x="7059613" y="5281613"/>
          <p14:tracePt t="429980" x="7072313" y="5268913"/>
          <p14:tracePt t="430033" x="7097713" y="5268913"/>
          <p14:tracePt t="430134" x="7123113" y="5243513"/>
          <p14:tracePt t="430162" x="7172325" y="5256213"/>
          <p14:tracePt t="430192" x="7246938" y="5318125"/>
          <p14:tracePt t="430193" x="7272338" y="5368925"/>
          <p14:tracePt t="430220" x="7348538" y="5530850"/>
          <p14:tracePt t="430245" x="7372350" y="5707063"/>
          <p14:tracePt t="430271" x="7323138" y="5907088"/>
          <p14:tracePt t="430273" x="7297738" y="5956300"/>
          <p14:tracePt t="430299" x="7059613" y="6069013"/>
          <p14:tracePt t="430327" x="6708775" y="6107113"/>
          <p14:tracePt t="430354" x="6359525" y="6056313"/>
          <p14:tracePt t="430386" x="6170613" y="5856288"/>
          <p14:tracePt t="430414" x="6121400" y="5630863"/>
          <p14:tracePt t="430437" x="6108700" y="5394325"/>
          <p14:tracePt t="430468" x="6146800" y="5143500"/>
          <p14:tracePt t="430494" x="6208713" y="5043488"/>
          <p14:tracePt t="430525" x="6359525" y="4879975"/>
          <p14:tracePt t="430548" x="6446838" y="4856163"/>
          <p14:tracePt t="430584" x="6608763" y="4843463"/>
          <p14:tracePt t="430585" x="6659563" y="4843463"/>
          <p14:tracePt t="430612" x="6808788" y="4868863"/>
          <p14:tracePt t="430637" x="6972300" y="4968875"/>
          <p14:tracePt t="430663" x="7059613" y="5068888"/>
          <p14:tracePt t="430665" x="7072313" y="5081588"/>
          <p14:tracePt t="430690" x="7085013" y="5118100"/>
          <p14:tracePt t="430727" x="7085013" y="5130800"/>
          <p14:tracePt t="431225" x="7085013" y="5143500"/>
          <p14:tracePt t="431245" x="7085013" y="5156200"/>
          <p14:tracePt t="431274" x="7072313" y="5194300"/>
          <p14:tracePt t="431301" x="7034213" y="5243513"/>
          <p14:tracePt t="431329" x="7034213" y="5256213"/>
          <p14:tracePt t="431350" x="7034213" y="5268913"/>
          <p14:tracePt t="431385" x="7021513" y="5318125"/>
          <p14:tracePt t="431407" x="7021513" y="5330825"/>
          <p14:tracePt t="431436" x="7021513" y="5368925"/>
          <p14:tracePt t="431460" x="7021513" y="5394325"/>
          <p14:tracePt t="431493" x="7034213" y="5407025"/>
          <p14:tracePt t="431517" x="7059613" y="5418138"/>
          <p14:tracePt t="431565" x="7059613" y="5430838"/>
          <p14:tracePt t="431592" x="7072313" y="5443538"/>
          <p14:tracePt t="431621" x="7085013" y="5481638"/>
          <p14:tracePt t="431645" x="7110413" y="5530850"/>
          <p14:tracePt t="431675" x="7123113" y="5594350"/>
          <p14:tracePt t="431703" x="7123113" y="5630863"/>
          <p14:tracePt t="431732" x="7146925" y="5668963"/>
          <p14:tracePt t="431754" x="7146925" y="5681663"/>
          <p14:tracePt t="431785" x="7159625" y="5694363"/>
          <p14:tracePt t="431834" x="7172325" y="5719763"/>
          <p14:tracePt t="431930" x="7197725" y="5732463"/>
          <p14:tracePt t="432195" x="7210425" y="5732463"/>
          <p14:tracePt t="432647" x="7223125" y="5743575"/>
          <p14:tracePt t="437351" x="7210425" y="5756275"/>
          <p14:tracePt t="437373" x="7159625" y="5794375"/>
          <p14:tracePt t="437409" x="7034213" y="5843588"/>
          <p14:tracePt t="437437" x="6997700" y="5856288"/>
          <p14:tracePt t="437556" x="7010400" y="5494338"/>
          <p14:tracePt t="437581" x="6997700" y="4868863"/>
          <p14:tracePt t="437609" x="6759575" y="3979863"/>
          <p14:tracePt t="437635" x="6472238" y="3503613"/>
          <p14:tracePt t="437659" x="6321425" y="3290888"/>
          <p14:tracePt t="437686" x="6296025" y="3228975"/>
          <p14:tracePt t="437720" x="6270625" y="3216275"/>
          <p14:tracePt t="437745" x="6234113" y="3254375"/>
          <p14:tracePt t="437772" x="6208713" y="3441700"/>
          <p14:tracePt t="437804" x="6196013" y="3629025"/>
          <p14:tracePt t="437833" x="6196013" y="3779838"/>
          <p14:tracePt t="437863" x="6196013" y="3854450"/>
          <p14:tracePt t="437890" x="6221413" y="3905250"/>
          <p14:tracePt t="437913" x="6246813" y="3941763"/>
          <p14:tracePt t="437970" x="6246813" y="3954463"/>
          <p14:tracePt t="437994" x="6246813" y="3967163"/>
          <p14:tracePt t="438141" x="6259513" y="3979863"/>
          <p14:tracePt t="438163" x="6283325" y="4017963"/>
          <p14:tracePt t="438197" x="6334125" y="4105275"/>
          <p14:tracePt t="438222" x="6346825" y="4179888"/>
          <p14:tracePt t="438255" x="6383338" y="4241800"/>
          <p14:tracePt t="438277" x="6383338" y="4254500"/>
          <p14:tracePt t="438304" x="6396038" y="4254500"/>
          <p14:tracePt t="438329" x="6408738" y="4279900"/>
          <p14:tracePt t="438360" x="6408738" y="4292600"/>
          <p14:tracePt t="438475" x="6459538" y="4292600"/>
          <p14:tracePt t="438505" x="6572250" y="4292600"/>
          <p14:tracePt t="438534" x="6659563" y="4292600"/>
          <p14:tracePt t="438558" x="6884988" y="4254500"/>
          <p14:tracePt t="438585" x="7197725" y="4117975"/>
          <p14:tracePt t="438868" x="7285038" y="4117975"/>
          <p14:tracePt t="438895" x="7385050" y="4117975"/>
          <p14:tracePt t="438926" x="7535863" y="4117975"/>
          <p14:tracePt t="438952" x="7735888" y="4117975"/>
          <p14:tracePt t="438953" x="7797800" y="4117975"/>
          <p14:tracePt t="438978" x="7897813" y="4154488"/>
          <p14:tracePt t="439007" x="7961313" y="4192588"/>
          <p14:tracePt t="439036" x="8048625" y="4267200"/>
          <p14:tracePt t="439064" x="8161338" y="4405313"/>
          <p14:tracePt t="439065" x="8186738" y="4492625"/>
          <p14:tracePt t="439096" x="8212138" y="4679950"/>
          <p14:tracePt t="439119" x="8212138" y="4792663"/>
          <p14:tracePt t="439153" x="8161338" y="4930775"/>
          <p14:tracePt t="439176" x="8035925" y="4943475"/>
          <p14:tracePt t="439205" x="7797800" y="4956175"/>
          <p14:tracePt t="439230" x="7497763" y="4930775"/>
          <p14:tracePt t="439259" x="7259638" y="4856163"/>
          <p14:tracePt t="439284" x="7159625" y="4805363"/>
          <p14:tracePt t="439317" x="7146925" y="4792663"/>
          <p14:tracePt t="439345" x="7123113" y="4730750"/>
          <p14:tracePt t="439370" x="7123113" y="4679950"/>
          <p14:tracePt t="439405" x="7123113" y="4567238"/>
          <p14:tracePt t="439435" x="7123113" y="4443413"/>
          <p14:tracePt t="439462" x="7134225" y="4367213"/>
          <p14:tracePt t="439492" x="7210425" y="4217988"/>
          <p14:tracePt t="439515" x="7285038" y="4141788"/>
          <p14:tracePt t="439547" x="7359650" y="4079875"/>
          <p14:tracePt t="439570" x="7423150" y="4041775"/>
          <p14:tracePt t="439602" x="7497763" y="3967163"/>
          <p14:tracePt t="439626" x="7561263" y="3929063"/>
          <p14:tracePt t="439656" x="7610475" y="3892550"/>
          <p14:tracePt t="439657" x="7648575" y="3867150"/>
          <p14:tracePt t="439681" x="7685088" y="3867150"/>
          <p14:tracePt t="439721" x="7810500" y="3841750"/>
          <p14:tracePt t="439745" x="7848600" y="3816350"/>
          <p14:tracePt t="439801" x="7886700" y="3803650"/>
          <p14:tracePt t="439858" x="7948613" y="3803650"/>
          <p14:tracePt t="439881" x="7961313" y="3803650"/>
          <p14:tracePt t="440028" x="7986713" y="3803650"/>
          <p14:tracePt t="440054" x="7999413" y="3803650"/>
          <p14:tracePt t="440081" x="8010525" y="3841750"/>
          <p14:tracePt t="440114" x="8035925" y="3879850"/>
          <p14:tracePt t="440145" x="8035925" y="3916363"/>
          <p14:tracePt t="440174" x="8048625" y="3954463"/>
          <p14:tracePt t="440203" x="8061325" y="4017963"/>
          <p14:tracePt t="440226" x="8061325" y="4041775"/>
          <p14:tracePt t="440257" x="8061325" y="4067175"/>
          <p14:tracePt t="440280" x="8061325" y="4079875"/>
          <p14:tracePt t="440281" x="8061325" y="4092575"/>
          <p14:tracePt t="440309" x="8010525" y="4141788"/>
          <p14:tracePt t="440334" x="7886700" y="4217988"/>
          <p14:tracePt t="440361" x="7835900" y="4305300"/>
          <p14:tracePt t="440385" x="7735888" y="4367213"/>
          <p14:tracePt t="440421" x="7585075" y="4467225"/>
          <p14:tracePt t="440450" x="7285038" y="4592638"/>
          <p14:tracePt t="440477" x="7046913" y="4656138"/>
          <p14:tracePt t="440503" x="6872288" y="4705350"/>
          <p14:tracePt t="440529" x="6608763" y="4779963"/>
          <p14:tracePt t="440561" x="6170613" y="4818063"/>
          <p14:tracePt t="440612" x="6146800" y="4843463"/>
          <p14:tracePt t="440639" x="5708650" y="4843463"/>
          <p14:tracePt t="440671" x="5270500" y="4918075"/>
          <p14:tracePt t="440700" x="4832350" y="4956175"/>
          <p14:tracePt t="440726" x="4556125" y="4968875"/>
          <p14:tracePt t="440752" x="4243388" y="4968875"/>
          <p14:tracePt t="440753" x="4205288" y="4968875"/>
          <p14:tracePt t="440779" x="4043363" y="4968875"/>
          <p14:tracePt t="440809" x="3930650" y="4943475"/>
          <p14:tracePt t="440842" x="3817938" y="4892675"/>
          <p14:tracePt t="440869" x="3667125" y="4830763"/>
          <p14:tracePt t="440900" x="3567113" y="4779963"/>
          <p14:tracePt t="440924" x="3567113" y="4730750"/>
          <p14:tracePt t="440960" x="3654425" y="4543425"/>
          <p14:tracePt t="440986" x="3792538" y="4443413"/>
          <p14:tracePt t="441017" x="4056063" y="4292600"/>
          <p14:tracePt t="441046" x="4230688" y="4217988"/>
          <p14:tracePt t="441073" x="4430713" y="4167188"/>
          <p14:tracePt t="441099" x="4481513" y="4117975"/>
          <p14:tracePt t="441126" x="4530725" y="4105275"/>
          <p14:tracePt t="441153" x="4568825" y="4054475"/>
          <p14:tracePt t="441179" x="4643438" y="4017963"/>
          <p14:tracePt t="441208" x="4768850" y="3967163"/>
          <p14:tracePt t="441239" x="5019675" y="3916363"/>
          <p14:tracePt t="441266" x="5132388" y="3879850"/>
          <p14:tracePt t="441294" x="5407025" y="3816350"/>
          <p14:tracePt t="441319" x="5607050" y="3779838"/>
          <p14:tracePt t="441354" x="6208713" y="3679825"/>
          <p14:tracePt t="441379" x="6496050" y="3679825"/>
          <p14:tracePt t="441408" x="6672263" y="3667125"/>
          <p14:tracePt t="441409" x="6721475" y="3641725"/>
          <p14:tracePt t="441432" x="6734175" y="3629025"/>
          <p14:tracePt t="441465" x="6797675" y="3629025"/>
          <p14:tracePt t="441490" x="6821488" y="3629025"/>
          <p14:tracePt t="441516" x="6846888" y="3629025"/>
          <p14:tracePt t="441541" x="6897688" y="3629025"/>
          <p14:tracePt t="441566" x="6910388" y="3629025"/>
          <p14:tracePt t="441644" x="6921500" y="3629025"/>
          <p14:tracePt t="441668" x="6934200" y="3629025"/>
          <p14:tracePt t="441695" x="6946900" y="3629025"/>
          <p14:tracePt t="441799" x="6985000" y="3629025"/>
          <p14:tracePt t="441820" x="6997700" y="3629025"/>
          <p14:tracePt t="441876" x="7034213" y="3641725"/>
          <p14:tracePt t="441905" x="7072313" y="3667125"/>
          <p14:tracePt t="441931" x="7085013" y="3679825"/>
          <p14:tracePt t="441957" x="7085013" y="3692525"/>
          <p14:tracePt t="441980" x="7097713" y="3703638"/>
          <p14:tracePt t="442012" x="7123113" y="3741738"/>
          <p14:tracePt t="442042" x="7134225" y="3767138"/>
          <p14:tracePt t="442070" x="7146925" y="3792538"/>
          <p14:tracePt t="442099" x="7146925" y="3816350"/>
          <p14:tracePt t="442122" x="7146925" y="3867150"/>
          <p14:tracePt t="442153" x="7123113" y="3992563"/>
          <p14:tracePt t="442176" x="7072313" y="4067175"/>
          <p14:tracePt t="442206" x="6972300" y="4179888"/>
          <p14:tracePt t="442229" x="6872288" y="4279900"/>
          <p14:tracePt t="442262" x="6834188" y="4305300"/>
          <p14:tracePt t="442287" x="6746875" y="4379913"/>
          <p14:tracePt t="442317" x="6596063" y="4443413"/>
          <p14:tracePt t="442342" x="6421438" y="4479925"/>
          <p14:tracePt t="443001" x="6170613" y="4443413"/>
          <p14:tracePt t="443023" x="6146800" y="4418013"/>
          <p14:tracePt t="443052" x="6108700" y="4341813"/>
          <p14:tracePt t="443077" x="6096000" y="4254500"/>
          <p14:tracePt t="443108" x="6108700" y="4167188"/>
          <p14:tracePt t="443134" x="6134100" y="4117975"/>
          <p14:tracePt t="443163" x="6170613" y="4067175"/>
          <p14:tracePt t="443187" x="6221413" y="4041775"/>
          <p14:tracePt t="443222" x="6270625" y="4029075"/>
          <p14:tracePt t="443248" x="6321425" y="4029075"/>
          <p14:tracePt t="443277" x="6408738" y="4041775"/>
          <p14:tracePt t="443304" x="6459538" y="4129088"/>
          <p14:tracePt t="443305" x="6459538" y="4141788"/>
          <p14:tracePt t="443329" x="6459538" y="4205288"/>
          <p14:tracePt t="443359" x="6459538" y="4241800"/>
          <p14:tracePt t="443364" x="6446838" y="4254500"/>
          <p14:tracePt t="443388" x="6370638" y="4254500"/>
          <p14:tracePt t="443417" x="6183313" y="4230688"/>
          <p14:tracePt t="443442" x="6034088" y="4141788"/>
          <p14:tracePt t="443473" x="5983288" y="4105275"/>
          <p14:tracePt t="443499" x="5983288" y="4092575"/>
          <p14:tracePt t="443524" x="5970588" y="4054475"/>
          <p14:tracePt t="443549" x="5970588" y="4017963"/>
          <p14:tracePt t="443574" x="5995988" y="3967163"/>
          <p14:tracePt t="443601" x="6034088" y="3941763"/>
          <p14:tracePt t="444249" x="6034088" y="3992563"/>
          <p14:tracePt t="444271" x="5995988" y="4041775"/>
          <p14:tracePt t="444300" x="5932488" y="4092575"/>
          <p14:tracePt t="444327" x="5832475" y="4129088"/>
          <p14:tracePt t="444358" x="5708650" y="4217988"/>
          <p14:tracePt t="444385" x="5645150" y="4279900"/>
          <p14:tracePt t="444415" x="5619750" y="4318000"/>
          <p14:tracePt t="444417" x="5607050" y="4330700"/>
          <p14:tracePt t="444441" x="5545138" y="4379913"/>
          <p14:tracePt t="444475" x="5457825" y="4467225"/>
          <p14:tracePt t="444501" x="5370513" y="4518025"/>
          <p14:tracePt t="444526" x="5257800" y="4605338"/>
          <p14:tracePt t="444553" x="5057775" y="4743450"/>
          <p14:tracePt t="444585" x="4856163" y="4843463"/>
          <p14:tracePt t="444611" x="4781550" y="4892675"/>
          <p14:tracePt t="444637" x="4656138" y="4930775"/>
          <p14:tracePt t="444667" x="4481513" y="4956175"/>
          <p14:tracePt t="444698" x="4256088" y="4956175"/>
          <p14:tracePt t="444722" x="4217988" y="4956175"/>
          <p14:tracePt t="444753" x="4143375" y="4956175"/>
          <p14:tracePt t="444781" x="4117975" y="4930775"/>
          <p14:tracePt t="444811" x="4081463" y="4905375"/>
          <p14:tracePt t="444834" x="4068763" y="4892675"/>
          <p14:tracePt t="444867" x="4056063" y="4830763"/>
          <p14:tracePt t="444890" x="4056063" y="4768850"/>
          <p14:tracePt t="444919" x="4056063" y="4692650"/>
          <p14:tracePt t="444944" x="4056063" y="4656138"/>
          <p14:tracePt t="444947" x="4056063" y="4643438"/>
          <p14:tracePt t="444979" x="4056063" y="4567238"/>
          <p14:tracePt t="445004" x="4092575" y="4518025"/>
          <p14:tracePt t="445030" x="4117975" y="4479925"/>
          <p14:tracePt t="445060" x="4156075" y="4454525"/>
          <p14:tracePt t="445087" x="4168775" y="4418013"/>
          <p14:tracePt t="445089" x="4181475" y="4405313"/>
          <p14:tracePt t="445116" x="4205288" y="4379913"/>
          <p14:tracePt t="445146" x="4256088" y="4330700"/>
          <p14:tracePt t="445174" x="4281488" y="4318000"/>
          <p14:tracePt t="445203" x="4318000" y="4305300"/>
          <p14:tracePt t="445281" x="4356100" y="4305300"/>
          <p14:tracePt t="445308" x="4481513" y="4405313"/>
          <p14:tracePt t="445335" x="4743450" y="4543425"/>
          <p14:tracePt t="445366" x="5157788" y="4768850"/>
          <p14:tracePt t="445395" x="5495925" y="4930775"/>
          <p14:tracePt t="445421" x="5532438" y="4968875"/>
          <p14:tracePt t="445451" x="5619750" y="5005388"/>
          <p14:tracePt t="445509" x="5645150" y="4992688"/>
          <p14:tracePt t="445532" x="5670550" y="4981575"/>
          <p14:tracePt t="445567" x="5695950" y="4956175"/>
          <p14:tracePt t="445592" x="5732463" y="4918075"/>
          <p14:tracePt t="445593" x="5770563" y="4892675"/>
          <p14:tracePt t="445621" x="5821363" y="4843463"/>
          <p14:tracePt t="445646" x="5845175" y="4779963"/>
          <p14:tracePt t="445679" x="5857875" y="4756150"/>
          <p14:tracePt t="445707" x="5870575" y="4756150"/>
          <p14:tracePt t="445929" x="5883275" y="4843463"/>
          <p14:tracePt t="445955" x="5908675" y="4892675"/>
          <p14:tracePt t="445983" x="5921375" y="4918075"/>
          <p14:tracePt t="446011" x="5921375" y="4930775"/>
          <p14:tracePt t="446036" x="5932488" y="4943475"/>
          <p14:tracePt t="446167" x="5945188" y="4930775"/>
          <p14:tracePt t="446188" x="5970588" y="4918075"/>
          <p14:tracePt t="446218" x="6008688" y="4892675"/>
          <p14:tracePt t="446242" x="6021388" y="4879975"/>
          <p14:tracePt t="446275" x="6057900" y="4843463"/>
          <p14:tracePt t="446303" x="6108700" y="4818063"/>
          <p14:tracePt t="446329" x="6208713" y="4730750"/>
          <p14:tracePt t="446357" x="6259513" y="4679950"/>
          <p14:tracePt t="446389" x="6334125" y="4592638"/>
          <p14:tracePt t="446415" x="6434138" y="4492625"/>
          <p14:tracePt t="446442" x="6546850" y="4443413"/>
          <p14:tracePt t="446473" x="6646863" y="4354513"/>
          <p14:tracePt t="446499" x="6696075" y="4341813"/>
          <p14:tracePt t="446523" x="6808788" y="4305300"/>
          <p14:tracePt t="446554" x="6972300" y="4267200"/>
          <p14:tracePt t="446583" x="6997700" y="4241800"/>
          <p14:tracePt t="446612" x="7085013" y="4217988"/>
          <p14:tracePt t="446634" x="7110413" y="4217988"/>
          <p14:tracePt t="446666" x="7123113" y="4217988"/>
          <p14:tracePt t="448335" x="7146925" y="4217988"/>
          <p14:tracePt t="448489" x="7159625" y="4217988"/>
          <p14:tracePt t="448554" x="7159625" y="4230688"/>
          <p14:tracePt t="448622" x="7159625" y="4241800"/>
          <p14:tracePt t="448693" x="7159625" y="4254500"/>
          <p14:tracePt t="449020" x="7159625" y="4279900"/>
          <p14:tracePt t="449043" x="7159625" y="4330700"/>
          <p14:tracePt t="449077" x="7185025" y="4405313"/>
          <p14:tracePt t="449103" x="7235825" y="4479925"/>
          <p14:tracePt t="449136" x="7246938" y="4554538"/>
          <p14:tracePt t="449163" x="7259638" y="4605338"/>
          <p14:tracePt t="449189" x="7272338" y="4643438"/>
          <p14:tracePt t="449217" x="7272338" y="4667250"/>
          <p14:tracePt t="449250" x="7272338" y="4705350"/>
          <p14:tracePt t="449276" x="7272338" y="4768850"/>
          <p14:tracePt t="449303" x="7272338" y="4843463"/>
          <p14:tracePt t="449326" x="7259638" y="4892675"/>
          <p14:tracePt t="449351" x="7246938" y="4943475"/>
          <p14:tracePt t="449380" x="7235825" y="4968875"/>
          <p14:tracePt t="450789" x="7246938" y="4968875"/>
          <p14:tracePt t="451388" x="7235825" y="5043488"/>
          <p14:tracePt t="451411" x="7085013" y="5218113"/>
          <p14:tracePt t="451442" x="6797675" y="5543550"/>
          <p14:tracePt t="451468" x="6708775" y="5668963"/>
          <p14:tracePt t="451499" x="6408738" y="5894388"/>
          <p14:tracePt t="451530" x="6183313" y="6045200"/>
          <p14:tracePt t="451564" x="6034088" y="6157913"/>
          <p14:tracePt t="451588" x="5808663" y="6232525"/>
          <p14:tracePt t="451618" x="5595938" y="6319838"/>
          <p14:tracePt t="451646" x="5483225" y="6370638"/>
          <p14:tracePt t="451675" x="5219700" y="6483350"/>
          <p14:tracePt t="451697" x="5106988" y="6494463"/>
          <p14:tracePt t="451729" x="4994275" y="6519863"/>
          <p14:tracePt t="451753" x="4945063" y="6519863"/>
          <p14:tracePt t="451789" x="4806950" y="6545263"/>
          <p14:tracePt t="451815" x="4681538" y="6570663"/>
          <p14:tracePt t="451842" x="4630738" y="6570663"/>
          <p14:tracePt t="451868" x="4619625" y="6570663"/>
          <p14:tracePt t="451898" x="4556125" y="6532563"/>
          <p14:tracePt t="451925" x="4506913" y="6494463"/>
          <p14:tracePt t="451949" x="4468813" y="6470650"/>
          <p14:tracePt t="451978" x="4443413" y="6457950"/>
          <p14:tracePt t="452039" x="4430713" y="6419850"/>
          <p14:tracePt t="452065" x="4430713" y="6407150"/>
          <p14:tracePt t="452092" x="4430713" y="6394450"/>
          <p14:tracePt t="452147" x="4430713" y="6381750"/>
          <p14:tracePt t="452201" x="4430713" y="6370638"/>
          <p14:tracePt t="452226" x="4430713" y="6357938"/>
          <p14:tracePt t="452280" x="4430713" y="6345238"/>
          <p14:tracePt t="452384" x="4443413" y="6319838"/>
          <p14:tracePt t="452408" x="4456113" y="6294438"/>
          <p14:tracePt t="452409" x="4468813" y="6281738"/>
          <p14:tracePt t="452438" x="4494213" y="6245225"/>
          <p14:tracePt t="452460" x="4543425" y="6157913"/>
          <p14:tracePt t="452496" x="4568825" y="6094413"/>
          <p14:tracePt t="452497" x="4568825" y="6056313"/>
          <p14:tracePt t="452522" x="4606925" y="5945188"/>
          <p14:tracePt t="452548" x="4606925" y="5881688"/>
          <p14:tracePt t="452580" x="4606925" y="5843588"/>
          <p14:tracePt t="452608" x="4606925" y="5819775"/>
          <p14:tracePt t="452835" x="4619625" y="5832475"/>
          <p14:tracePt t="452858" x="4668838" y="5868988"/>
          <p14:tracePt t="452890" x="4719638" y="5907088"/>
          <p14:tracePt t="452914" x="4756150" y="5907088"/>
          <p14:tracePt t="452950" x="4843463" y="5907088"/>
          <p14:tracePt t="453003" x="4919663" y="5843588"/>
          <p14:tracePt t="453037" x="5032375" y="5732463"/>
          <p14:tracePt t="453065" x="5057775" y="5694363"/>
          <p14:tracePt t="453090" x="5057775" y="5668963"/>
          <p14:tracePt t="453117" x="5057775" y="5643563"/>
          <p14:tracePt t="453147" x="5045075" y="5607050"/>
          <p14:tracePt t="453176" x="5019675" y="5581650"/>
          <p14:tracePt t="453199" x="4945063" y="5556250"/>
          <p14:tracePt t="453227" x="4843463" y="5556250"/>
          <p14:tracePt t="453250" x="4768850" y="5556250"/>
          <p14:tracePt t="453284" x="4719638" y="5556250"/>
          <p14:tracePt t="453308" x="4694238" y="5630863"/>
          <p14:tracePt t="453345" x="4681538" y="5819775"/>
          <p14:tracePt t="453372" x="4681538" y="5907088"/>
          <p14:tracePt t="453397" x="4719638" y="5969000"/>
          <p14:tracePt t="453423" x="4756150" y="6007100"/>
          <p14:tracePt t="453454" x="4781550" y="6019800"/>
          <p14:tracePt t="453479" x="4956175" y="6007100"/>
          <p14:tracePt t="453505" x="5157788" y="5945188"/>
          <p14:tracePt t="453539" x="5332413" y="5868988"/>
          <p14:tracePt t="453567" x="5383213" y="5843588"/>
          <p14:tracePt t="453591" x="5394325" y="5832475"/>
          <p14:tracePt t="453618" x="5407025" y="5794375"/>
          <p14:tracePt t="453642" x="5419725" y="5768975"/>
          <p14:tracePt t="453673" x="5432425" y="5743575"/>
          <p14:tracePt t="453701" x="5432425" y="5732463"/>
          <p14:tracePt t="453732" x="5483225" y="5719763"/>
          <p14:tracePt t="453763" x="5595938" y="5707063"/>
          <p14:tracePt t="453791" x="5732463" y="5694363"/>
          <p14:tracePt t="453816" x="6134100" y="5719763"/>
          <p14:tracePt t="453817" x="6221413" y="5719763"/>
          <p14:tracePt t="453849" x="6559550" y="5719763"/>
          <p14:tracePt t="453876" x="6672263" y="5668963"/>
          <p14:tracePt t="453901" x="6708775" y="5656263"/>
          <p14:tracePt t="454048" x="6708775" y="5643563"/>
          <p14:tracePt t="454076" x="6672263" y="5643563"/>
          <p14:tracePt t="454109" x="6621463" y="5643563"/>
          <p14:tracePt t="454331" x="6572250" y="5656263"/>
          <p14:tracePt t="454361" x="6408738" y="5694363"/>
          <p14:tracePt t="454389" x="6296025" y="5707063"/>
          <p14:tracePt t="454412" x="6134100" y="5707063"/>
          <p14:tracePt t="454441" x="5945188" y="5719763"/>
          <p14:tracePt t="454465" x="5808663" y="5732463"/>
          <p14:tracePt t="454499" x="5795963" y="5743575"/>
          <p14:tracePt t="454526" x="5770563" y="5743575"/>
          <p14:tracePt t="454558" x="5757863" y="5732463"/>
          <p14:tracePt t="454585" x="5757863" y="5668963"/>
          <p14:tracePt t="454612" x="5757863" y="5656263"/>
          <p14:tracePt t="454837" x="5719763" y="5643563"/>
          <p14:tracePt t="454860" x="5670550" y="5643563"/>
          <p14:tracePt t="454972" x="5757863" y="5619750"/>
          <p14:tracePt t="454996" x="6045200" y="5468938"/>
          <p14:tracePt t="455026" x="6446838" y="5268913"/>
          <p14:tracePt t="455082" x="6696075" y="5218113"/>
          <p14:tracePt t="455106" x="6708775" y="5218113"/>
          <p14:tracePt t="455162" x="6672263" y="5205413"/>
          <p14:tracePt t="455190" x="6608763" y="5181600"/>
          <p14:tracePt t="455217" x="6434138" y="5181600"/>
          <p14:tracePt t="455242" x="6321425" y="5243513"/>
          <p14:tracePt t="455396" x="6308725" y="5268913"/>
          <p14:tracePt t="455449" x="6308725" y="5281613"/>
          <p14:tracePt t="455531" x="6308725" y="5305425"/>
          <p14:tracePt t="455604" x="6296025" y="5318125"/>
          <p14:tracePt t="455656" x="6283325" y="5356225"/>
          <p14:tracePt t="455687" x="6283325" y="5394325"/>
          <p14:tracePt t="455717" x="6283325" y="5430838"/>
          <p14:tracePt t="455746" x="6283325" y="5468938"/>
          <p14:tracePt t="455773" x="6296025" y="5530850"/>
          <p14:tracePt t="455799" x="6334125" y="5568950"/>
          <p14:tracePt t="455829" x="6346825" y="5581650"/>
          <p14:tracePt t="455858" x="6346825" y="5594350"/>
          <p14:tracePt t="455888" x="6359525" y="5594350"/>
          <p14:tracePt t="455914" x="6421438" y="5581650"/>
          <p14:tracePt t="455941" x="6434138" y="5530850"/>
          <p14:tracePt t="455966" x="6434138" y="5481638"/>
          <p14:tracePt t="456002" x="6359525" y="5356225"/>
          <p14:tracePt t="456026" x="6270625" y="5305425"/>
          <p14:tracePt t="456054" x="6183313" y="5256213"/>
          <p14:tracePt t="456084" x="6157913" y="5230813"/>
          <p14:tracePt t="456138" x="6121400" y="5218113"/>
          <p14:tracePt t="456165" x="6083300" y="5194300"/>
          <p14:tracePt t="456244" x="6070600" y="5230813"/>
          <p14:tracePt t="456267" x="6070600" y="5368925"/>
          <p14:tracePt t="456304" x="6083300" y="5581650"/>
          <p14:tracePt t="456305" x="6108700" y="5643563"/>
          <p14:tracePt t="456327" x="6108700" y="5719763"/>
          <p14:tracePt t="456353" x="6108700" y="5807075"/>
          <p14:tracePt t="456378" x="6083300" y="5843588"/>
          <p14:tracePt t="456411" x="6045200" y="5843588"/>
          <p14:tracePt t="456437" x="6021388" y="5832475"/>
          <p14:tracePt t="456462" x="5970588" y="5668963"/>
          <p14:tracePt t="456490" x="5957888" y="5330825"/>
          <p14:tracePt t="456521" x="6121400" y="5056188"/>
          <p14:tracePt t="456552" x="6283325" y="4868863"/>
          <p14:tracePt t="456581" x="6334125" y="4792663"/>
          <p14:tracePt t="456604" x="6370638" y="4743450"/>
          <p14:tracePt t="456634" x="6370638" y="4730750"/>
          <p14:tracePt t="456661" x="6396038" y="4718050"/>
          <p14:tracePt t="456761" x="6434138" y="4805363"/>
          <p14:tracePt t="456788" x="6434138" y="4905375"/>
          <p14:tracePt t="456812" x="6446838" y="4992688"/>
          <p14:tracePt t="456838" x="6446838" y="5105400"/>
          <p14:tracePt t="456870" x="6446838" y="5256213"/>
          <p14:tracePt t="456895" x="6396038" y="5330825"/>
          <p14:tracePt t="456922" x="6359525" y="5394325"/>
          <p14:tracePt t="456952" x="6334125" y="5418138"/>
          <p14:tracePt t="457003" x="6321425" y="5430838"/>
          <p14:tracePt t="458073" x="6270625" y="5530850"/>
          <p14:tracePt t="458098" x="6121400" y="5707063"/>
          <p14:tracePt t="458125" x="6057900" y="5843588"/>
          <p14:tracePt t="458154" x="5970588" y="5981700"/>
          <p14:tracePt t="458183" x="5921375" y="6069013"/>
          <p14:tracePt t="458185" x="5895975" y="6094413"/>
          <p14:tracePt t="458208" x="5821363" y="6107113"/>
          <p14:tracePt t="458239" x="5657850" y="6157913"/>
          <p14:tracePt t="458268" x="5557838" y="6157913"/>
          <p14:tracePt t="458297" x="5294313" y="6194425"/>
          <p14:tracePt t="458323" x="4956175" y="6207125"/>
          <p14:tracePt t="458354" x="4430713" y="6207125"/>
          <p14:tracePt t="458384" x="3979863" y="6207125"/>
          <p14:tracePt t="458407" x="3879850" y="6207125"/>
          <p14:tracePt t="458439" x="3767138" y="6207125"/>
          <p14:tracePt t="458495" x="3756025" y="6207125"/>
          <p14:tracePt t="458553" x="3730625" y="6119813"/>
          <p14:tracePt t="458580" x="3730625" y="6081713"/>
          <p14:tracePt t="458606" x="3743325" y="6032500"/>
          <p14:tracePt t="458630" x="3805238" y="5969000"/>
          <p14:tracePt t="458666" x="3843338" y="5932488"/>
          <p14:tracePt t="458691" x="3867150" y="5932488"/>
          <p14:tracePt t="458742" x="3905250" y="5932488"/>
          <p14:tracePt t="458774" x="3968750" y="5945188"/>
          <p14:tracePt t="458803" x="4005263" y="6045200"/>
          <p14:tracePt t="458826" x="4017963" y="6119813"/>
          <p14:tracePt t="458858" x="4017963" y="6132513"/>
          <p14:tracePt t="458990" x="4005263" y="6132513"/>
          <p14:tracePt t="459013" x="3992563" y="6119813"/>
          <p14:tracePt t="459045" x="3968750" y="6081713"/>
          <p14:tracePt t="459074" x="3956050" y="5994400"/>
          <p14:tracePt t="459104" x="3956050" y="5907088"/>
          <p14:tracePt t="459129" x="3956050" y="5856288"/>
          <p14:tracePt t="459161" x="3968750" y="5807075"/>
          <p14:tracePt t="459191" x="3992563" y="5807075"/>
          <p14:tracePt t="459194" x="4005263" y="5794375"/>
          <p14:tracePt t="459222" x="4017963" y="5781675"/>
          <p14:tracePt t="459249" x="4043363" y="5756275"/>
          <p14:tracePt t="459594" x="4081463" y="5781675"/>
          <p14:tracePt t="459620" x="4092575" y="5832475"/>
          <p14:tracePt t="459651" x="4143375" y="5907088"/>
          <p14:tracePt t="459675" x="4156075" y="5945188"/>
          <p14:tracePt t="459708" x="4181475" y="5969000"/>
          <p14:tracePt t="459734" x="4205288" y="5994400"/>
          <p14:tracePt t="459762" x="4230688" y="6032500"/>
          <p14:tracePt t="459790" x="4256088" y="6081713"/>
          <p14:tracePt t="459821" x="4330700" y="6181725"/>
          <p14:tracePt t="459847" x="4394200" y="6232525"/>
          <p14:tracePt t="459873" x="4543425" y="6332538"/>
          <p14:tracePt t="459899" x="4694238" y="6381750"/>
          <p14:tracePt t="459923" x="4732338" y="6381750"/>
          <p14:tracePt t="459955" x="4794250" y="6407150"/>
          <p14:tracePt t="459987" x="4932363" y="6332538"/>
          <p14:tracePt t="460016" x="4968875" y="6269038"/>
          <p14:tracePt t="460017" x="4968875" y="6257925"/>
          <p14:tracePt t="460044" x="4994275" y="6181725"/>
          <p14:tracePt t="460068" x="4994275" y="6132513"/>
          <p14:tracePt t="460102" x="4994275" y="6045200"/>
          <p14:tracePt t="460126" x="4981575" y="6007100"/>
          <p14:tracePt t="460156" x="4932363" y="5969000"/>
          <p14:tracePt t="460212" x="4906963" y="5956300"/>
          <p14:tracePt t="460235" x="4894263" y="5956300"/>
          <p14:tracePt t="460286" x="4881563" y="5956300"/>
          <p14:tracePt t="460309" x="4868863" y="5956300"/>
          <p14:tracePt t="460365" x="4856163" y="5969000"/>
          <p14:tracePt t="460391" x="4843463" y="5981700"/>
          <p14:tracePt t="460417" x="4843463" y="6019800"/>
          <p14:tracePt t="460444" x="4832350" y="6045200"/>
          <p14:tracePt t="460476" x="4794250" y="6069013"/>
          <p14:tracePt t="460509" x="4756150" y="6107113"/>
          <p14:tracePt t="460536" x="4719638" y="6132513"/>
          <p14:tracePt t="460537" x="4706938" y="6132513"/>
          <p14:tracePt t="460561" x="4681538" y="6145213"/>
          <p14:tracePt t="460589" x="4656138" y="6157913"/>
          <p14:tracePt t="460614" x="4656138" y="6169025"/>
          <p14:tracePt t="460642" x="4643438" y="6169025"/>
          <p14:tracePt t="460671" x="4630738" y="6169025"/>
          <p14:tracePt t="460746" x="4619625" y="6181725"/>
          <p14:tracePt t="460774" x="4619625" y="6194425"/>
          <p14:tracePt t="460920" x="4619625" y="6207125"/>
          <p14:tracePt t="460921" x="4606925" y="6219825"/>
          <p14:tracePt t="460945" x="4606925" y="6232525"/>
          <p14:tracePt t="460971" x="4606925" y="6245225"/>
          <p14:tracePt t="461286" x="4581525" y="6269038"/>
          <p14:tracePt t="462221" x="4606925" y="6269038"/>
          <p14:tracePt t="462252" x="4643438" y="6269038"/>
          <p14:tracePt t="462258" x="4656138" y="6269038"/>
          <p14:tracePt t="462288" x="4668838" y="6245225"/>
          <p14:tracePt t="462316" x="4719638" y="6232525"/>
          <p14:tracePt t="462350" x="4756150" y="6219825"/>
          <p14:tracePt t="462383" x="4806950" y="6194425"/>
          <p14:tracePt t="462415" x="4856163" y="6157913"/>
          <p14:tracePt t="462444" x="4906963" y="6132513"/>
          <p14:tracePt t="462483" x="4994275" y="6081713"/>
          <p14:tracePt t="462514" x="5068888" y="6045200"/>
          <p14:tracePt t="462547" x="5106988" y="5994400"/>
          <p14:tracePt t="462570" x="5145088" y="5969000"/>
          <p14:tracePt t="462602" x="5181600" y="5945188"/>
          <p14:tracePt t="462629" x="5194300" y="5932488"/>
          <p14:tracePt t="462665" x="5232400" y="5919788"/>
          <p14:tracePt t="462698" x="5232400" y="5907088"/>
          <p14:tracePt t="462756" x="5294313" y="5907088"/>
          <p14:tracePt t="462787" x="5319713" y="5907088"/>
          <p14:tracePt t="462817" x="5383213" y="5907088"/>
          <p14:tracePt t="462844" x="5445125" y="5907088"/>
          <p14:tracePt t="462878" x="5657850" y="5907088"/>
          <p14:tracePt t="462912" x="5908675" y="5919788"/>
          <p14:tracePt t="462913" x="5983288" y="5932488"/>
          <p14:tracePt t="462946" x="6096000" y="5932488"/>
          <p14:tracePt t="462972" x="6146800" y="5945188"/>
          <p14:tracePt t="463085" x="6157913" y="5945188"/>
          <p14:tracePt t="464979" x="6170613" y="5945188"/>
          <p14:tracePt t="466457" x="6146800" y="5945188"/>
          <p14:tracePt t="466479" x="6121400" y="5945188"/>
          <p14:tracePt t="466508" x="6070600" y="5956300"/>
          <p14:tracePt t="466530" x="6057900" y="5969000"/>
          <p14:tracePt t="466559" x="6034088" y="5981700"/>
          <p14:tracePt t="466618" x="6008688" y="5981700"/>
          <p14:tracePt t="466724" x="5995988" y="5994400"/>
          <p14:tracePt t="472769" x="5995988" y="6007100"/>
          <p14:tracePt t="478536" x="5995988" y="6019800"/>
          <p14:tracePt t="482579" x="5983288" y="6019800"/>
          <p14:tracePt t="482802" x="5970588" y="6019800"/>
          <p14:tracePt t="482823" x="5957888" y="6019800"/>
          <p14:tracePt t="484068" x="5945188" y="6019800"/>
          <p14:tracePt t="484128" x="5932488" y="6019800"/>
          <p14:tracePt t="484253" x="5921375" y="6019800"/>
          <p14:tracePt t="484355" x="5908675" y="6019800"/>
          <p14:tracePt t="484380" x="5883275" y="6019800"/>
          <p14:tracePt t="484408" x="5845175" y="6019800"/>
          <p14:tracePt t="484458" x="5808663" y="6019800"/>
          <p14:tracePt t="484481" x="5795963" y="6019800"/>
          <p14:tracePt t="484509" x="5770563" y="6019800"/>
          <p14:tracePt t="484536" x="5719763" y="6045200"/>
          <p14:tracePt t="484571" x="5632450" y="6045200"/>
          <p14:tracePt t="484595" x="5507038" y="6045200"/>
          <p14:tracePt t="484623" x="5383213" y="6032500"/>
          <p14:tracePt t="484649" x="5032375" y="6007100"/>
          <p14:tracePt t="484681" x="4681538" y="5981700"/>
          <p14:tracePt t="484708" x="4318000" y="5945188"/>
          <p14:tracePt t="484735" x="3930650" y="5894388"/>
          <p14:tracePt t="484739" x="3743325" y="5843588"/>
          <p14:tracePt t="484763" x="3454400" y="5807075"/>
          <p14:tracePt t="484788" x="3267075" y="5768975"/>
          <p14:tracePt t="484821" x="3192463" y="5756275"/>
          <p14:tracePt t="484850" x="3167063" y="5756275"/>
          <p14:tracePt t="484873" x="3103563" y="5781675"/>
          <p14:tracePt t="484905" x="3054350" y="5843588"/>
          <p14:tracePt t="484933" x="3016250" y="5868988"/>
          <p14:tracePt t="484964" x="2992438" y="5907088"/>
          <p14:tracePt t="484992" x="2992438" y="5932488"/>
          <p14:tracePt t="485022" x="2992438" y="5945188"/>
          <p14:tracePt t="485151" x="2992438" y="5907088"/>
          <p14:tracePt t="485174" x="3067050" y="5768975"/>
          <p14:tracePt t="485201" x="3116263" y="5619750"/>
          <p14:tracePt t="485232" x="3128963" y="5543550"/>
          <p14:tracePt t="485262" x="3128963" y="5518150"/>
          <p14:tracePt t="485284" x="3141663" y="5507038"/>
          <p14:tracePt t="485313" x="3154363" y="5468938"/>
          <p14:tracePt t="485398" x="3167063" y="5456238"/>
          <p14:tracePt t="485665" x="3192463" y="5494338"/>
          <p14:tracePt t="485687" x="3192463" y="5507038"/>
          <p14:tracePt t="485689" x="3205163" y="5518150"/>
          <p14:tracePt t="485779" x="3205163" y="5568950"/>
          <p14:tracePt t="485804" x="3241675" y="5630863"/>
          <p14:tracePt t="485830" x="3267075" y="5668963"/>
          <p14:tracePt t="485857" x="3292475" y="5668963"/>
          <p14:tracePt t="485887" x="3367088" y="5668963"/>
          <p14:tracePt t="485889" x="3392488" y="5668963"/>
          <p14:tracePt t="485916" x="3467100" y="5668963"/>
          <p14:tracePt t="485943" x="3541713" y="5681663"/>
          <p14:tracePt t="485971" x="3579813" y="5694363"/>
          <p14:tracePt t="485997" x="3617913" y="5694363"/>
          <p14:tracePt t="486028" x="3679825" y="5694363"/>
          <p14:tracePt t="486059" x="3767138" y="5668963"/>
          <p14:tracePt t="486083" x="3792538" y="5656263"/>
          <p14:tracePt t="486142" x="3867150" y="5656263"/>
          <p14:tracePt t="486171" x="3992563" y="5656263"/>
          <p14:tracePt t="486202" x="4017963" y="5643563"/>
          <p14:tracePt t="486228" x="4043363" y="5643563"/>
          <p14:tracePt t="486261" x="4156075" y="5668963"/>
          <p14:tracePt t="486701" x="4181475" y="5681663"/>
          <p14:tracePt t="486729" x="4181475" y="5743575"/>
          <p14:tracePt t="486757" x="4181475" y="5756275"/>
          <p14:tracePt t="486787" x="4181475" y="5794375"/>
          <p14:tracePt t="486837" x="4181475" y="5819775"/>
          <p14:tracePt t="486865" x="4192588" y="5856288"/>
          <p14:tracePt t="486893" x="4205288" y="5881688"/>
          <p14:tracePt t="486921" x="4230688" y="5932488"/>
          <p14:tracePt t="486946" x="4243388" y="5956300"/>
          <p14:tracePt t="486982" x="4268788" y="5981700"/>
          <p14:tracePt t="487010" x="4294188" y="6007100"/>
          <p14:tracePt t="487033" x="4330700" y="6019800"/>
          <p14:tracePt t="487063" x="4368800" y="6019800"/>
          <p14:tracePt t="487095" x="4406900" y="6032500"/>
          <p14:tracePt t="487098" x="4443413" y="6032500"/>
          <p14:tracePt t="487125" x="4506913" y="6032500"/>
          <p14:tracePt t="487155" x="4594225" y="6019800"/>
          <p14:tracePt t="487212" x="4619625" y="6007100"/>
          <p14:tracePt t="487412" x="4606925" y="6007100"/>
          <p14:tracePt t="487434" x="4568825" y="6056313"/>
          <p14:tracePt t="487470" x="4530725" y="6069013"/>
          <p14:tracePt t="487495" x="4518025" y="6094413"/>
          <p14:tracePt t="487575" x="4518025" y="6081713"/>
          <p14:tracePt t="487598" x="4530725" y="5956300"/>
          <p14:tracePt t="487628" x="4581525" y="5819775"/>
          <p14:tracePt t="487652" x="4606925" y="5768975"/>
          <p14:tracePt t="487687" x="4643438" y="5707063"/>
          <p14:tracePt t="487689" x="4656138" y="5694363"/>
          <p14:tracePt t="487717" x="4694238" y="5656263"/>
          <p14:tracePt t="487744" x="4756150" y="5607050"/>
          <p14:tracePt t="487745" x="4768850" y="5607050"/>
          <p14:tracePt t="487773" x="4832350" y="5581650"/>
          <p14:tracePt t="487803" x="4906963" y="5568950"/>
          <p14:tracePt t="487831" x="4956175" y="5568950"/>
          <p14:tracePt t="487862" x="5045075" y="5543550"/>
          <p14:tracePt t="487891" x="5068888" y="5543550"/>
          <p14:tracePt t="487921" x="5081588" y="5543550"/>
          <p14:tracePt t="488338" x="5094288" y="5568950"/>
          <p14:tracePt t="488364" x="5094288" y="5619750"/>
          <p14:tracePt t="488394" x="5094288" y="5694363"/>
          <p14:tracePt t="488420" x="5094288" y="5743575"/>
          <p14:tracePt t="488444" x="5068888" y="5794375"/>
          <p14:tracePt t="488473" x="5057775" y="5819775"/>
          <p14:tracePt t="488501" x="5057775" y="5832475"/>
          <p14:tracePt t="488550" x="5045075" y="5843588"/>
          <p14:tracePt t="488582" x="5032375" y="5843588"/>
          <p14:tracePt t="488695" x="5019675" y="5843588"/>
          <p14:tracePt t="488725" x="5019675" y="5819775"/>
          <p14:tracePt t="488759" x="5045075" y="5781675"/>
          <p14:tracePt t="488788" x="5068888" y="5756275"/>
          <p14:tracePt t="488839" x="5106988" y="5732463"/>
          <p14:tracePt t="488867" x="5119688" y="5732463"/>
          <p14:tracePt t="488896" x="5119688" y="5719763"/>
          <p14:tracePt t="488921" x="5132388" y="5719763"/>
          <p14:tracePt t="489576" x="5106988" y="5719763"/>
          <p14:tracePt t="489577" x="5094288" y="5719763"/>
          <p14:tracePt t="489599" x="5057775" y="5719763"/>
          <p14:tracePt t="489602" x="5045075" y="5719763"/>
          <p14:tracePt t="489629" x="5019675" y="5743575"/>
          <p14:tracePt t="489655" x="5019675" y="5781675"/>
          <p14:tracePt t="489685" x="4994275" y="5832475"/>
          <p14:tracePt t="489710" x="4994275" y="5881688"/>
          <p14:tracePt t="489735" x="4994275" y="5919788"/>
          <p14:tracePt t="489762" x="4981575" y="5969000"/>
          <p14:tracePt t="489793" x="4981575" y="5981700"/>
          <p14:tracePt t="489960" x="4981575" y="6019800"/>
          <p14:tracePt t="489961" x="4968875" y="6045200"/>
          <p14:tracePt t="489989" x="4956175" y="6107113"/>
          <p14:tracePt t="490016" x="4894263" y="6207125"/>
          <p14:tracePt t="490039" x="4894263" y="6219825"/>
          <p14:tracePt t="491446" x="4894263" y="6245225"/>
          <p14:tracePt t="491472" x="4868863" y="6294438"/>
          <p14:tracePt t="491474" x="4843463" y="6307138"/>
          <p14:tracePt t="491503" x="4768850" y="6357938"/>
          <p14:tracePt t="491529" x="4719638" y="6394450"/>
          <p14:tracePt t="491554" x="4694238" y="6394450"/>
          <p14:tracePt t="491582" x="4656138" y="6419850"/>
          <p14:tracePt t="491608" x="4643438" y="6419850"/>
          <p14:tracePt t="491633" x="4630738" y="6381750"/>
          <p14:tracePt t="491658" x="4619625" y="6307138"/>
          <p14:tracePt t="491688" x="4619625" y="6245225"/>
          <p14:tracePt t="491718" x="4619625" y="6169025"/>
          <p14:tracePt t="491749" x="4630738" y="6081713"/>
          <p14:tracePt t="491778" x="4656138" y="6007100"/>
          <p14:tracePt t="491801" x="4694238" y="5956300"/>
          <p14:tracePt t="491831" x="4706938" y="5907088"/>
          <p14:tracePt t="491853" x="4732338" y="5881688"/>
          <p14:tracePt t="491906" x="4756150" y="5856288"/>
          <p14:tracePt t="491932" x="4781550" y="5843588"/>
          <p14:tracePt t="491958" x="4806950" y="5819775"/>
          <p14:tracePt t="491989" x="4819650" y="5807075"/>
          <p14:tracePt t="492415" x="4856163" y="5807075"/>
          <p14:tracePt t="492440" x="4906963" y="5807075"/>
          <p14:tracePt t="492466" x="4919663" y="5807075"/>
          <p14:tracePt t="492496" x="4945063" y="5807075"/>
          <p14:tracePt t="492595" x="4956175" y="5807075"/>
          <p14:tracePt t="492618" x="4968875" y="5807075"/>
          <p14:tracePt t="492648" x="5006975" y="5843588"/>
          <p14:tracePt t="492675" x="5045075" y="5881688"/>
          <p14:tracePt t="492705" x="5068888" y="5932488"/>
          <p14:tracePt t="492730" x="5094288" y="5969000"/>
          <p14:tracePt t="492754" x="5119688" y="5994400"/>
          <p14:tracePt t="492781" x="5157788" y="6019800"/>
          <p14:tracePt t="492809" x="5194300" y="6069013"/>
          <p14:tracePt t="492836" x="5245100" y="6107113"/>
          <p14:tracePt t="492863" x="5281613" y="6132513"/>
          <p14:tracePt t="492865" x="5307013" y="6132513"/>
          <p14:tracePt t="492893" x="5370513" y="6145213"/>
          <p14:tracePt t="492921" x="5457825" y="6169025"/>
          <p14:tracePt t="492955" x="5532438" y="6181725"/>
          <p14:tracePt t="492984" x="5632450" y="6181725"/>
          <p14:tracePt t="493007" x="5657850" y="6181725"/>
          <p14:tracePt t="493035" x="5670550" y="6181725"/>
          <p14:tracePt t="493113" x="5708650" y="6169025"/>
          <p14:tracePt t="493137" x="5745163" y="6169025"/>
          <p14:tracePt t="493162" x="5757863" y="6169025"/>
          <p14:tracePt t="493192" x="5783263" y="6169025"/>
          <p14:tracePt t="493221" x="5821363" y="6157913"/>
          <p14:tracePt t="493248" x="5857875" y="6157913"/>
          <p14:tracePt t="493249" x="5870575" y="6157913"/>
          <p14:tracePt t="493277" x="5921375" y="6157913"/>
          <p14:tracePt t="493304" x="5957888" y="6157913"/>
          <p14:tracePt t="493305" x="5970588" y="6157913"/>
          <p14:tracePt t="493332" x="6008688" y="6157913"/>
          <p14:tracePt t="493354" x="6034088" y="6157913"/>
          <p14:tracePt t="493390" x="6057900" y="6157913"/>
          <p14:tracePt t="493413" x="6096000" y="6157913"/>
          <p14:tracePt t="493441" x="6146800" y="6219825"/>
          <p14:tracePt t="493465" x="6157913" y="6307138"/>
          <p14:tracePt t="493499" x="6183313" y="6445250"/>
          <p14:tracePt t="493525" x="6183313" y="6519863"/>
          <p14:tracePt t="493528" x="6183313" y="6532563"/>
          <p14:tracePt t="493554" x="6170613" y="6570663"/>
          <p14:tracePt t="493584" x="6121400" y="6570663"/>
          <p14:tracePt t="493585" x="6108700" y="6570663"/>
          <p14:tracePt t="493612" x="6045200" y="6532563"/>
          <p14:tracePt t="493640" x="5945188" y="6394450"/>
          <p14:tracePt t="493664" x="5895975" y="6332538"/>
          <p14:tracePt t="493700" x="5870575" y="6207125"/>
          <p14:tracePt t="493725" x="5870575" y="6145213"/>
          <p14:tracePt t="493729" x="5870575" y="6119813"/>
          <p14:tracePt t="493753" x="5870575" y="6069013"/>
          <p14:tracePt t="493784" x="5870575" y="6019800"/>
          <p14:tracePt t="493807" x="5870575" y="6007100"/>
          <p14:tracePt t="493834" x="5883275" y="5994400"/>
          <p14:tracePt t="493885" x="5895975" y="5994400"/>
          <p14:tracePt t="493934" x="5895975" y="5981700"/>
          <p14:tracePt t="494008" x="5908675" y="5969000"/>
          <p14:tracePt t="494346" x="5908675" y="5994400"/>
          <p14:tracePt t="494369" x="5908675" y="6032500"/>
          <p14:tracePt t="494401" x="5895975" y="6094413"/>
          <p14:tracePt t="494428" x="5883275" y="6119813"/>
          <p14:tracePt t="494454" x="5821363" y="6157913"/>
          <p14:tracePt t="494481" x="5745163" y="6181725"/>
          <p14:tracePt t="494513" x="5683250" y="6181725"/>
          <p14:tracePt t="494539" x="5670550" y="6181725"/>
          <p14:tracePt t="494566" x="5657850" y="6169025"/>
          <p14:tracePt t="494621" x="5645150" y="6119813"/>
          <p14:tracePt t="494648" x="5645150" y="6045200"/>
          <p14:tracePt t="494677" x="5645150" y="6007100"/>
          <p14:tracePt t="494705" x="5645150" y="5981700"/>
          <p14:tracePt t="494733" x="5657850" y="5981700"/>
          <p14:tracePt t="494788" x="5670550" y="5969000"/>
          <p14:tracePt t="495257" x="5683250" y="5969000"/>
          <p14:tracePt t="495283" x="5683250" y="5994400"/>
          <p14:tracePt t="495312" x="5683250" y="6032500"/>
          <p14:tracePt t="495313" x="5670550" y="6045200"/>
          <p14:tracePt t="495338" x="5657850" y="6094413"/>
          <p14:tracePt t="495363" x="5632450" y="6119813"/>
          <p14:tracePt t="495395" x="5545138" y="6157913"/>
          <p14:tracePt t="495420" x="5483225" y="6157913"/>
          <p14:tracePt t="495451" x="5445125" y="6157913"/>
          <p14:tracePt t="495481" x="5432425" y="6157913"/>
          <p14:tracePt t="495502" x="5407025" y="6145213"/>
          <p14:tracePt t="495526" x="5383213" y="6107113"/>
          <p14:tracePt t="495555" x="5357813" y="6107113"/>
          <p14:tracePt t="495586" x="5357813" y="6081713"/>
          <p14:tracePt t="495660" x="5357813" y="6056313"/>
          <p14:tracePt t="495809" x="5357813" y="6007100"/>
          <p14:tracePt t="495836" x="5357813" y="5969000"/>
          <p14:tracePt t="495868" x="5370513" y="5907088"/>
          <p14:tracePt t="495895" x="5370513" y="5894388"/>
          <p14:tracePt t="495897" x="5370513" y="5868988"/>
          <p14:tracePt t="495921" x="5383213" y="5843588"/>
          <p14:tracePt t="495953" x="5407025" y="5819775"/>
          <p14:tracePt t="495980" x="5407025" y="5807075"/>
          <p14:tracePt t="496027" x="5407025" y="5781675"/>
          <p14:tracePt t="496081" x="5419725" y="5781675"/>
          <p14:tracePt t="497025" x="5432425" y="5843588"/>
          <p14:tracePt t="497056" x="5445125" y="5843588"/>
          <p14:tracePt t="497207" x="5483225" y="5868988"/>
          <p14:tracePt t="497209" x="5507038" y="5907088"/>
          <p14:tracePt t="497234" x="5583238" y="6045200"/>
          <p14:tracePt t="497261" x="5607050" y="6181725"/>
          <p14:tracePt t="497290" x="5645150" y="6307138"/>
          <p14:tracePt t="497318" x="5645150" y="6345238"/>
          <p14:tracePt t="497344" x="5657850" y="6381750"/>
          <p14:tracePt t="497493" x="5657850" y="6394450"/>
          <p14:tracePt t="497515" x="5632450" y="6394450"/>
          <p14:tracePt t="497548" x="5619750" y="6394450"/>
          <p14:tracePt t="497576" x="5607050" y="6381750"/>
          <p14:tracePt t="497604" x="5595938" y="6370638"/>
          <p14:tracePt t="497656" x="5583238" y="6357938"/>
          <p14:tracePt t="497682" x="5583238" y="6345238"/>
          <p14:tracePt t="497810" x="5557838" y="6345238"/>
          <p14:tracePt t="497834" x="5457825" y="6419850"/>
          <p14:tracePt t="497866" x="5194300" y="6470650"/>
          <p14:tracePt t="497892" x="5019675" y="6457950"/>
          <p14:tracePt t="497917" x="4868863" y="6370638"/>
          <p14:tracePt t="497949" x="4781550" y="6281738"/>
          <p14:tracePt t="497977" x="4732338" y="6194425"/>
          <p14:tracePt t="498003" x="4681538" y="6132513"/>
          <p14:tracePt t="498028" x="4668838" y="6069013"/>
          <p14:tracePt t="498053" x="4668838" y="5981700"/>
          <p14:tracePt t="498078" x="4668838" y="5894388"/>
          <p14:tracePt t="498109" x="4681538" y="5794375"/>
          <p14:tracePt t="498133" x="4732338" y="5732463"/>
          <p14:tracePt t="498160" x="4756150" y="5681663"/>
          <p14:tracePt t="498188" x="4794250" y="5643563"/>
          <p14:tracePt t="498243" x="4819650" y="5619750"/>
          <p14:tracePt t="498265" x="4832350" y="5607050"/>
          <p14:tracePt t="498298" x="4843463" y="5594350"/>
          <p14:tracePt t="498548" x="4868863" y="5581650"/>
          <p14:tracePt t="499685" x="4868863" y="5594350"/>
          <p14:tracePt t="499733" x="4868863" y="5607050"/>
          <p14:tracePt t="500995" x="4868863" y="5619750"/>
          <p14:tracePt t="502067" x="4868863" y="5630863"/>
          <p14:tracePt t="502579" x="4919663" y="5668963"/>
          <p14:tracePt t="502605" x="4919663" y="5681663"/>
          <p14:tracePt t="502632" x="4932363" y="5681663"/>
          <p14:tracePt t="502678" x="4945063" y="5681663"/>
          <p14:tracePt t="502727" x="4968875" y="5707063"/>
          <p14:tracePt t="502753" x="4994275" y="5743575"/>
          <p14:tracePt t="502778" x="5019675" y="5768975"/>
          <p14:tracePt t="502803" x="5045075" y="5807075"/>
          <p14:tracePt t="502830" x="5057775" y="5819775"/>
          <p14:tracePt t="502857" x="5094288" y="5843588"/>
          <p14:tracePt t="502888" x="5157788" y="5907088"/>
          <p14:tracePt t="502889" x="5170488" y="5907088"/>
          <p14:tracePt t="502912" x="5194300" y="5919788"/>
          <p14:tracePt t="502939" x="5232400" y="5919788"/>
          <p14:tracePt t="502970" x="5419725" y="5932488"/>
          <p14:tracePt t="503044" x="5432425" y="5932488"/>
          <p14:tracePt t="503070" x="5457825" y="5969000"/>
          <p14:tracePt t="505941" x="5457825" y="5843588"/>
          <p14:tracePt t="506978" x="5457825" y="5768975"/>
          <p14:tracePt t="507000" x="5470525" y="4479925"/>
          <p14:tracePt t="507001" x="5432425" y="4079875"/>
          <p14:tracePt t="507030" x="5157788" y="3916363"/>
          <p14:tracePt t="507054" x="4781550" y="3916363"/>
          <p14:tracePt t="507086" x="4518025" y="3954463"/>
          <p14:tracePt t="507116" x="4381500" y="4092575"/>
          <p14:tracePt t="507143" x="3479800" y="5318125"/>
          <p14:tracePt t="507168" x="2452688" y="6494463"/>
          <p14:tracePt t="507745" x="2767013" y="6632575"/>
          <p14:tracePt t="507772" x="3579813" y="6319838"/>
          <p14:tracePt t="507799" x="3917950" y="6119813"/>
          <p14:tracePt t="507824" x="4068763" y="6032500"/>
          <p14:tracePt t="507848" x="4081463" y="6019800"/>
          <p14:tracePt t="507935" x="4056063" y="6169025"/>
          <p14:tracePt t="509649" x="3079750" y="6696075"/>
          <p14:tracePt t="509677" x="3454400" y="6257925"/>
          <p14:tracePt t="509697" x="3979863" y="5630863"/>
          <p14:tracePt t="509730" x="4205288" y="5343525"/>
          <p14:tracePt t="509753" x="4406900" y="5018088"/>
          <p14:tracePt t="509783" x="4494213" y="4843463"/>
          <p14:tracePt t="509804" x="4494213" y="4792663"/>
          <p14:tracePt t="509835" x="4506913" y="4768850"/>
          <p14:tracePt t="509932" x="4518025" y="4768850"/>
          <p14:tracePt t="509957" x="4668838" y="4843463"/>
          <p14:tracePt t="509987" x="4843463" y="5194300"/>
          <p14:tracePt t="510012" x="4894263" y="5381625"/>
          <p14:tracePt t="510047" x="4894263" y="5694363"/>
          <p14:tracePt t="510073" x="4768850" y="6081713"/>
          <p14:tracePt t="510103" x="4518025" y="6281738"/>
          <p14:tracePt t="510134" x="3992563" y="6457950"/>
          <p14:tracePt t="510161" x="3643313" y="6507163"/>
          <p14:tracePt t="510185" x="3341688" y="6507163"/>
          <p14:tracePt t="510210" x="3228975" y="6445250"/>
          <p14:tracePt t="510241" x="3192463" y="6381750"/>
          <p14:tracePt t="510272" x="3192463" y="6245225"/>
          <p14:tracePt t="510296" x="3192463" y="6132513"/>
          <p14:tracePt t="510324" x="3292475" y="5894388"/>
          <p14:tracePt t="510352" x="3405188" y="5694363"/>
          <p14:tracePt t="510381" x="3467100" y="5630863"/>
          <p14:tracePt t="510403" x="3492500" y="5607050"/>
          <p14:tracePt t="510436" x="3505200" y="5594350"/>
          <p14:tracePt t="510510" x="3517900" y="5594350"/>
          <p14:tracePt t="510614" x="3517900" y="5581650"/>
          <p14:tracePt t="510690" x="3541713" y="5581650"/>
          <p14:tracePt t="510714" x="3592513" y="5568950"/>
          <p14:tracePt t="510748" x="3692525" y="5407025"/>
          <p14:tracePt t="510774" x="3843338" y="5281613"/>
          <p14:tracePt t="510777" x="3956050" y="5218113"/>
          <p14:tracePt t="510801" x="4318000" y="5043488"/>
          <p14:tracePt t="510833" x="4694238" y="4930775"/>
          <p14:tracePt t="510859" x="5057775" y="4930775"/>
          <p14:tracePt t="510884" x="5383213" y="4930775"/>
          <p14:tracePt t="510908" x="5607050" y="4930775"/>
          <p14:tracePt t="510941" x="5821363" y="4943475"/>
          <p14:tracePt t="510970" x="5921375" y="4981575"/>
          <p14:tracePt t="510995" x="6034088" y="5030788"/>
          <p14:tracePt t="511024" x="6121400" y="5092700"/>
          <p14:tracePt t="511052" x="6170613" y="5118100"/>
          <p14:tracePt t="511083" x="6196013" y="5143500"/>
          <p14:tracePt t="511137" x="6221413" y="5156200"/>
          <p14:tracePt t="511188" x="6234113" y="5181600"/>
          <p14:tracePt t="511212" x="6246813" y="5194300"/>
          <p14:tracePt t="511247" x="6246813" y="5205413"/>
          <p14:tracePt t="511274" x="6270625" y="5243513"/>
          <p14:tracePt t="511327" x="6270625" y="5268913"/>
          <p14:tracePt t="511352" x="6270625" y="5294313"/>
          <p14:tracePt t="511353" x="6283325" y="5305425"/>
          <p14:tracePt t="511381" x="6283325" y="5318125"/>
          <p14:tracePt t="511403" x="6283325" y="5343525"/>
          <p14:tracePt t="511436" x="6296025" y="5368925"/>
          <p14:tracePt t="511459" x="6296025" y="5381625"/>
          <p14:tracePt t="511485" x="6308725" y="5407025"/>
          <p14:tracePt t="511540" x="6321425" y="5443538"/>
          <p14:tracePt t="511563" x="6334125" y="5468938"/>
          <p14:tracePt t="511590" x="6346825" y="5507038"/>
          <p14:tracePt t="511613" x="6359525" y="5556250"/>
          <p14:tracePt t="511646" x="6383338" y="5643563"/>
          <p14:tracePt t="511669" x="6383338" y="5732463"/>
          <p14:tracePt t="511698" x="6396038" y="5856288"/>
          <p14:tracePt t="511726" x="6396038" y="5932488"/>
          <p14:tracePt t="511756" x="6396038" y="6056313"/>
          <p14:tracePt t="511783" x="6396038" y="6157913"/>
          <p14:tracePt t="511812" x="6396038" y="6307138"/>
          <p14:tracePt t="511844" x="6370638" y="6432550"/>
          <p14:tracePt t="511868" x="6296025" y="6519863"/>
          <p14:tracePt t="511894" x="6196013" y="6583363"/>
          <p14:tracePt t="511923" x="5970588" y="6607175"/>
          <p14:tracePt t="511952" x="5821363" y="6619875"/>
          <p14:tracePt t="511953" x="5732463" y="6619875"/>
          <p14:tracePt t="511980" x="5557838" y="6619875"/>
          <p14:tracePt t="512001" x="5357813" y="6619875"/>
          <p14:tracePt t="512034" x="5232400" y="6570663"/>
          <p14:tracePt t="512057" x="5207000" y="6532563"/>
          <p14:tracePt t="512086" x="5207000" y="6507163"/>
          <p14:tracePt t="512111" x="5194300" y="6457950"/>
          <p14:tracePt t="512144" x="5194300" y="6394450"/>
          <p14:tracePt t="512198" x="5194300" y="6357938"/>
          <p14:tracePt t="512223" x="5194300" y="6345238"/>
          <p14:tracePt t="512225" x="5194300" y="6319838"/>
          <p14:tracePt t="512254" x="5194300" y="6307138"/>
          <p14:tracePt t="513109" x="5194300" y="6269038"/>
          <p14:tracePt t="514029" x="5170488" y="6281738"/>
          <p14:tracePt t="514054" x="5145088" y="6319838"/>
          <p14:tracePt t="514081" x="5106988" y="6332538"/>
          <p14:tracePt t="514105" x="5081588" y="6345238"/>
          <p14:tracePt t="516613" x="5081588" y="6357938"/>
          <p14:tracePt t="516639" x="5057775" y="6370638"/>
          <p14:tracePt t="516667" x="5057775" y="6381750"/>
          <p14:tracePt t="517434" x="5032375" y="6381750"/>
          <p14:tracePt t="518796" x="5019675" y="6394450"/>
          <p14:tracePt t="518852" x="5006975" y="6394450"/>
          <p14:tracePt t="518899" x="4981575" y="6394450"/>
          <p14:tracePt t="523202" x="4968875" y="6394450"/>
          <p14:tracePt t="523229" x="4956175" y="6394450"/>
          <p14:tracePt t="523334" x="4945063" y="6394450"/>
          <p14:tracePt t="526185" x="4932363" y="6394450"/>
          <p14:tracePt t="526212" x="4919663" y="6394450"/>
          <p14:tracePt t="526268" x="4906963" y="6394450"/>
          <p14:tracePt t="526291" x="4894263" y="6394450"/>
          <p14:tracePt t="526674" x="4881563" y="6394450"/>
          <p14:tracePt t="526754" x="4843463" y="6394450"/>
          <p14:tracePt t="526784" x="4832350" y="6419850"/>
          <p14:tracePt t="526834" x="4819650" y="6432550"/>
          <p14:tracePt t="529635" x="4706938" y="6445250"/>
          <p14:tracePt t="529659" x="4543425" y="6494463"/>
          <p14:tracePt t="529693" x="4343400" y="6545263"/>
          <p14:tracePt t="529718" x="4281488" y="6570663"/>
          <p14:tracePt t="529746" x="4243388" y="6570663"/>
          <p14:tracePt t="529774" x="4205288" y="6570663"/>
          <p14:tracePt t="529803" x="4156075" y="6570663"/>
          <p14:tracePt t="529831" x="4143375" y="6570663"/>
          <p14:tracePt t="529858" x="4130675" y="6570663"/>
          <p14:tracePt t="530447" x="4143375" y="6557963"/>
          <p14:tracePt t="530475" x="4230688" y="6545263"/>
          <p14:tracePt t="530506" x="4356100" y="6519863"/>
          <p14:tracePt t="530533" x="4430713" y="6494463"/>
          <p14:tracePt t="530562" x="4556125" y="6483350"/>
          <p14:tracePt t="530593" x="4694238" y="6470650"/>
          <p14:tracePt t="530622" x="4994275" y="6381750"/>
          <p14:tracePt t="530646" x="5495925" y="6307138"/>
          <p14:tracePt t="530677" x="6108700" y="6232525"/>
          <p14:tracePt t="530706" x="6496050" y="6107113"/>
          <p14:tracePt t="530735" x="6596063" y="6045200"/>
          <p14:tracePt t="530762" x="6634163" y="5994400"/>
          <p14:tracePt t="530790" x="6646863" y="5981700"/>
          <p14:tracePt t="530814" x="6646863" y="5932488"/>
          <p14:tracePt t="530848" x="6646863" y="5868988"/>
          <p14:tracePt t="530875" x="6646863" y="5732463"/>
          <p14:tracePt t="530905" x="6546850" y="5543550"/>
          <p14:tracePt t="530932" x="6396038" y="5443538"/>
          <p14:tracePt t="530960" x="6234113" y="5407025"/>
          <p14:tracePt t="530961" x="6170613" y="5394325"/>
          <p14:tracePt t="530991" x="6070600" y="5368925"/>
          <p14:tracePt t="531018" x="6008688" y="5368925"/>
          <p14:tracePt t="531043" x="5945188" y="5407025"/>
          <p14:tracePt t="531074" x="5870575" y="5518150"/>
          <p14:tracePt t="531102" x="5832475" y="5607050"/>
          <p14:tracePt t="531133" x="5821363" y="5719763"/>
          <p14:tracePt t="531157" x="5821363" y="5781675"/>
          <p14:tracePt t="531185" x="5821363" y="5819775"/>
          <p14:tracePt t="531207" x="5821363" y="5843588"/>
          <p14:tracePt t="531209" x="5808663" y="5856288"/>
          <p14:tracePt t="531242" x="5795963" y="5868988"/>
          <p14:tracePt t="531299" x="5783263" y="5881688"/>
          <p14:tracePt t="531323" x="5745163" y="5881688"/>
          <p14:tracePt t="531350" x="5745163" y="5668963"/>
          <p14:tracePt t="531379" x="5795963" y="5430838"/>
          <p14:tracePt t="531407" x="5921375" y="5268913"/>
          <p14:tracePt t="531434" x="6083300" y="5156200"/>
          <p14:tracePt t="531462" x="6170613" y="5143500"/>
          <p14:tracePt t="531492" x="6196013" y="5143500"/>
          <p14:tracePt t="531518" x="6221413" y="5118100"/>
          <p14:tracePt t="531572" x="6259513" y="5118100"/>
          <p14:tracePt t="531594" x="6296025" y="5118100"/>
          <p14:tracePt t="531622" x="6346825" y="5118100"/>
          <p14:tracePt t="531651" x="6459538" y="5130800"/>
          <p14:tracePt t="531685" x="6772275" y="5130800"/>
          <p14:tracePt t="531708" x="6997700" y="5168900"/>
          <p14:tracePt t="531739" x="7472363" y="5181600"/>
          <p14:tracePt t="531764" x="7673975" y="5181600"/>
          <p14:tracePt t="531798" x="7961313" y="5194300"/>
          <p14:tracePt t="531824" x="8235950" y="5230813"/>
          <p14:tracePt t="531851" x="8412163" y="5230813"/>
          <p14:tracePt t="531877" x="8524875" y="5243513"/>
          <p14:tracePt t="531907" x="8612188" y="5281613"/>
          <p14:tracePt t="531941" x="8699500" y="5294313"/>
          <p14:tracePt t="531970" x="8799513" y="5318125"/>
          <p14:tracePt t="531996" x="8837613" y="5318125"/>
          <p14:tracePt t="532030" x="8863013" y="5318125"/>
          <p14:tracePt t="532063" x="8874125" y="5318125"/>
          <p14:tracePt t="532102" x="8899525" y="5330825"/>
          <p14:tracePt t="532210" x="8912225" y="5343525"/>
          <p14:tracePt t="532262" x="8912225" y="5368925"/>
          <p14:tracePt t="532294" x="8912225" y="5381625"/>
          <p14:tracePt t="532318" x="8912225" y="5394325"/>
          <p14:tracePt t="532344" x="8886825" y="5407025"/>
          <p14:tracePt t="532345" x="8863013" y="5418138"/>
          <p14:tracePt t="532372" x="8774113" y="5430838"/>
          <p14:tracePt t="532395" x="8763000" y="5430838"/>
          <p14:tracePt t="532423" x="8750300" y="5430838"/>
          <p14:tracePt t="532552" x="8737600" y="5430838"/>
          <p14:tracePt t="532579" x="8699500" y="5430838"/>
          <p14:tracePt t="532609" x="8624888" y="5430838"/>
          <p14:tracePt t="532634" x="8574088" y="5430838"/>
          <p14:tracePt t="532660" x="8561388" y="5418138"/>
          <p14:tracePt t="532685" x="8524875" y="5407025"/>
          <p14:tracePt t="532710" x="8512175" y="5381625"/>
          <p14:tracePt t="532740" x="8474075" y="5368925"/>
          <p14:tracePt t="532773" x="8461375" y="5356225"/>
          <p14:tracePt t="532799" x="8448675" y="5356225"/>
          <p14:tracePt t="532849" x="8412163" y="5343525"/>
          <p14:tracePt t="532905" x="8412163" y="5318125"/>
          <p14:tracePt t="533228" x="8399463" y="5318125"/>
          <p14:tracePt t="533832" x="8386763" y="5305425"/>
          <p14:tracePt t="533884" x="8374063" y="5305425"/>
          <p14:tracePt t="533911" x="8348663" y="5305425"/>
          <p14:tracePt t="533939" x="8348663" y="5294313"/>
          <p14:tracePt t="533992" x="8324850" y="5294313"/>
          <p14:tracePt t="534042" x="8312150" y="5294313"/>
          <p14:tracePt t="535078" x="8299450" y="5294313"/>
          <p14:tracePt t="535210" x="8274050" y="5294313"/>
          <p14:tracePt t="535238" x="8223250" y="5281613"/>
          <p14:tracePt t="535263" x="8148638" y="5281613"/>
          <p14:tracePt t="535289" x="8099425" y="5268913"/>
          <p14:tracePt t="535321" x="8023225" y="5268913"/>
          <p14:tracePt t="535346" x="8010525" y="5268913"/>
          <p14:tracePt t="535401" x="7986713" y="5268913"/>
          <p14:tracePt t="535425" x="7886700" y="5294313"/>
          <p14:tracePt t="535453" x="7797800" y="5305425"/>
          <p14:tracePt t="535476" x="7697788" y="5318125"/>
          <p14:tracePt t="535510" x="7610475" y="5343525"/>
          <p14:tracePt t="535535" x="7548563" y="5368925"/>
          <p14:tracePt t="535560" x="7510463" y="5368925"/>
          <p14:tracePt t="535561" x="7497763" y="5368925"/>
          <p14:tracePt t="535587" x="7423150" y="5394325"/>
          <p14:tracePt t="535618" x="7310438" y="5394325"/>
          <p14:tracePt t="535645" x="7210425" y="5443538"/>
          <p14:tracePt t="535673" x="7172325" y="5443538"/>
          <p14:tracePt t="535707" x="7134225" y="5443538"/>
          <p14:tracePt t="538424" x="7123113" y="5443538"/>
          <p14:tracePt t="543359" x="7110413" y="5443538"/>
          <p14:tracePt t="543381" x="7085013" y="5456238"/>
          <p14:tracePt t="543435" x="7046913" y="5481638"/>
          <p14:tracePt t="543464" x="7046913" y="5494338"/>
          <p14:tracePt t="543465" x="7021513" y="5518150"/>
          <p14:tracePt t="543498" x="7010400" y="5530850"/>
          <p14:tracePt t="543547" x="6959600" y="5607050"/>
          <p14:tracePt t="543576" x="6910388" y="5656263"/>
          <p14:tracePt t="543606" x="6872288" y="5707063"/>
          <p14:tracePt t="543630" x="6834188" y="5756275"/>
          <p14:tracePt t="543660" x="6797675" y="5794375"/>
          <p14:tracePt t="543683" x="6759575" y="5832475"/>
          <p14:tracePt t="543715" x="6684963" y="5856288"/>
          <p14:tracePt t="543738" x="6608763" y="5919788"/>
          <p14:tracePt t="543775" x="6546850" y="5945188"/>
          <p14:tracePt t="543802" x="6496050" y="5981700"/>
          <p14:tracePt t="543876" x="6483350" y="5981700"/>
          <p14:tracePt t="543928" x="6472238" y="5981700"/>
          <p14:tracePt t="544028" x="6459538" y="5981700"/>
          <p14:tracePt t="544208" x="6446838" y="5981700"/>
          <p14:tracePt t="544236" x="6446838" y="5969000"/>
          <p14:tracePt t="544266" x="6472238" y="5843588"/>
          <p14:tracePt t="544298" x="6521450" y="5743575"/>
          <p14:tracePt t="544328" x="6546850" y="5630863"/>
          <p14:tracePt t="544354" x="6559550" y="5581650"/>
          <p14:tracePt t="544388" x="6572250" y="5568950"/>
          <p14:tracePt t="544415" x="6572250" y="5556250"/>
          <p14:tracePt t="544440" x="6572250" y="5543550"/>
          <p14:tracePt t="544489" x="6572250" y="5518150"/>
          <p14:tracePt t="544575" x="6572250" y="5507038"/>
          <p14:tracePt t="545058" x="6608763" y="5468938"/>
          <p14:tracePt t="545086" x="6672263" y="5418138"/>
          <p14:tracePt t="545116" x="6746875" y="5368925"/>
          <p14:tracePt t="545138" x="6784975" y="5343525"/>
          <p14:tracePt t="545168" x="6808788" y="5330825"/>
          <p14:tracePt t="545169" x="6821488" y="5305425"/>
          <p14:tracePt t="545225" x="6834188" y="5305425"/>
          <p14:tracePt t="545345" x="6846888" y="5294313"/>
          <p14:tracePt t="545377" x="6872288" y="5294313"/>
          <p14:tracePt t="545406" x="6884988" y="5294313"/>
          <p14:tracePt t="545431" x="6934200" y="5305425"/>
          <p14:tracePt t="545484" x="6946900" y="5318125"/>
          <p14:tracePt t="545532" x="6959600" y="5318125"/>
          <p14:tracePt t="545555" x="6959600" y="5330825"/>
          <p14:tracePt t="545581" x="6985000" y="5381625"/>
          <p14:tracePt t="545605" x="6997700" y="5418138"/>
          <p14:tracePt t="545637" x="6997700" y="5443538"/>
          <p14:tracePt t="545665" x="6997700" y="5456238"/>
          <p14:tracePt t="545666" x="6997700" y="5468938"/>
          <p14:tracePt t="545699" x="6985000" y="5518150"/>
          <p14:tracePt t="545724" x="6946900" y="5530850"/>
          <p14:tracePt t="545749" x="6859588" y="5594350"/>
          <p14:tracePt t="545781" x="6708775" y="5630863"/>
          <p14:tracePt t="545812" x="6559550" y="5681663"/>
          <p14:tracePt t="545834" x="6496050" y="5694363"/>
          <p14:tracePt t="545866" x="6396038" y="5743575"/>
          <p14:tracePt t="545895" x="6359525" y="5768975"/>
          <p14:tracePt t="545923" x="6208713" y="5794375"/>
          <p14:tracePt t="545946" x="6108700" y="5819775"/>
          <p14:tracePt t="545982" x="5945188" y="5843588"/>
          <p14:tracePt t="546009" x="5832475" y="5881688"/>
          <p14:tracePt t="546179" x="5821363" y="5881688"/>
          <p14:tracePt t="546204" x="5821363" y="5819775"/>
          <p14:tracePt t="546233" x="5821363" y="5756275"/>
          <p14:tracePt t="546257" x="5808663" y="5732463"/>
          <p14:tracePt t="546291" x="5808663" y="5707063"/>
          <p14:tracePt t="546315" x="5808663" y="5694363"/>
          <p14:tracePt t="546340" x="5808663" y="5681663"/>
          <p14:tracePt t="546367" x="5808663" y="5656263"/>
          <p14:tracePt t="546424" x="5808663" y="5619750"/>
          <p14:tracePt t="546445" x="5808663" y="5607050"/>
          <p14:tracePt t="546477" x="5821363" y="5568950"/>
          <p14:tracePt t="546579" x="5821363" y="5556250"/>
          <p14:tracePt t="546742" x="5821363" y="5543550"/>
          <p14:tracePt t="546768" x="5821363" y="5530850"/>
          <p14:tracePt t="546800" x="5832475" y="5507038"/>
          <p14:tracePt t="547301" x="5832475" y="5530850"/>
          <p14:tracePt t="547329" x="5832475" y="5581650"/>
          <p14:tracePt t="547355" x="5832475" y="5619750"/>
          <p14:tracePt t="547384" x="5832475" y="5643563"/>
          <p14:tracePt t="547414" x="5808663" y="5707063"/>
          <p14:tracePt t="547436" x="5770563" y="5756275"/>
          <p14:tracePt t="547463" x="5732463" y="5794375"/>
          <p14:tracePt t="547493" x="5657850" y="5881688"/>
          <p14:tracePt t="547524" x="5607050" y="5932488"/>
          <p14:tracePt t="547545" x="5607050" y="5945188"/>
          <p14:tracePt t="547581" x="5595938" y="5956300"/>
          <p14:tracePt t="547604" x="5583238" y="5956300"/>
          <p14:tracePt t="547632" x="5557838" y="5969000"/>
          <p14:tracePt t="547657" x="5532438" y="5981700"/>
          <p14:tracePt t="547717" x="5519738" y="5981700"/>
          <p14:tracePt t="547765" x="5507038" y="5981700"/>
          <p14:tracePt t="547796" x="5457825" y="5945188"/>
          <p14:tracePt t="547825" x="5445125" y="5919788"/>
          <p14:tracePt t="547846" x="5445125" y="5907088"/>
          <p14:tracePt t="547878" x="5445125" y="5868988"/>
          <p14:tracePt t="547904" x="5432425" y="5843588"/>
          <p14:tracePt t="547905" x="5419725" y="5832475"/>
          <p14:tracePt t="547956" x="5419725" y="5794375"/>
          <p14:tracePt t="547988" x="5419725" y="5732463"/>
          <p14:tracePt t="548015" x="5419725" y="5707063"/>
          <p14:tracePt t="548039" x="5445125" y="5656263"/>
          <p14:tracePt t="548067" x="5507038" y="5594350"/>
          <p14:tracePt t="548095" x="5557838" y="5530850"/>
          <p14:tracePt t="548125" x="5657850" y="5430838"/>
          <p14:tracePt t="548148" x="5695950" y="5394325"/>
          <p14:tracePt t="548181" x="5732463" y="5343525"/>
          <p14:tracePt t="548260" x="5745163" y="5330825"/>
          <p14:tracePt t="548331" x="5757863" y="5330825"/>
          <p14:tracePt t="549039" x="5745163" y="5330825"/>
          <p14:tracePt t="549061" x="5683250" y="5368925"/>
          <p14:tracePt t="549086" x="5632450" y="5407025"/>
          <p14:tracePt t="549108" x="5619750" y="5430838"/>
          <p14:tracePt t="549143" x="5583238" y="5456238"/>
          <p14:tracePt t="549201" x="5532438" y="5507038"/>
          <p14:tracePt t="549230" x="5495925" y="5530850"/>
          <p14:tracePt t="549257" x="5470525" y="5530850"/>
          <p14:tracePt t="549314" x="5445125" y="5543550"/>
          <p14:tracePt t="550875" x="5483225" y="5530850"/>
          <p14:tracePt t="550905" x="5519738" y="5507038"/>
          <p14:tracePt t="550942" x="5519738" y="5481638"/>
          <p14:tracePt t="550967" x="5532438" y="5456238"/>
          <p14:tracePt t="551312" x="5557838" y="5443538"/>
          <p14:tracePt t="551345" x="5607050" y="5418138"/>
          <p14:tracePt t="551374" x="5657850" y="5407025"/>
          <p14:tracePt t="552355" x="5657850" y="5394325"/>
          <p14:tracePt t="552539" x="5657850" y="5407025"/>
          <p14:tracePt t="552589" x="5645150" y="5407025"/>
          <p14:tracePt t="552613" x="5632450" y="5418138"/>
          <p14:tracePt t="552669" x="5619750" y="5430838"/>
          <p14:tracePt t="552693" x="5607050" y="5443538"/>
          <p14:tracePt t="552720" x="5607050" y="5456238"/>
          <p14:tracePt t="552755" x="5595938" y="5456238"/>
          <p14:tracePt t="552876" x="5583238" y="5481638"/>
          <p14:tracePt t="552902" x="5570538" y="5494338"/>
          <p14:tracePt t="552931" x="5545138" y="5494338"/>
          <p14:tracePt t="552953" x="5532438" y="5518150"/>
          <p14:tracePt t="552982" x="5519738" y="5530850"/>
          <p14:tracePt t="553013" x="5507038" y="5530850"/>
          <p14:tracePt t="553071" x="5495925" y="5530850"/>
          <p14:tracePt t="553099" x="5483225" y="5530850"/>
          <p14:tracePt t="553127" x="5470525" y="5530850"/>
          <p14:tracePt t="553157" x="5470525" y="5518150"/>
          <p14:tracePt t="553283" x="5445125" y="5518150"/>
          <p14:tracePt t="553333" x="5419725" y="5518150"/>
          <p14:tracePt t="553383" x="5407025" y="5530850"/>
          <p14:tracePt t="553409" x="5370513" y="5543550"/>
          <p14:tracePt t="553443" x="5370513" y="5556250"/>
          <p14:tracePt t="553468" x="5357813" y="5568950"/>
          <p14:tracePt t="554403" x="5307013" y="5581650"/>
          <p14:tracePt t="554460" x="5294313" y="5594350"/>
          <p14:tracePt t="554538" x="5270500" y="5607050"/>
          <p14:tracePt t="554561" x="5245100" y="5619750"/>
          <p14:tracePt t="554597" x="5194300" y="5643563"/>
          <p14:tracePt t="554622" x="5157788" y="5656263"/>
          <p14:tracePt t="554657" x="5045075" y="5732463"/>
          <p14:tracePt t="554684" x="5019675" y="5743575"/>
          <p14:tracePt t="554710" x="4994275" y="5756275"/>
          <p14:tracePt t="554738" x="4968875" y="5768975"/>
          <p14:tracePt t="554771" x="4856163" y="5832475"/>
          <p14:tracePt t="554799" x="4732338" y="5868988"/>
          <p14:tracePt t="554827" x="4656138" y="5881688"/>
          <p14:tracePt t="554861" x="4606925" y="5907088"/>
          <p14:tracePt t="555216" x="4594225" y="5907088"/>
          <p14:tracePt t="555345" x="4594225" y="5781675"/>
          <p14:tracePt t="555369" x="4568825" y="5694363"/>
          <p14:tracePt t="555403" x="4656138" y="5518150"/>
          <p14:tracePt t="555429" x="4732338" y="5456238"/>
          <p14:tracePt t="555463" x="4781550" y="5430838"/>
          <p14:tracePt t="555548" x="4806950" y="5418138"/>
          <p14:tracePt t="555569" x="4819650" y="5407025"/>
          <p14:tracePt t="555600" x="4843463" y="5368925"/>
          <p14:tracePt t="555625" x="4856163" y="5343525"/>
          <p14:tracePt t="555658" x="4868863" y="5330825"/>
          <p14:tracePt t="555686" x="4881563" y="5330825"/>
          <p14:tracePt t="555937" x="4932363" y="5368925"/>
          <p14:tracePt t="555969" x="4968875" y="5518150"/>
          <p14:tracePt t="555999" x="5019675" y="5643563"/>
          <p14:tracePt t="556023" x="5045075" y="5768975"/>
          <p14:tracePt t="556057" x="5081588" y="5932488"/>
          <p14:tracePt t="556083" x="5119688" y="5994400"/>
          <p14:tracePt t="556115" x="5170488" y="6045200"/>
          <p14:tracePt t="556173" x="5170488" y="6069013"/>
          <p14:tracePt t="556224" x="5181600" y="6081713"/>
          <p14:tracePt t="556281" x="5181600" y="6107113"/>
          <p14:tracePt t="556307" x="5181600" y="6119813"/>
          <p14:tracePt t="556338" x="5181600" y="6145213"/>
          <p14:tracePt t="556368" x="5207000" y="6157913"/>
          <p14:tracePt t="556369" x="5219700" y="6181725"/>
          <p14:tracePt t="556399" x="5257800" y="6207125"/>
          <p14:tracePt t="556422" x="5257800" y="6232525"/>
          <p14:tracePt t="556455" x="5281613" y="6269038"/>
          <p14:tracePt t="556480" x="5294313" y="6281738"/>
          <p14:tracePt t="556508" x="5294313" y="6294438"/>
          <p14:tracePt t="556532" x="5294313" y="6307138"/>
          <p14:tracePt t="556567" x="5307013" y="6370638"/>
          <p14:tracePt t="556569" x="5319713" y="6394450"/>
          <p14:tracePt t="556597" x="5332413" y="6432550"/>
          <p14:tracePt t="556625" x="5332413" y="6483350"/>
          <p14:tracePt t="556655" x="5332413" y="6507163"/>
          <p14:tracePt t="556683" x="5332413" y="6532563"/>
          <p14:tracePt t="556710" x="5332413" y="6570663"/>
          <p14:tracePt t="556742" x="5332413" y="6645275"/>
          <p14:tracePt t="556772" x="5294313" y="6683375"/>
          <p14:tracePt t="556802" x="5270500" y="6707188"/>
          <p14:tracePt t="556859" x="5170488" y="6745288"/>
          <p14:tracePt t="556885" x="5132388" y="6757988"/>
          <p14:tracePt t="556914" x="5094288" y="6757988"/>
          <p14:tracePt t="556945" x="4994275" y="6783388"/>
          <p14:tracePt t="556976" x="4906963" y="6783388"/>
          <p14:tracePt t="557003" x="4881563" y="6783388"/>
          <p14:tracePt t="557029" x="4856163" y="6770688"/>
          <p14:tracePt t="557063" x="4832350" y="6707188"/>
          <p14:tracePt t="557091" x="4819650" y="6632575"/>
          <p14:tracePt t="557116" x="4819650" y="6607175"/>
          <p14:tracePt t="557151" x="4819650" y="6545263"/>
          <p14:tracePt t="557175" x="4819650" y="6507163"/>
          <p14:tracePt t="557209" x="4843463" y="6432550"/>
          <p14:tracePt t="557233" x="4843463" y="6407150"/>
          <p14:tracePt t="557261" x="4894263" y="6319838"/>
          <p14:tracePt t="557287" x="4906963" y="6281738"/>
          <p14:tracePt t="557316" x="4932363" y="6232525"/>
          <p14:tracePt t="557345" x="4945063" y="6207125"/>
          <p14:tracePt t="557400" x="4956175" y="6194425"/>
          <p14:tracePt t="557798" x="4956175" y="6181725"/>
          <p14:tracePt t="557851" x="4968875" y="6207125"/>
          <p14:tracePt t="557880" x="4968875" y="6245225"/>
          <p14:tracePt t="557908" x="4968875" y="6281738"/>
          <p14:tracePt t="557934" x="4956175" y="6307138"/>
          <p14:tracePt t="557969" x="4919663" y="6357938"/>
          <p14:tracePt t="557997" x="4906963" y="6381750"/>
          <p14:tracePt t="558023" x="4881563" y="6407150"/>
          <p14:tracePt t="558107" x="4868863" y="6394450"/>
          <p14:tracePt t="558132" x="4856163" y="6345238"/>
          <p14:tracePt t="558169" x="4856163" y="6269038"/>
          <p14:tracePt t="558221" x="4881563" y="6281738"/>
          <p14:tracePt t="558249" x="4881563" y="6294438"/>
          <p14:tracePt t="558499" x="4894263" y="6294438"/>
          <p14:tracePt t="558579" x="4906963" y="6294438"/>
          <p14:tracePt t="558684" x="4906963" y="6281738"/>
          <p14:tracePt t="558893" x="4919663" y="6269038"/>
          <p14:tracePt t="559023" x="4932363" y="6245225"/>
          <p14:tracePt t="560004" x="4932363" y="6181725"/>
          <p14:tracePt t="560029" x="4932363" y="6157913"/>
          <p14:tracePt t="560065" x="4932363" y="6132513"/>
          <p14:tracePt t="560244" x="4919663" y="6132513"/>
          <p14:tracePt t="560273" x="4919663" y="6145213"/>
          <p14:tracePt t="560303" x="4906963" y="6157913"/>
          <p14:tracePt t="560329" x="4906963" y="6169025"/>
          <p14:tracePt t="561662" x="4894263" y="6181725"/>
          <p14:tracePt t="561885" x="4881563" y="6194425"/>
          <p14:tracePt t="561938" x="4843463" y="6207125"/>
          <p14:tracePt t="561969" x="4806950" y="6245225"/>
          <p14:tracePt t="561995" x="4794250" y="6257925"/>
          <p14:tracePt t="562022" x="4781550" y="6281738"/>
          <p14:tracePt t="562050" x="4756150" y="6281738"/>
          <p14:tracePt t="569430" x="4768850" y="6281738"/>
          <p14:tracePt t="569457" x="4806950" y="6232525"/>
          <p14:tracePt t="569488" x="4832350" y="6181725"/>
          <p14:tracePt t="569511" x="4843463" y="6169025"/>
          <p14:tracePt t="569547" x="4856163" y="6145213"/>
          <p14:tracePt t="569599" x="4881563" y="6132513"/>
          <p14:tracePt t="569627" x="4881563" y="6119813"/>
          <p14:tracePt t="569659" x="4894263" y="6119813"/>
          <p14:tracePt t="569686" x="4919663" y="6119813"/>
          <p14:tracePt t="569743" x="4932363" y="6119813"/>
          <p14:tracePt t="569770" x="4945063" y="6119813"/>
          <p14:tracePt t="569818" x="4956175" y="6145213"/>
          <p14:tracePt t="569850" x="4956175" y="6181725"/>
          <p14:tracePt t="569927" x="4968875" y="6194425"/>
          <p14:tracePt t="571440" x="4981575" y="6194425"/>
          <p14:tracePt t="571496" x="4994275" y="6194425"/>
          <p14:tracePt t="572596" x="5019675" y="6194425"/>
          <p14:tracePt t="572619" x="5194300" y="6119813"/>
          <p14:tracePt t="572654" x="5394325" y="6045200"/>
          <p14:tracePt t="572687" x="5583238" y="5969000"/>
          <p14:tracePt t="572715" x="5670550" y="5932488"/>
          <p14:tracePt t="572743" x="5695950" y="5919788"/>
          <p14:tracePt t="572897" x="5808663" y="5919788"/>
          <p14:tracePt t="572921" x="6070600" y="6032500"/>
          <p14:tracePt t="572957" x="6383338" y="6245225"/>
          <p14:tracePt t="572988" x="6496050" y="6394450"/>
          <p14:tracePt t="573015" x="6572250" y="6445250"/>
          <p14:tracePt t="573049" x="6621463" y="6457950"/>
          <p14:tracePt t="573083" x="6634163" y="6457950"/>
          <p14:tracePt t="573215" x="6634163" y="6445250"/>
          <p14:tracePt t="573242" x="6572250" y="6445250"/>
          <p14:tracePt t="573271" x="6508750" y="6445250"/>
          <p14:tracePt t="573296" x="6496050" y="6445250"/>
          <p14:tracePt t="573353" x="6472238" y="6445250"/>
          <p14:tracePt t="574199" x="6459538" y="6445250"/>
          <p14:tracePt t="574224" x="6359525" y="6445250"/>
          <p14:tracePt t="574258" x="6283325" y="6445250"/>
          <p14:tracePt t="574288" x="6208713" y="6445250"/>
          <p14:tracePt t="574318" x="6134100" y="6457950"/>
          <p14:tracePt t="574346" x="6083300" y="6457950"/>
          <p14:tracePt t="574374" x="6045200" y="6457950"/>
          <p14:tracePt t="574400" x="6034088" y="6470650"/>
          <p14:tracePt t="574428" x="6008688" y="6470650"/>
          <p14:tracePt t="574459" x="5970588" y="6470650"/>
          <p14:tracePt t="574488" x="5957888" y="6470650"/>
          <p14:tracePt t="574513" x="5932488" y="6470650"/>
          <p14:tracePt t="574541" x="5895975" y="6470650"/>
          <p14:tracePt t="574569" x="5808663" y="6470650"/>
          <p14:tracePt t="574599" x="5719763" y="6470650"/>
          <p14:tracePt t="574624" x="5670550" y="6470650"/>
          <p14:tracePt t="574625" x="5645150" y="6470650"/>
          <p14:tracePt t="574663" x="5583238" y="6457950"/>
          <p14:tracePt t="574701" x="5483225" y="6445250"/>
          <p14:tracePt t="574727" x="5432425" y="6445250"/>
          <p14:tracePt t="574757" x="5383213" y="6419850"/>
          <p14:tracePt t="574782" x="5370513" y="6407150"/>
          <p14:tracePt t="574810" x="5370513" y="6394450"/>
          <p14:tracePt t="574841" x="5357813" y="6394450"/>
          <p14:tracePt t="574870" x="5357813" y="6381750"/>
          <p14:tracePt t="574902" x="5332413" y="6357938"/>
          <p14:tracePt t="574928" x="5332413" y="6319838"/>
          <p14:tracePt t="574966" x="5307013" y="6281738"/>
          <p14:tracePt t="574994" x="5307013" y="6269038"/>
          <p14:tracePt t="576842" x="5307013" y="6232525"/>
          <p14:tracePt t="576864" x="5307013" y="6219825"/>
          <p14:tracePt t="580266" x="5281613" y="6219825"/>
          <p14:tracePt t="580325" x="5270500" y="6219825"/>
          <p14:tracePt t="580374" x="5257800" y="6219825"/>
          <p14:tracePt t="580456" x="5245100" y="6232525"/>
          <p14:tracePt t="580606" x="5232400" y="6232525"/>
          <p14:tracePt t="580712" x="5219700" y="6232525"/>
          <p14:tracePt t="686803" x="5207000" y="6232525"/>
          <p14:tracePt t="686822" x="5181600" y="6232525"/>
          <p14:tracePt t="686843" x="5094288" y="6294438"/>
          <p14:tracePt t="686874" x="4919663" y="6483350"/>
          <p14:tracePt t="686897" x="4868863" y="6494463"/>
          <p14:tracePt t="686919" x="4756150" y="6570663"/>
          <p14:tracePt t="686940" x="4643438" y="6619875"/>
          <p14:tracePt t="686966" x="4543425" y="6632575"/>
          <p14:tracePt t="686992" x="4518025" y="6670675"/>
          <p14:tracePt t="687016" x="4494213" y="6670675"/>
          <p14:tracePt t="687037" x="4481513" y="6670675"/>
          <p14:tracePt t="687084" x="4443413" y="6670675"/>
          <p14:tracePt t="687111" x="4418013" y="6696075"/>
          <p14:tracePt t="687153" x="4406900" y="6707188"/>
          <p14:tracePt t="687181" x="4381500" y="6707188"/>
          <p14:tracePt t="687206" x="4356100" y="6719888"/>
          <p14:tracePt t="687226" x="4330700" y="6757988"/>
          <p14:tracePt t="687249" x="4294188" y="6796088"/>
          <p14:tracePt t="687275" x="4243388" y="6832600"/>
          <p14:tracePt t="692385" x="5932488" y="6696075"/>
          <p14:tracePt t="692410" x="6121400" y="6394450"/>
          <p14:tracePt t="692431" x="6196013" y="6194425"/>
          <p14:tracePt t="692451" x="6246813" y="6032500"/>
          <p14:tracePt t="692478" x="6246813" y="5981700"/>
          <p14:tracePt t="692499" x="6246813" y="5956300"/>
          <p14:tracePt t="692529" x="6246813" y="5945188"/>
          <p14:tracePt t="692550" x="6234113" y="5945188"/>
          <p14:tracePt t="692608" x="6208713" y="5919788"/>
          <p14:tracePt t="692678" x="6170613" y="5919788"/>
          <p14:tracePt t="692697" x="6146800" y="5919788"/>
          <p14:tracePt t="692742" x="6134100" y="5932488"/>
          <p14:tracePt t="692793" x="6096000" y="5945188"/>
          <p14:tracePt t="692836" x="6096000" y="5956300"/>
          <p14:tracePt t="692859" x="6083300" y="5981700"/>
          <p14:tracePt t="692925" x="6083300" y="5994400"/>
          <p14:tracePt t="692945" x="6070600" y="6007100"/>
          <p14:tracePt t="694540" x="6070600" y="6019800"/>
          <p14:tracePt t="694561" x="6070600" y="6032500"/>
          <p14:tracePt t="694614" x="6045200" y="6056313"/>
          <p14:tracePt t="694652" x="6045200" y="6069013"/>
          <p14:tracePt t="694700" x="6034088" y="6069013"/>
          <p14:tracePt t="694727" x="5983288" y="6132513"/>
          <p14:tracePt t="694752" x="5945188" y="6157913"/>
          <p14:tracePt t="694753" x="5945188" y="6169025"/>
          <p14:tracePt t="694776" x="5908675" y="6194425"/>
          <p14:tracePt t="694801" x="5883275" y="6207125"/>
          <p14:tracePt t="694824" x="5870575" y="6232525"/>
          <p14:tracePt t="694846" x="5857875" y="6232525"/>
          <p14:tracePt t="695097" x="5832475" y="6257925"/>
          <p14:tracePt t="695139" x="5832475" y="6269038"/>
          <p14:tracePt t="695162" x="5832475" y="6294438"/>
          <p14:tracePt t="695192" x="5808663" y="6319838"/>
          <p14:tracePt t="695216" x="5795963" y="6332538"/>
          <p14:tracePt t="695238" x="5795963" y="6345238"/>
          <p14:tracePt t="695287" x="5783263" y="6345238"/>
          <p14:tracePt t="695308" x="5770563" y="6357938"/>
          <p14:tracePt t="695330" x="5757863" y="6357938"/>
          <p14:tracePt t="695349" x="5732463" y="6357938"/>
          <p14:tracePt t="695377" x="5695950" y="6370638"/>
          <p14:tracePt t="695398" x="5683250" y="6381750"/>
          <p14:tracePt t="695487" x="5670550" y="6381750"/>
          <p14:tracePt t="695547" x="5670550" y="6394450"/>
          <p14:tracePt t="695622" x="5657850" y="6407150"/>
          <p14:tracePt t="699783" x="5645150" y="6407150"/>
          <p14:tracePt t="699902" x="5619750" y="6419850"/>
          <p14:tracePt t="699925" x="5583238" y="6432550"/>
          <p14:tracePt t="699948" x="5545138" y="6432550"/>
          <p14:tracePt t="699970" x="5519738" y="6445250"/>
          <p14:tracePt t="700120" x="5507038" y="6445250"/>
          <p14:tracePt t="717773" x="5507038" y="6432550"/>
          <p14:tracePt t="717793" x="5507038" y="6407150"/>
          <p14:tracePt t="717818" x="5507038" y="6394450"/>
          <p14:tracePt t="717837" x="5507038" y="6381750"/>
          <p14:tracePt t="718677" x="5495925" y="6381750"/>
          <p14:tracePt t="718697" x="5483225" y="6381750"/>
          <p14:tracePt t="718722" x="5470525" y="6381750"/>
          <p14:tracePt t="718812" x="5470525" y="6394450"/>
          <p14:tracePt t="725659" x="5432425" y="6407150"/>
          <p14:tracePt t="725678" x="5419725" y="6419850"/>
          <p14:tracePt t="725702" x="5394325" y="6432550"/>
          <p14:tracePt t="725728" x="5394325" y="6445250"/>
          <p14:tracePt t="725758" x="5294313" y="6457950"/>
          <p14:tracePt t="725782" x="5245100" y="6483350"/>
          <p14:tracePt t="725808" x="5081588" y="6483350"/>
          <p14:tracePt t="725828" x="4806950" y="6607175"/>
          <p14:tracePt t="725852" x="4619625" y="6719888"/>
          <p14:tracePt t="725879" x="4556125" y="6796088"/>
          <p14:tracePt t="725907" x="4530725" y="6845300"/>
          <p14:tracePt t="726377" x="3279775" y="6645275"/>
          <p14:tracePt t="726403" x="3267075" y="6570663"/>
          <p14:tracePt t="726430" x="3267075" y="6494463"/>
          <p14:tracePt t="726453" x="3267075" y="6419850"/>
          <p14:tracePt t="726475" x="3267075" y="6381750"/>
          <p14:tracePt t="726497" x="3267075" y="6357938"/>
          <p14:tracePt t="726525" x="3305175" y="6332538"/>
          <p14:tracePt t="726548" x="3317875" y="6319838"/>
          <p14:tracePt t="726571" x="3367088" y="6294438"/>
          <p14:tracePt t="726593" x="3405188" y="6281738"/>
          <p14:tracePt t="726620" x="3467100" y="6269038"/>
          <p14:tracePt t="726643" x="3505200" y="6232525"/>
          <p14:tracePt t="726667" x="3517900" y="6232525"/>
          <p14:tracePt t="726693" x="3517900" y="6219825"/>
          <p14:tracePt t="726714" x="3517900" y="6207125"/>
          <p14:tracePt t="726756" x="3541713" y="6194425"/>
          <p14:tracePt t="726777" x="3554413" y="6169025"/>
          <p14:tracePt t="726800" x="3567113" y="6169025"/>
          <p14:tracePt t="726851" x="3567113" y="6157913"/>
          <p14:tracePt t="727597" x="3579813" y="6157913"/>
          <p14:tracePt t="796625" x="3579813" y="6132513"/>
          <p14:tracePt t="796700" x="3579813" y="6119813"/>
          <p14:tracePt t="796725" x="3579813" y="6107113"/>
          <p14:tracePt t="796853" x="3592513" y="6145213"/>
          <p14:tracePt t="796879" x="3605213" y="6294438"/>
          <p14:tracePt t="796902" x="3617913" y="6332538"/>
          <p14:tracePt t="796924" x="3617913" y="6419850"/>
          <p14:tracePt t="796948" x="3643313" y="6670675"/>
          <p14:tracePt t="797681" x="5519738" y="6619875"/>
          <p14:tracePt t="797702" x="5583238" y="6570663"/>
          <p14:tracePt t="797730" x="5683250" y="6494463"/>
          <p14:tracePt t="797751" x="5708650" y="6483350"/>
          <p14:tracePt t="797784" x="5732463" y="6483350"/>
          <p14:tracePt t="797831" x="5757863" y="6483350"/>
          <p14:tracePt t="797849" x="5770563" y="6483350"/>
          <p14:tracePt t="797873" x="5808663" y="6483350"/>
          <p14:tracePt t="797894" x="5845175" y="6494463"/>
          <p14:tracePt t="797915" x="5932488" y="6532563"/>
          <p14:tracePt t="797948" x="6034088" y="6594475"/>
          <p14:tracePt t="797973" x="6134100" y="6607175"/>
          <p14:tracePt t="797994" x="6259513" y="6632575"/>
          <p14:tracePt t="798018" x="6359525" y="6657975"/>
          <p14:tracePt t="798044" x="6483350" y="6683375"/>
          <p14:tracePt t="798070" x="6608763" y="6696075"/>
          <p14:tracePt t="798094" x="6672263" y="6707188"/>
          <p14:tracePt t="798118" x="6734175" y="6707188"/>
          <p14:tracePt t="798139" x="6797675" y="6745288"/>
          <p14:tracePt t="798163" x="6834188" y="6745288"/>
          <p14:tracePt t="798188" x="6921500" y="6745288"/>
          <p14:tracePt t="798214" x="6972300" y="6745288"/>
          <p14:tracePt t="798236" x="6997700" y="6745288"/>
          <p14:tracePt t="798256" x="7010400" y="6745288"/>
          <p14:tracePt t="798299" x="7021513" y="6745288"/>
          <p14:tracePt t="798351" x="7034213" y="6745288"/>
          <p14:tracePt t="798374" x="7046913" y="6732588"/>
          <p14:tracePt t="798412" x="7072313" y="6732588"/>
          <p14:tracePt t="798439" x="7085013" y="6719888"/>
          <p14:tracePt t="798486" x="7123113" y="6707188"/>
          <p14:tracePt t="798509" x="7159625" y="6707188"/>
          <p14:tracePt t="798534" x="7172325" y="6696075"/>
          <p14:tracePt t="798575" x="7185025" y="6696075"/>
          <p14:tracePt t="799264" x="7185025" y="6719888"/>
          <p14:tracePt t="799312" x="7172325" y="6732588"/>
          <p14:tracePt t="799419" x="7159625" y="6732588"/>
          <p14:tracePt t="799439" x="7134225" y="6732588"/>
          <p14:tracePt t="799462" x="7110413" y="6732588"/>
          <p14:tracePt t="799485" x="7097713" y="6732588"/>
          <p14:tracePt t="799565" x="7085013" y="6732588"/>
          <p14:tracePt t="799789" x="7072313" y="6732588"/>
          <p14:tracePt t="799811" x="7059613" y="6732588"/>
          <p14:tracePt t="799834" x="7046913" y="6732588"/>
          <p14:tracePt t="803575" x="7034213" y="6732588"/>
          <p14:tracePt t="803600" x="7010400" y="6732588"/>
          <p14:tracePt t="803643" x="6959600" y="6732588"/>
          <p14:tracePt t="803663" x="6934200" y="6732588"/>
          <p14:tracePt t="803689" x="6859588" y="6745288"/>
          <p14:tracePt t="803713" x="6821488" y="6770688"/>
          <p14:tracePt t="803757" x="6772275" y="6770688"/>
          <p14:tracePt t="803776" x="6759575" y="6783388"/>
          <p14:tracePt t="803777" x="6734175" y="6783388"/>
          <p14:tracePt t="803808" x="6721475" y="6783388"/>
          <p14:tracePt t="803809" x="6684963" y="6796088"/>
          <p14:tracePt t="803828" x="6621463" y="6796088"/>
          <p14:tracePt t="803853" x="6608763" y="6796088"/>
          <p14:tracePt t="803873" x="6584950" y="6796088"/>
          <p14:tracePt t="804206" x="6572250" y="6796088"/>
          <p14:tracePt t="804287" x="6546850" y="6796088"/>
          <p14:tracePt t="804372" x="6534150" y="6796088"/>
          <p14:tracePt t="804417" x="6521450" y="6783388"/>
          <p14:tracePt t="804420" x="6508750" y="6770688"/>
          <p14:tracePt t="804470" x="6496050" y="6745288"/>
          <p14:tracePt t="804494" x="6496050" y="6707188"/>
          <p14:tracePt t="804516" x="6496050" y="6670675"/>
          <p14:tracePt t="804535" x="6483350" y="6670675"/>
          <p14:tracePt t="804537" x="6483350" y="6657975"/>
          <p14:tracePt t="804578" x="6483350" y="6632575"/>
          <p14:tracePt t="804625" x="6472238" y="6619875"/>
          <p14:tracePt t="804737" x="6459538" y="6619875"/>
          <p14:tracePt t="804759" x="6459538" y="6607175"/>
          <p14:tracePt t="804783" x="6446838" y="6594475"/>
          <p14:tracePt t="804811" x="6421438" y="6570663"/>
          <p14:tracePt t="804835" x="6408738" y="6557963"/>
          <p14:tracePt t="804858" x="6396038" y="6532563"/>
          <p14:tracePt t="804879" x="6383338" y="6519863"/>
          <p14:tracePt t="804908" x="6370638" y="6494463"/>
          <p14:tracePt t="804930" x="6346825" y="6445250"/>
          <p14:tracePt t="804953" x="6234113" y="6332538"/>
          <p14:tracePt t="804976" x="6196013" y="6269038"/>
          <p14:tracePt t="805086" x="6208713" y="6294438"/>
          <p14:tracePt t="805113" x="6183313" y="6257925"/>
          <p14:tracePt t="806178" x="6183313" y="6245225"/>
          <p14:tracePt t="806309" x="6183313" y="6232525"/>
          <p14:tracePt t="806328" x="6146800" y="6194425"/>
          <p14:tracePt t="806329" x="6134100" y="6132513"/>
          <p14:tracePt t="806356" x="5983288" y="6069013"/>
          <p14:tracePt t="806375" x="5870575" y="5919788"/>
          <p14:tracePt t="806402" x="5495925" y="5756275"/>
          <p14:tracePt t="806427" x="5207000" y="5643563"/>
          <p14:tracePt t="806452" x="4981575" y="5594350"/>
          <p14:tracePt t="806472" x="4932363" y="5581650"/>
          <p14:tracePt t="806538" x="4906963" y="5568950"/>
          <p14:tracePt t="806561" x="4906963" y="5518150"/>
          <p14:tracePt t="806583" x="4945063" y="5468938"/>
          <p14:tracePt t="806611" x="5106988" y="5294313"/>
          <p14:tracePt t="806630" x="5207000" y="5181600"/>
          <p14:tracePt t="806656" x="5294313" y="5118100"/>
          <p14:tracePt t="806657" x="5319713" y="5081588"/>
          <p14:tracePt t="806678" x="5507038" y="5043488"/>
          <p14:tracePt t="806705" x="5670550" y="4968875"/>
          <p14:tracePt t="806727" x="5745163" y="4968875"/>
          <p14:tracePt t="806750" x="5845175" y="4968875"/>
          <p14:tracePt t="806774" x="5883275" y="4968875"/>
          <p14:tracePt t="806795" x="5908675" y="4968875"/>
          <p14:tracePt t="806843" x="5932488" y="4981575"/>
          <p14:tracePt t="806866" x="5945188" y="4981575"/>
          <p14:tracePt t="807349" x="5957888" y="4981575"/>
          <p14:tracePt t="807369" x="5983288" y="4992688"/>
          <p14:tracePt t="807395" x="5983288" y="5018088"/>
          <p14:tracePt t="807441" x="6021388" y="5043488"/>
          <p14:tracePt t="807480" x="6057900" y="5056188"/>
          <p14:tracePt t="807483" x="6096000" y="5068888"/>
          <p14:tracePt t="807512" x="6157913" y="5118100"/>
          <p14:tracePt t="807515" x="6196013" y="5130800"/>
          <p14:tracePt t="807539" x="6259513" y="5218113"/>
          <p14:tracePt t="807562" x="6296025" y="5281613"/>
          <p14:tracePt t="807586" x="6334125" y="5368925"/>
          <p14:tracePt t="807615" x="6370638" y="5430838"/>
          <p14:tracePt t="807639" x="6396038" y="5494338"/>
          <p14:tracePt t="807661" x="6396038" y="5543550"/>
          <p14:tracePt t="807685" x="6396038" y="5594350"/>
          <p14:tracePt t="807712" x="6383338" y="5656263"/>
          <p14:tracePt t="807713" x="6383338" y="5668963"/>
          <p14:tracePt t="807756" x="6359525" y="5719763"/>
          <p14:tracePt t="808381" x="6359525" y="5732463"/>
          <p14:tracePt t="808409" x="6383338" y="5732463"/>
          <p14:tracePt t="808432" x="6434138" y="5732463"/>
          <p14:tracePt t="808454" x="6496050" y="5732463"/>
          <p14:tracePt t="808476" x="6534150" y="5732463"/>
          <p14:tracePt t="808499" x="6596063" y="5732463"/>
          <p14:tracePt t="808527" x="6672263" y="5732463"/>
          <p14:tracePt t="808549" x="6734175" y="5732463"/>
          <p14:tracePt t="808579" x="6821488" y="5732463"/>
          <p14:tracePt t="808602" x="6872288" y="5732463"/>
          <p14:tracePt t="808624" x="6884988" y="5732463"/>
          <p14:tracePt t="808643" x="6897688" y="5732463"/>
          <p14:tracePt t="808671" x="6921500" y="5732463"/>
          <p14:tracePt t="808820" x="6921500" y="5743575"/>
          <p14:tracePt t="808840" x="6934200" y="5743575"/>
          <p14:tracePt t="808955" x="6934200" y="5768975"/>
          <p14:tracePt t="808974" x="6934200" y="5781675"/>
          <p14:tracePt t="808999" x="6934200" y="5807075"/>
          <p14:tracePt t="809026" x="6897688" y="5819775"/>
          <p14:tracePt t="809076" x="6846888" y="5832475"/>
          <p14:tracePt t="809099" x="6821488" y="5832475"/>
          <p14:tracePt t="809140" x="6808788" y="5843588"/>
          <p14:tracePt t="809430" x="6797675" y="5843588"/>
          <p14:tracePt t="809482" x="6797675" y="5832475"/>
          <p14:tracePt t="809528" x="6797675" y="5819775"/>
          <p14:tracePt t="809795" x="6784975" y="5807075"/>
          <p14:tracePt t="809822" x="6721475" y="5807075"/>
          <p14:tracePt t="809848" x="6684963" y="5807075"/>
          <p14:tracePt t="809849" x="6672263" y="5807075"/>
          <p14:tracePt t="809876" x="6659563" y="5807075"/>
          <p14:tracePt t="809922" x="6646863" y="5807075"/>
          <p14:tracePt t="810070" x="6646863" y="5794375"/>
          <p14:tracePt t="810089" x="6646863" y="5768975"/>
          <p14:tracePt t="810118" x="6646863" y="5743575"/>
          <p14:tracePt t="810202" x="6646863" y="5732463"/>
          <p14:tracePt t="810316" x="6646863" y="5743575"/>
          <p14:tracePt t="810357" x="6646863" y="5756275"/>
          <p14:tracePt t="810504" x="6634163" y="5768975"/>
          <p14:tracePt t="810551" x="6608763" y="5768975"/>
          <p14:tracePt t="810572" x="6608763" y="5756275"/>
          <p14:tracePt t="810594" x="6608763" y="5732463"/>
          <p14:tracePt t="810622" x="6608763" y="5719763"/>
          <p14:tracePt t="810647" x="6608763" y="5707063"/>
          <p14:tracePt t="810675" x="6608763" y="5694363"/>
          <p14:tracePt t="810718" x="6608763" y="5681663"/>
          <p14:tracePt t="810762" x="6608763" y="5656263"/>
          <p14:tracePt t="810781" x="6621463" y="5656263"/>
          <p14:tracePt t="810806" x="6634163" y="5643563"/>
          <p14:tracePt t="810832" x="6646863" y="5630863"/>
          <p14:tracePt t="811381" x="6646863" y="5619750"/>
          <p14:tracePt t="811401" x="6608763" y="5581650"/>
          <p14:tracePt t="811431" x="6508750" y="5581650"/>
          <p14:tracePt t="811451" x="6496050" y="5581650"/>
          <p14:tracePt t="811555" x="6496050" y="5594350"/>
          <p14:tracePt t="811575" x="6534150" y="5630863"/>
          <p14:tracePt t="811578" x="6534150" y="5607050"/>
          <p14:tracePt t="811599" x="6534150" y="5594350"/>
          <p14:tracePt t="811981" x="6534150" y="5643563"/>
          <p14:tracePt t="812004" x="6572250" y="5719763"/>
          <p14:tracePt t="812028" x="6572250" y="5781675"/>
          <p14:tracePt t="812048" x="6572250" y="5807075"/>
          <p14:tracePt t="812076" x="6572250" y="5894388"/>
          <p14:tracePt t="812097" x="6572250" y="5907088"/>
          <p14:tracePt t="812121" x="6559550" y="5932488"/>
          <p14:tracePt t="812285" x="6559550" y="5907088"/>
          <p14:tracePt t="812307" x="6559550" y="5894388"/>
          <p14:tracePt t="812434" x="6546850" y="5894388"/>
          <p14:tracePt t="812560" x="6546850" y="5881688"/>
          <p14:tracePt t="812562" x="6546850" y="5856288"/>
          <p14:tracePt t="812588" x="6546850" y="5794375"/>
          <p14:tracePt t="812616" x="6584950" y="5681663"/>
          <p14:tracePt t="812617" x="6596063" y="5668963"/>
          <p14:tracePt t="812635" x="6621463" y="5630863"/>
          <p14:tracePt t="812658" x="6659563" y="5594350"/>
          <p14:tracePt t="812680" x="6672263" y="5568950"/>
          <p14:tracePt t="812701" x="6708775" y="5530850"/>
          <p14:tracePt t="812750" x="6708775" y="5518150"/>
          <p14:tracePt t="812824" x="6721475" y="5518150"/>
          <p14:tracePt t="813661" x="6734175" y="5507038"/>
          <p14:tracePt t="813686" x="6746875" y="5518150"/>
          <p14:tracePt t="813711" x="6746875" y="5543550"/>
          <p14:tracePt t="813732" x="6746875" y="5581650"/>
          <p14:tracePt t="813862" x="6746875" y="5594350"/>
          <p14:tracePt t="814079" x="6746875" y="5607050"/>
          <p14:tracePt t="814185" x="6746875" y="5643563"/>
          <p14:tracePt t="814205" x="6746875" y="5681663"/>
          <p14:tracePt t="814230" x="6746875" y="5694363"/>
          <p14:tracePt t="814249" x="6746875" y="5707063"/>
          <p14:tracePt t="814334" x="6746875" y="5743575"/>
          <p14:tracePt t="814355" x="6746875" y="5781675"/>
          <p14:tracePt t="814383" x="6746875" y="5819775"/>
          <p14:tracePt t="814386" x="6746875" y="5832475"/>
          <p14:tracePt t="814410" x="6746875" y="5843588"/>
          <p14:tracePt t="814435" x="6746875" y="5856288"/>
          <p14:tracePt t="814454" x="6734175" y="5881688"/>
          <p14:tracePt t="814486" x="6734175" y="5919788"/>
          <p14:tracePt t="814531" x="6734175" y="5932488"/>
          <p14:tracePt t="814575" x="6734175" y="5956300"/>
          <p14:tracePt t="814890" x="6746875" y="5956300"/>
          <p14:tracePt t="814910" x="6759575" y="5945188"/>
          <p14:tracePt t="814960" x="6759575" y="5919788"/>
          <p14:tracePt t="815003" x="6784975" y="5907088"/>
          <p14:tracePt t="816899" x="6772275" y="5932488"/>
          <p14:tracePt t="816924" x="6759575" y="5956300"/>
          <p14:tracePt t="816947" x="6734175" y="5981700"/>
          <p14:tracePt t="816967" x="6684963" y="6032500"/>
          <p14:tracePt t="816997" x="6621463" y="6081713"/>
          <p14:tracePt t="817022" x="6572250" y="6107113"/>
          <p14:tracePt t="817046" x="6546850" y="6145213"/>
          <p14:tracePt t="817066" x="6521450" y="6169025"/>
          <p14:tracePt t="817094" x="6483350" y="6207125"/>
          <p14:tracePt t="817116" x="6459538" y="6232525"/>
          <p14:tracePt t="817142" x="6396038" y="6269038"/>
          <p14:tracePt t="817162" x="6346825" y="6332538"/>
          <p14:tracePt t="817191" x="6259513" y="6394450"/>
          <p14:tracePt t="817213" x="6121400" y="6445250"/>
          <p14:tracePt t="817239" x="6021388" y="6470650"/>
          <p14:tracePt t="817288" x="5795963" y="6432550"/>
          <p14:tracePt t="817289" x="5757863" y="6419850"/>
          <p14:tracePt t="817310" x="5607050" y="6370638"/>
          <p14:tracePt t="817336" x="5470525" y="6319838"/>
          <p14:tracePt t="817338" x="5445125" y="6307138"/>
          <p14:tracePt t="817357" x="5419725" y="6294438"/>
          <p14:tracePt t="817390" x="5383213" y="6257925"/>
          <p14:tracePt t="817412" x="5370513" y="6232525"/>
          <p14:tracePt t="817436" x="5357813" y="6181725"/>
          <p14:tracePt t="817453" x="5357813" y="6169025"/>
          <p14:tracePt t="817483" x="5357813" y="6132513"/>
          <p14:tracePt t="817509" x="5357813" y="6107113"/>
          <p14:tracePt t="817535" x="5357813" y="6094413"/>
          <p14:tracePt t="817555" x="5357813" y="6069013"/>
          <p14:tracePt t="817581" x="5357813" y="6056313"/>
          <p14:tracePt t="817628" x="5357813" y="6032500"/>
          <p14:tracePt t="817647" x="5370513" y="6032500"/>
          <p14:tracePt t="817671" x="5370513" y="6019800"/>
          <p14:tracePt t="817725" x="5394325" y="6007100"/>
          <p14:tracePt t="817767" x="5407025" y="5981700"/>
          <p14:tracePt t="817792" x="5432425" y="5969000"/>
          <p14:tracePt t="817821" x="5445125" y="5969000"/>
          <p14:tracePt t="817908" x="5470525" y="5945188"/>
          <p14:tracePt t="817951" x="5495925" y="5932488"/>
          <p14:tracePt t="817976" x="5495925" y="5919788"/>
          <p14:tracePt t="818007" x="5519738" y="5907088"/>
          <p14:tracePt t="821086" x="5519738" y="5919788"/>
          <p14:tracePt t="821110" x="5519738" y="5932488"/>
          <p14:tracePt t="821156" x="5507038" y="5945188"/>
          <p14:tracePt t="821280" x="5495925" y="5969000"/>
          <p14:tracePt t="821281" x="5483225" y="5969000"/>
          <p14:tracePt t="821325" x="5470525" y="5981700"/>
          <p14:tracePt t="821348" x="5470525" y="5994400"/>
          <p14:tracePt t="821375" x="5445125" y="6019800"/>
          <p14:tracePt t="821418" x="5432425" y="6019800"/>
          <p14:tracePt t="821468" x="5407025" y="6019800"/>
          <p14:tracePt t="821488" x="5383213" y="6045200"/>
          <p14:tracePt t="821515" x="5370513" y="6056313"/>
          <p14:tracePt t="821563" x="5294313" y="6094413"/>
          <p14:tracePt t="821581" x="5281613" y="6107113"/>
          <p14:tracePt t="821611" x="5257800" y="6107113"/>
          <p14:tracePt t="821630" x="5219700" y="6107113"/>
          <p14:tracePt t="821680" x="5194300" y="6107113"/>
          <p14:tracePt t="821681" x="5181600" y="6119813"/>
          <p14:tracePt t="821705" x="5170488" y="6119813"/>
          <p14:tracePt t="821727" x="5157788" y="6119813"/>
          <p14:tracePt t="821753" x="5132388" y="6119813"/>
          <p14:tracePt t="821783" x="5119688" y="6119813"/>
          <p14:tracePt t="821806" x="5106988" y="6119813"/>
          <p14:tracePt t="821835" x="5068888" y="6119813"/>
          <p14:tracePt t="821858" x="5045075" y="6069013"/>
          <p14:tracePt t="821881" x="5019675" y="6019800"/>
          <p14:tracePt t="821905" x="4981575" y="5969000"/>
          <p14:tracePt t="821931" x="4956175" y="5919788"/>
          <p14:tracePt t="821955" x="4919663" y="5881688"/>
          <p14:tracePt t="821977" x="4906963" y="5868988"/>
          <p14:tracePt t="822000" x="4894263" y="5868988"/>
          <p14:tracePt t="822023" x="4894263" y="5843588"/>
          <p14:tracePt t="822042" x="4868863" y="5819775"/>
          <p14:tracePt t="822090" x="4856163" y="5781675"/>
          <p14:tracePt t="822113" x="4843463" y="5756275"/>
          <p14:tracePt t="822134" x="4843463" y="5743575"/>
          <p14:tracePt t="822162" x="4819650" y="5732463"/>
          <p14:tracePt t="822164" x="4819650" y="5719763"/>
          <p14:tracePt t="822185" x="4819650" y="5694363"/>
          <p14:tracePt t="822213" x="4806950" y="5694363"/>
          <p14:tracePt t="822238" x="4806950" y="5681663"/>
          <p14:tracePt t="822297" x="4794250" y="5630863"/>
          <p14:tracePt t="822324" x="4768850" y="5568950"/>
          <p14:tracePt t="822350" x="4743450" y="5481638"/>
          <p14:tracePt t="822393" x="4706938" y="5305425"/>
          <p14:tracePt t="822417" x="4681538" y="5230813"/>
          <p14:tracePt t="822441" x="4656138" y="5156200"/>
          <p14:tracePt t="822469" x="4619625" y="5081588"/>
          <p14:tracePt t="822493" x="4606925" y="5005388"/>
          <p14:tracePt t="822515" x="4568825" y="4943475"/>
          <p14:tracePt t="822539" x="4543425" y="4879975"/>
          <p14:tracePt t="822565" x="4518025" y="4792663"/>
          <p14:tracePt t="822587" x="4506913" y="4667250"/>
          <p14:tracePt t="822615" x="4468813" y="4579938"/>
          <p14:tracePt t="822641" x="4468813" y="4479925"/>
          <p14:tracePt t="822666" x="4468813" y="4430713"/>
          <p14:tracePt t="822688" x="4468813" y="4392613"/>
          <p14:tracePt t="822689" x="4468813" y="4367213"/>
          <p14:tracePt t="822718" x="4443413" y="4292600"/>
          <p14:tracePt t="822743" x="4443413" y="4217988"/>
          <p14:tracePt t="822766" x="4443413" y="4167188"/>
          <p14:tracePt t="822789" x="4443413" y="4079875"/>
          <p14:tracePt t="822813" x="4456113" y="4029075"/>
          <p14:tracePt t="823219" x="4468813" y="4029075"/>
          <p14:tracePt t="823261" x="4481513" y="4029075"/>
          <p14:tracePt t="824763" x="4518025" y="4005263"/>
          <p14:tracePt t="824781" x="4543425" y="3992563"/>
          <p14:tracePt t="824804" x="4581525" y="3967163"/>
          <p14:tracePt t="824828" x="4606925" y="3929063"/>
          <p14:tracePt t="824851" x="4619625" y="3929063"/>
          <p14:tracePt t="825131" x="4630738" y="3879850"/>
          <p14:tracePt t="825182" x="4643438" y="3816350"/>
          <p14:tracePt t="825202" x="4643438" y="3792538"/>
          <p14:tracePt t="825291" x="4643438" y="3779838"/>
          <p14:tracePt t="825341" x="4656138" y="3767138"/>
        </p14:tracePtLst>
      </p14:laserTrace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B3905-8B52-4365-B89B-423C130A9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225" y="392137"/>
            <a:ext cx="10784174" cy="5262563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firm that bring about significant changes in strategy, business objectives, business processes, and procedures become politically charged events.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Managers  know how to work with the politics of an organization will be more successful in implementing new information systems.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Politics may defeat plans for an IS.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200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836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Tm="367638">
        <p14:warp dir="in"/>
      </p:transition>
    </mc:Choice>
    <mc:Fallback xmlns="">
      <p:transition spd="slow" advTm="36763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758" x="9601200" y="4692650"/>
          <p14:tracePt t="3789" x="9601200" y="4705350"/>
          <p14:tracePt t="3842" x="10739438" y="5005388"/>
          <p14:tracePt t="3862" x="10877550" y="5118100"/>
          <p14:tracePt t="13112" x="9826625" y="4930775"/>
          <p14:tracePt t="13130" x="9488488" y="4643438"/>
          <p14:tracePt t="13147" x="8975725" y="4379913"/>
          <p14:tracePt t="13166" x="8248650" y="4017963"/>
          <p14:tracePt t="13183" x="7685088" y="3641725"/>
          <p14:tracePt t="13199" x="7510463" y="3541713"/>
          <p14:tracePt t="13213" x="7472363" y="3516313"/>
          <p14:tracePt t="13234" x="7397750" y="3467100"/>
          <p14:tracePt t="13252" x="7397750" y="3441700"/>
          <p14:tracePt t="13270" x="7372350" y="3403600"/>
          <p14:tracePt t="13272" x="7348538" y="3378200"/>
          <p14:tracePt t="13289" x="7348538" y="3328988"/>
          <p14:tracePt t="13308" x="7323138" y="3241675"/>
          <p14:tracePt t="13322" x="7223125" y="3165475"/>
          <p14:tracePt t="13337" x="7146925" y="3116263"/>
          <p14:tracePt t="13351" x="7034213" y="3016250"/>
          <p14:tracePt t="13368" x="6921500" y="2903538"/>
          <p14:tracePt t="13393" x="6759575" y="2778125"/>
          <p14:tracePt t="13426" x="6472238" y="2590800"/>
          <p14:tracePt t="13440" x="6434138" y="2403475"/>
          <p14:tracePt t="13461" x="6308725" y="2290763"/>
          <p14:tracePt t="13478" x="6259513" y="2214563"/>
          <p14:tracePt t="13479" x="6234113" y="2165350"/>
          <p14:tracePt t="13495" x="6208713" y="2101850"/>
          <p14:tracePt t="13521" x="6157913" y="1965325"/>
          <p14:tracePt t="13542" x="6121400" y="1889125"/>
          <p14:tracePt t="13546" x="6108700" y="1852613"/>
          <p14:tracePt t="13562" x="6070600" y="1801813"/>
          <p14:tracePt t="13580" x="6034088" y="1739900"/>
          <p14:tracePt t="13599" x="5983288" y="1663700"/>
          <p14:tracePt t="13618" x="5932488" y="1614488"/>
          <p14:tracePt t="13634" x="5921375" y="1589088"/>
          <p14:tracePt t="13648" x="5908675" y="1576388"/>
          <p14:tracePt t="13664" x="5895975" y="1552575"/>
          <p14:tracePt t="13686" x="5883275" y="1527175"/>
          <p14:tracePt t="13703" x="5832475" y="1489075"/>
          <p14:tracePt t="13718" x="5821363" y="1476375"/>
          <p14:tracePt t="13719" x="5808663" y="1463675"/>
          <p14:tracePt t="13734" x="5795963" y="1463675"/>
          <p14:tracePt t="13749" x="5770563" y="1439863"/>
          <p14:tracePt t="13763" x="5745163" y="1439863"/>
          <p14:tracePt t="13825" x="5719763" y="1439863"/>
          <p14:tracePt t="13848" x="5708650" y="1439863"/>
          <p14:tracePt t="13879" x="5695950" y="1439863"/>
          <p14:tracePt t="13893" x="5683250" y="1439863"/>
          <p14:tracePt t="13921" x="5595938" y="1463675"/>
          <p14:tracePt t="13942" x="5545138" y="1476375"/>
          <p14:tracePt t="13943" x="5507038" y="1476375"/>
          <p14:tracePt t="13973" x="5457825" y="1489075"/>
          <p14:tracePt t="13995" x="5419725" y="1489075"/>
          <p14:tracePt t="14011" x="5394325" y="1489075"/>
          <p14:tracePt t="14025" x="5345113" y="1489075"/>
          <p14:tracePt t="14046" x="5332413" y="1489075"/>
          <p14:tracePt t="14070" x="5294313" y="1489075"/>
          <p14:tracePt t="14090" x="5270500" y="1489075"/>
          <p14:tracePt t="14119" x="5245100" y="1489075"/>
          <p14:tracePt t="14132" x="5207000" y="1489075"/>
          <p14:tracePt t="14161" x="5170488" y="1489075"/>
          <p14:tracePt t="14226" x="5145088" y="1450975"/>
          <p14:tracePt t="14244" x="5132388" y="1439863"/>
          <p14:tracePt t="14271" x="5119688" y="1427163"/>
          <p14:tracePt t="14289" x="5106988" y="1414463"/>
          <p14:tracePt t="14333" x="5094288" y="1389063"/>
          <p14:tracePt t="14352" x="5094288" y="1376363"/>
          <p14:tracePt t="14370" x="5094288" y="1363663"/>
          <p14:tracePt t="14387" x="5081588" y="1350963"/>
          <p14:tracePt t="14418" x="5081588" y="1339850"/>
          <p14:tracePt t="14435" x="5068888" y="1314450"/>
          <p14:tracePt t="14451" x="5068888" y="1301750"/>
          <p14:tracePt t="14480" x="5068888" y="1289050"/>
          <p14:tracePt t="14494" x="5068888" y="1276350"/>
          <p14:tracePt t="14508" x="5068888" y="1250950"/>
          <p14:tracePt t="14525" x="5094288" y="1227138"/>
          <p14:tracePt t="14546" x="5119688" y="1214438"/>
          <p14:tracePt t="14564" x="5157788" y="1176338"/>
          <p14:tracePt t="14596" x="5207000" y="1138238"/>
          <p14:tracePt t="14621" x="5281613" y="1125538"/>
          <p14:tracePt t="14642" x="5457825" y="1101725"/>
          <p14:tracePt t="14663" x="5532438" y="1089025"/>
          <p14:tracePt t="14664" x="5583238" y="1076325"/>
          <p14:tracePt t="14679" x="5645150" y="1076325"/>
          <p14:tracePt t="14696" x="5695950" y="1076325"/>
          <p14:tracePt t="14710" x="5719763" y="1076325"/>
          <p14:tracePt t="14724" x="5770563" y="1089025"/>
          <p14:tracePt t="14745" x="5857875" y="1101725"/>
          <p14:tracePt t="14765" x="5908675" y="1150938"/>
          <p14:tracePt t="14782" x="5932488" y="1176338"/>
          <p14:tracePt t="14804" x="5970588" y="1214438"/>
          <p14:tracePt t="14817" x="5995988" y="1227138"/>
          <p14:tracePt t="14835" x="5995988" y="1238250"/>
          <p14:tracePt t="14849" x="5995988" y="1263650"/>
          <p14:tracePt t="14865" x="6008688" y="1289050"/>
          <p14:tracePt t="14881" x="6021388" y="1301750"/>
          <p14:tracePt t="14897" x="6034088" y="1339850"/>
          <p14:tracePt t="14926" x="6034088" y="1376363"/>
          <p14:tracePt t="14945" x="6057900" y="1439863"/>
          <p14:tracePt t="14966" x="6057900" y="1463675"/>
          <p14:tracePt t="14982" x="6057900" y="1489075"/>
          <p14:tracePt t="15080" x="6057900" y="1501775"/>
          <p14:tracePt t="15103" x="6134100" y="1501775"/>
          <p14:tracePt t="15119" x="6246813" y="1439863"/>
          <p14:tracePt t="15135" x="6408738" y="1401763"/>
          <p14:tracePt t="15157" x="6596063" y="1363663"/>
          <p14:tracePt t="15171" x="6784975" y="1339850"/>
          <p14:tracePt t="15194" x="7034213" y="1276350"/>
          <p14:tracePt t="15214" x="7172325" y="1250950"/>
          <p14:tracePt t="15215" x="7197725" y="1250950"/>
          <p14:tracePt t="15231" x="7235825" y="1250950"/>
          <p14:tracePt t="15248" x="7272338" y="1250950"/>
          <p14:tracePt t="15324" x="7285038" y="1250950"/>
          <p14:tracePt t="15398" x="7297738" y="1250950"/>
          <p14:tracePt t="15409" x="7310438" y="1250950"/>
          <p14:tracePt t="15426" x="7323138" y="1276350"/>
          <p14:tracePt t="15443" x="7348538" y="1301750"/>
          <p14:tracePt t="15462" x="7385050" y="1339850"/>
          <p14:tracePt t="15479" x="7397750" y="1339850"/>
          <p14:tracePt t="15532" x="7397750" y="1350963"/>
          <p14:tracePt t="15671" x="7348538" y="1350963"/>
          <p14:tracePt t="15672" x="7323138" y="1363663"/>
          <p14:tracePt t="15689" x="7285038" y="1376363"/>
          <p14:tracePt t="15714" x="7259638" y="1376363"/>
          <p14:tracePt t="15729" x="7223125" y="1376363"/>
          <p14:tracePt t="15752" x="7172325" y="1376363"/>
          <p14:tracePt t="15766" x="7146925" y="1376363"/>
          <p14:tracePt t="15768" x="7134225" y="1376363"/>
          <p14:tracePt t="15786" x="7097713" y="1376363"/>
          <p14:tracePt t="15799" x="6972300" y="1376363"/>
          <p14:tracePt t="15826" x="6846888" y="1376363"/>
          <p14:tracePt t="15843" x="6734175" y="1363663"/>
          <p14:tracePt t="15862" x="6634163" y="1350963"/>
          <p14:tracePt t="15877" x="6546850" y="1350963"/>
          <p14:tracePt t="15895" x="6434138" y="1314450"/>
          <p14:tracePt t="15908" x="6421438" y="1314450"/>
          <p14:tracePt t="15921" x="6283325" y="1314450"/>
          <p14:tracePt t="15942" x="6221413" y="1314450"/>
          <p14:tracePt t="15943" x="6146800" y="1327150"/>
          <p14:tracePt t="15963" x="6083300" y="1339850"/>
          <p14:tracePt t="15984" x="6034088" y="1401763"/>
          <p14:tracePt t="16007" x="5945188" y="1427163"/>
          <p14:tracePt t="16009" x="5921375" y="1427163"/>
          <p14:tracePt t="16024" x="5857875" y="1427163"/>
          <p14:tracePt t="16043" x="5832475" y="1450975"/>
          <p14:tracePt t="16057" x="5745163" y="1476375"/>
          <p14:tracePt t="16088" x="5695950" y="1476375"/>
          <p14:tracePt t="16099" x="5657850" y="1476375"/>
          <p14:tracePt t="16127" x="5545138" y="1501775"/>
          <p14:tracePt t="16144" x="5532438" y="1501775"/>
          <p14:tracePt t="16164" x="5507038" y="1501775"/>
          <p14:tracePt t="16180" x="5483225" y="1501775"/>
          <p14:tracePt t="16207" x="5419725" y="1501775"/>
          <p14:tracePt t="16239" x="5332413" y="1501775"/>
          <p14:tracePt t="16257" x="5294313" y="1501775"/>
          <p14:tracePt t="16271" x="5270500" y="1501775"/>
          <p14:tracePt t="16290" x="5245100" y="1501775"/>
          <p14:tracePt t="16302" x="5232400" y="1489075"/>
          <p14:tracePt t="16332" x="5181600" y="1476375"/>
          <p14:tracePt t="16384" x="5170488" y="1463675"/>
          <p14:tracePt t="16402" x="5170488" y="1427163"/>
          <p14:tracePt t="16416" x="5145088" y="1401763"/>
          <p14:tracePt t="16433" x="5145088" y="1350963"/>
          <p14:tracePt t="16450" x="5145088" y="1339850"/>
          <p14:tracePt t="16480" x="5145088" y="1289050"/>
          <p14:tracePt t="16494" x="5145088" y="1276350"/>
          <p14:tracePt t="16509" x="5170488" y="1250950"/>
          <p14:tracePt t="16524" x="5207000" y="1227138"/>
          <p14:tracePt t="16541" x="5232400" y="1201738"/>
          <p14:tracePt t="16559" x="5294313" y="1176338"/>
          <p14:tracePt t="16577" x="5357813" y="1125538"/>
          <p14:tracePt t="16593" x="5419725" y="1114425"/>
          <p14:tracePt t="16609" x="5470525" y="1101725"/>
          <p14:tracePt t="16622" x="5532438" y="1076325"/>
          <p14:tracePt t="16641" x="5670550" y="1025525"/>
          <p14:tracePt t="16665" x="5770563" y="1014413"/>
          <p14:tracePt t="16682" x="5895975" y="976313"/>
          <p14:tracePt t="16709" x="5995988" y="976313"/>
          <p14:tracePt t="16722" x="6034088" y="976313"/>
          <p14:tracePt t="16739" x="6157913" y="976313"/>
          <p14:tracePt t="16760" x="6270625" y="976313"/>
          <p14:tracePt t="16777" x="6334125" y="976313"/>
          <p14:tracePt t="16799" x="6383338" y="976313"/>
          <p14:tracePt t="16800" x="6408738" y="1001713"/>
          <p14:tracePt t="16829" x="6434138" y="1038225"/>
          <p14:tracePt t="16846" x="6472238" y="1063625"/>
          <p14:tracePt t="16847" x="6483350" y="1076325"/>
          <p14:tracePt t="16863" x="6508750" y="1089025"/>
          <p14:tracePt t="16878" x="6521450" y="1101725"/>
          <p14:tracePt t="16897" x="6546850" y="1114425"/>
          <p14:tracePt t="16909" x="6546850" y="1125538"/>
          <p14:tracePt t="16926" x="6572250" y="1138238"/>
          <p14:tracePt t="16945" x="6572250" y="1150938"/>
          <p14:tracePt t="16968" x="6572250" y="1176338"/>
          <p14:tracePt t="16997" x="6572250" y="1201738"/>
          <p14:tracePt t="16999" x="6572250" y="1214438"/>
          <p14:tracePt t="17027" x="6572250" y="1276350"/>
          <p14:tracePt t="17049" x="6572250" y="1289050"/>
          <p14:tracePt t="17072" x="6521450" y="1350963"/>
          <p14:tracePt t="17089" x="6483350" y="1389063"/>
          <p14:tracePt t="17109" x="6396038" y="1427163"/>
          <p14:tracePt t="17124" x="6283325" y="1427163"/>
          <p14:tracePt t="17143" x="6108700" y="1439863"/>
          <p14:tracePt t="17156" x="6045200" y="1439863"/>
          <p14:tracePt t="17187" x="5770563" y="1439863"/>
          <p14:tracePt t="17207" x="5607050" y="1427163"/>
          <p14:tracePt t="17237" x="5532438" y="1401763"/>
          <p14:tracePt t="17262" x="5445125" y="1363663"/>
          <p14:tracePt t="17263" x="5419725" y="1363663"/>
          <p14:tracePt t="17279" x="5394325" y="1339850"/>
          <p14:tracePt t="17297" x="5370513" y="1327150"/>
          <p14:tracePt t="17326" x="5357813" y="1301750"/>
          <p14:tracePt t="17341" x="5357813" y="1289050"/>
          <p14:tracePt t="17362" x="5345113" y="1214438"/>
          <p14:tracePt t="17377" x="5345113" y="1150938"/>
          <p14:tracePt t="17398" x="5345113" y="1125538"/>
          <p14:tracePt t="17400" x="5345113" y="1089025"/>
          <p14:tracePt t="17416" x="5357813" y="1063625"/>
          <p14:tracePt t="17433" x="5432425" y="1001713"/>
          <p14:tracePt t="17450" x="5495925" y="963613"/>
          <p14:tracePt t="17480" x="5570538" y="938213"/>
          <p14:tracePt t="17499" x="5683250" y="912813"/>
          <p14:tracePt t="17534" x="5870575" y="889000"/>
          <p14:tracePt t="17550" x="5945188" y="863600"/>
          <p14:tracePt t="17563" x="5970588" y="863600"/>
          <p14:tracePt t="17579" x="6034088" y="863600"/>
          <p14:tracePt t="17601" x="6134100" y="863600"/>
          <p14:tracePt t="17616" x="6157913" y="863600"/>
          <p14:tracePt t="17632" x="6221413" y="876300"/>
          <p14:tracePt t="17647" x="6234113" y="876300"/>
          <p14:tracePt t="17662" x="6246813" y="889000"/>
          <p14:tracePt t="17663" x="6259513" y="901700"/>
          <p14:tracePt t="17678" x="6270625" y="925513"/>
          <p14:tracePt t="17697" x="6321425" y="989013"/>
          <p14:tracePt t="17710" x="6321425" y="1001713"/>
          <p14:tracePt t="17726" x="6346825" y="1050925"/>
          <p14:tracePt t="17727" x="6346825" y="1063625"/>
          <p14:tracePt t="17742" x="6346825" y="1089025"/>
          <p14:tracePt t="17744" x="6346825" y="1101725"/>
          <p14:tracePt t="17767" x="6346825" y="1176338"/>
          <p14:tracePt t="17784" x="6334125" y="1214438"/>
          <p14:tracePt t="17810" x="6259513" y="1289050"/>
          <p14:tracePt t="17825" x="6196013" y="1289050"/>
          <p14:tracePt t="17843" x="6157913" y="1327150"/>
          <p14:tracePt t="17857" x="6083300" y="1363663"/>
          <p14:tracePt t="17886" x="5857875" y="1401763"/>
          <p14:tracePt t="17888" x="5757863" y="1427163"/>
          <p14:tracePt t="17908" x="5519738" y="1463675"/>
          <p14:tracePt t="17925" x="5319713" y="1463675"/>
          <p14:tracePt t="17941" x="5106988" y="1463675"/>
          <p14:tracePt t="17957" x="4981575" y="1463675"/>
          <p14:tracePt t="17983" x="4832350" y="1463675"/>
          <p14:tracePt t="18013" x="4756150" y="1463675"/>
          <p14:tracePt t="18028" x="4743450" y="1450975"/>
          <p14:tracePt t="18056" x="4706938" y="1401763"/>
          <p14:tracePt t="18090" x="4619625" y="1376363"/>
          <p14:tracePt t="18105" x="4606925" y="1363663"/>
          <p14:tracePt t="18118" x="4568825" y="1350963"/>
          <p14:tracePt t="18121" x="4543425" y="1350963"/>
          <p14:tracePt t="18134" x="4530725" y="1350963"/>
          <p14:tracePt t="18137" x="4506913" y="1350963"/>
          <p14:tracePt t="18157" x="4456113" y="1350963"/>
          <p14:tracePt t="18172" x="4443413" y="1350963"/>
          <p14:tracePt t="18207" x="4318000" y="1350963"/>
          <p14:tracePt t="18233" x="4130675" y="1350963"/>
          <p14:tracePt t="18251" x="4017963" y="1350963"/>
          <p14:tracePt t="18264" x="3943350" y="1350963"/>
          <p14:tracePt t="18279" x="3843338" y="1350963"/>
          <p14:tracePt t="18300" x="3654425" y="1350963"/>
          <p14:tracePt t="18316" x="3554413" y="1350963"/>
          <p14:tracePt t="18330" x="3305175" y="1327150"/>
          <p14:tracePt t="18350" x="3179763" y="1314450"/>
          <p14:tracePt t="18364" x="3154363" y="1289050"/>
          <p14:tracePt t="18651" x="3192463" y="1289050"/>
          <p14:tracePt t="18663" x="3228975" y="1289050"/>
          <p14:tracePt t="18663" x="3254375" y="1289050"/>
          <p14:tracePt t="18679" x="3292475" y="1289050"/>
          <p14:tracePt t="18697" x="3328988" y="1289050"/>
          <p14:tracePt t="18714" x="3367088" y="1289050"/>
          <p14:tracePt t="18730" x="3417888" y="1314450"/>
          <p14:tracePt t="18748" x="3492500" y="1314450"/>
          <p14:tracePt t="18762" x="3530600" y="1363663"/>
          <p14:tracePt t="18778" x="3592513" y="1376363"/>
          <p14:tracePt t="18795" x="3667125" y="1376363"/>
          <p14:tracePt t="18810" x="3779838" y="1376363"/>
          <p14:tracePt t="18839" x="3843338" y="1401763"/>
          <p14:tracePt t="18841" x="3905250" y="1401763"/>
          <p14:tracePt t="18859" x="3943350" y="1401763"/>
          <p14:tracePt t="18877" x="4030663" y="1401763"/>
          <p14:tracePt t="18894" x="4130675" y="1401763"/>
          <p14:tracePt t="18912" x="4256088" y="1401763"/>
          <p14:tracePt t="18940" x="4381500" y="1401763"/>
          <p14:tracePt t="18957" x="4443413" y="1401763"/>
          <p14:tracePt t="18975" x="4468813" y="1401763"/>
          <p14:tracePt t="19011" x="4481513" y="1401763"/>
          <p14:tracePt t="19064" x="4506913" y="1414463"/>
          <p14:tracePt t="19513" x="4506913" y="1427163"/>
          <p14:tracePt t="19540" x="4630738" y="1427163"/>
          <p14:tracePt t="19556" x="4781550" y="1427163"/>
          <p14:tracePt t="19571" x="4932363" y="1427163"/>
          <p14:tracePt t="19587" x="5119688" y="1427163"/>
          <p14:tracePt t="19601" x="5470525" y="1376363"/>
          <p14:tracePt t="19614" x="5708650" y="1301750"/>
          <p14:tracePt t="19615" x="6034088" y="1227138"/>
          <p14:tracePt t="19629" x="6146800" y="1214438"/>
          <p14:tracePt t="19646" x="6408738" y="1189038"/>
          <p14:tracePt t="19665" x="6659563" y="1150938"/>
          <p14:tracePt t="19681" x="6746875" y="1150938"/>
          <p14:tracePt t="19704" x="6846888" y="1150938"/>
          <p14:tracePt t="19715" x="6897688" y="1150938"/>
          <p14:tracePt t="19745" x="7134225" y="1150938"/>
          <p14:tracePt t="19764" x="7323138" y="1150938"/>
          <p14:tracePt t="19778" x="7385050" y="1201738"/>
          <p14:tracePt t="19797" x="7435850" y="1201738"/>
          <p14:tracePt t="19808" x="7472363" y="1227138"/>
          <p14:tracePt t="19821" x="7535863" y="1227138"/>
          <p14:tracePt t="19837" x="7648575" y="1263650"/>
          <p14:tracePt t="19853" x="7710488" y="1301750"/>
          <p14:tracePt t="19866" x="7748588" y="1339850"/>
          <p14:tracePt t="19880" x="7810500" y="1376363"/>
          <p14:tracePt t="19903" x="7848600" y="1389063"/>
          <p14:tracePt t="19905" x="7861300" y="1389063"/>
          <p14:tracePt t="20001" x="7886700" y="1389063"/>
          <p14:tracePt t="20026" x="7910513" y="1389063"/>
          <p14:tracePt t="20046" x="7974013" y="1401763"/>
          <p14:tracePt t="20068" x="8023225" y="1427163"/>
          <p14:tracePt t="20080" x="8074025" y="1450975"/>
          <p14:tracePt t="20097" x="8123238" y="1489075"/>
          <p14:tracePt t="20113" x="8148638" y="1489075"/>
          <p14:tracePt t="20143" x="8212138" y="1539875"/>
          <p14:tracePt t="20144" x="8235950" y="1552575"/>
          <p14:tracePt t="20164" x="8248650" y="1576388"/>
          <p14:tracePt t="20178" x="8286750" y="1576388"/>
          <p14:tracePt t="20195" x="8299450" y="1589088"/>
          <p14:tracePt t="20242" x="8299450" y="1614488"/>
          <p14:tracePt t="20257" x="8312150" y="1614488"/>
          <p14:tracePt t="20433" x="8324850" y="1614488"/>
          <p14:tracePt t="20448" x="8461375" y="1589088"/>
          <p14:tracePt t="20468" x="8637588" y="1552575"/>
          <p14:tracePt t="20482" x="8750300" y="1539875"/>
          <p14:tracePt t="20502" x="8850313" y="1527175"/>
          <p14:tracePt t="20514" x="8937625" y="1527175"/>
          <p14:tracePt t="20545" x="8975725" y="1527175"/>
          <p14:tracePt t="20843" x="8963025" y="1527175"/>
          <p14:tracePt t="20861" x="8712200" y="1401763"/>
          <p14:tracePt t="20880" x="8524875" y="1227138"/>
          <p14:tracePt t="20896" x="8435975" y="1114425"/>
          <p14:tracePt t="20921" x="8412163" y="1025525"/>
          <p14:tracePt t="20936" x="8399463" y="976313"/>
          <p14:tracePt t="20954" x="8399463" y="938213"/>
          <p14:tracePt t="20969" x="8412163" y="925513"/>
          <p14:tracePt t="20984" x="8412163" y="912813"/>
          <p14:tracePt t="21022" x="8435975" y="889000"/>
          <p14:tracePt t="21037" x="8461375" y="863600"/>
          <p14:tracePt t="21057" x="8599488" y="825500"/>
          <p14:tracePt t="21071" x="8699500" y="812800"/>
          <p14:tracePt t="21087" x="8886825" y="812800"/>
          <p14:tracePt t="21104" x="9137650" y="812800"/>
          <p14:tracePt t="21123" x="9337675" y="812800"/>
          <p14:tracePt t="21138" x="9475788" y="825500"/>
          <p14:tracePt t="21156" x="9588500" y="850900"/>
          <p14:tracePt t="21168" x="9688513" y="876300"/>
          <p14:tracePt t="21180" x="9726613" y="901700"/>
          <p14:tracePt t="21201" x="9801225" y="950913"/>
          <p14:tracePt t="21223" x="9826625" y="1001713"/>
          <p14:tracePt t="21236" x="9826625" y="1014413"/>
          <p14:tracePt t="21255" x="9839325" y="1038225"/>
          <p14:tracePt t="21256" x="9839325" y="1050925"/>
          <p14:tracePt t="21268" x="9852025" y="1076325"/>
          <p14:tracePt t="21281" x="9863138" y="1125538"/>
          <p14:tracePt t="21301" x="9863138" y="1150938"/>
          <p14:tracePt t="21324" x="9875838" y="1189038"/>
          <p14:tracePt t="21338" x="9875838" y="1238250"/>
          <p14:tracePt t="21358" x="9875838" y="1250950"/>
          <p14:tracePt t="21371" x="9875838" y="1276350"/>
          <p14:tracePt t="21870" x="9875838" y="1289050"/>
          <p14:tracePt t="21883" x="9875838" y="1314450"/>
          <p14:tracePt t="21902" x="9875838" y="1327150"/>
          <p14:tracePt t="22125" x="9775825" y="1327150"/>
          <p14:tracePt t="22139" x="9312275" y="1050925"/>
          <p14:tracePt t="22157" x="9075738" y="989013"/>
          <p14:tracePt t="22170" x="8737600" y="950913"/>
          <p14:tracePt t="22196" x="8612188" y="938213"/>
          <p14:tracePt t="22216" x="8599488" y="938213"/>
          <p14:tracePt t="22620" x="8524875" y="925513"/>
          <p14:tracePt t="22804" x="8512175" y="901700"/>
          <p14:tracePt t="22822" x="8312150" y="612775"/>
          <p14:tracePt t="22838" x="8135938" y="550863"/>
          <p14:tracePt t="22854" x="7923213" y="500063"/>
          <p14:tracePt t="22870" x="7861300" y="438150"/>
          <p14:tracePt t="22895" x="6672263" y="901700"/>
          <p14:tracePt t="22897" x="6045200" y="1176338"/>
          <p14:tracePt t="22920" x="4856163" y="1739900"/>
          <p14:tracePt t="22949" x="3505200" y="2652713"/>
          <p14:tracePt t="22963" x="2690813" y="3479800"/>
          <p14:tracePt t="22976" x="2465388" y="3854450"/>
          <p14:tracePt t="22992" x="2365375" y="4154488"/>
          <p14:tracePt t="23017" x="2403475" y="4505325"/>
          <p14:tracePt t="23048" x="2703513" y="4918075"/>
          <p14:tracePt t="23052" x="2854325" y="5068888"/>
          <p14:tracePt t="23079" x="3305175" y="5394325"/>
          <p14:tracePt t="23094" x="3328988" y="5407025"/>
          <p14:tracePt t="23096" x="3479800" y="5456238"/>
          <p14:tracePt t="23121" x="3492500" y="5468938"/>
          <p14:tracePt t="23794" x="3492500" y="5494338"/>
          <p14:tracePt t="23811" x="3492500" y="5507038"/>
          <p14:tracePt t="23997" x="3492500" y="5530850"/>
          <p14:tracePt t="24016" x="3541713" y="5543550"/>
          <p14:tracePt t="24033" x="3679825" y="5543550"/>
          <p14:tracePt t="24049" x="3856038" y="5594350"/>
          <p14:tracePt t="24070" x="4681538" y="5443538"/>
          <p14:tracePt t="24083" x="5595938" y="5181600"/>
          <p14:tracePt t="24101" x="6383338" y="4779963"/>
          <p14:tracePt t="24120" x="7510463" y="3841750"/>
          <p14:tracePt t="24136" x="8274050" y="2828925"/>
          <p14:tracePt t="24148" x="8386763" y="2678113"/>
          <p14:tracePt t="24167" x="8599488" y="2303463"/>
          <p14:tracePt t="24178" x="8599488" y="2239963"/>
          <p14:tracePt t="24193" x="8574088" y="2114550"/>
          <p14:tracePt t="24214" x="8412163" y="1952625"/>
          <p14:tracePt t="24234" x="7923213" y="1701800"/>
          <p14:tracePt t="24248" x="7561263" y="1576388"/>
          <p14:tracePt t="24267" x="7397750" y="1514475"/>
          <p14:tracePt t="24278" x="7197725" y="1514475"/>
          <p14:tracePt t="24280" x="6884988" y="1514475"/>
          <p14:tracePt t="24294" x="6646863" y="1514475"/>
          <p14:tracePt t="24314" x="5445125" y="1739900"/>
          <p14:tracePt t="24331" x="4756150" y="1865313"/>
          <p14:tracePt t="24343" x="4256088" y="1965325"/>
          <p14:tracePt t="24360" x="4043363" y="2039938"/>
          <p14:tracePt t="24374" x="4017963" y="2078038"/>
          <p14:tracePt t="24375" x="3968750" y="2127250"/>
          <p14:tracePt t="24389" x="3956050" y="2165350"/>
          <p14:tracePt t="24407" x="3956050" y="2252663"/>
          <p14:tracePt t="24431" x="3956050" y="2314575"/>
          <p14:tracePt t="24433" x="3956050" y="2365375"/>
          <p14:tracePt t="24445" x="4017963" y="2427288"/>
          <p14:tracePt t="24448" x="4081463" y="2478088"/>
          <p14:tracePt t="24466" x="4217988" y="2490788"/>
          <p14:tracePt t="24477" x="4268788" y="2490788"/>
          <p14:tracePt t="24480" x="4356100" y="2490788"/>
          <p14:tracePt t="24494" x="4481513" y="2427288"/>
          <p14:tracePt t="24496" x="4543425" y="2339975"/>
          <p14:tracePt t="24519" x="4906963" y="1978025"/>
          <p14:tracePt t="24549" x="5357813" y="1652588"/>
          <p14:tracePt t="24564" x="5570538" y="1489075"/>
          <p14:tracePt t="24577" x="5632450" y="1427163"/>
          <p14:tracePt t="24593" x="5657850" y="1401763"/>
          <p14:tracePt t="24669" x="5708650" y="1363663"/>
          <p14:tracePt t="24682" x="5821363" y="1301750"/>
          <p14:tracePt t="24697" x="5921375" y="1276350"/>
          <p14:tracePt t="24716" x="6034088" y="1263650"/>
          <p14:tracePt t="24734" x="6134100" y="1263650"/>
          <p14:tracePt t="24735" x="6183313" y="1250950"/>
          <p14:tracePt t="24749" x="6283325" y="1250950"/>
          <p14:tracePt t="24767" x="6596063" y="1250950"/>
          <p14:tracePt t="24780" x="6746875" y="1263650"/>
          <p14:tracePt t="24793" x="7034213" y="1339850"/>
          <p14:tracePt t="24816" x="7685088" y="1389063"/>
          <p14:tracePt t="24835" x="7874000" y="1389063"/>
          <p14:tracePt t="24849" x="8086725" y="1427163"/>
          <p14:tracePt t="24868" x="8161338" y="1427163"/>
          <p14:tracePt t="24881" x="8186738" y="1427163"/>
          <p14:tracePt t="25334" x="8186738" y="1439863"/>
          <p14:tracePt t="25346" x="8186738" y="1639888"/>
          <p14:tracePt t="25364" x="8161338" y="1865313"/>
          <p14:tracePt t="25376" x="8086725" y="2089150"/>
          <p14:tracePt t="25405" x="8035925" y="2201863"/>
          <p14:tracePt t="25423" x="8010525" y="2265363"/>
          <p14:tracePt t="25424" x="7986713" y="2303463"/>
          <p14:tracePt t="25456" x="7897813" y="2378075"/>
          <p14:tracePt t="25471" x="7835900" y="2390775"/>
          <p14:tracePt t="25486" x="7810500" y="2403475"/>
          <p14:tracePt t="25487" x="7797800" y="2403475"/>
          <p14:tracePt t="25502" x="7773988" y="2403475"/>
          <p14:tracePt t="25523" x="7685088" y="2403475"/>
          <p14:tracePt t="25537" x="7673975" y="2403475"/>
          <p14:tracePt t="25554" x="7635875" y="2365375"/>
          <p14:tracePt t="25572" x="7623175" y="2303463"/>
          <p14:tracePt t="25587" x="7610475" y="2214563"/>
          <p14:tracePt t="25602" x="7610475" y="2014538"/>
          <p14:tracePt t="25621" x="7610475" y="1827213"/>
          <p14:tracePt t="25652" x="7673975" y="1663700"/>
          <p14:tracePt t="25669" x="7761288" y="1589088"/>
          <p14:tracePt t="25685" x="7848600" y="1527175"/>
          <p14:tracePt t="25700" x="7948613" y="1476375"/>
          <p14:tracePt t="25725" x="8061325" y="1427163"/>
          <p14:tracePt t="25755" x="8223250" y="1350963"/>
          <p14:tracePt t="25771" x="8274050" y="1350963"/>
          <p14:tracePt t="25787" x="8361363" y="1314450"/>
          <p14:tracePt t="25803" x="8412163" y="1301750"/>
          <p14:tracePt t="25822" x="8537575" y="1263650"/>
          <p14:tracePt t="25824" x="8612188" y="1263650"/>
          <p14:tracePt t="25838" x="8661400" y="1263650"/>
          <p14:tracePt t="25839" x="8724900" y="1263650"/>
          <p14:tracePt t="25857" x="8837613" y="1289050"/>
          <p14:tracePt t="25872" x="8963025" y="1414463"/>
          <p14:tracePt t="25887" x="9075738" y="1501775"/>
          <p14:tracePt t="25904" x="9112250" y="1514475"/>
          <p14:tracePt t="25952" x="9124950" y="1514475"/>
          <p14:tracePt t="25984" x="9124950" y="1552575"/>
          <p14:tracePt t="25998" x="9124950" y="1589088"/>
          <p14:tracePt t="25999" x="9124950" y="1663700"/>
          <p14:tracePt t="26019" x="9088438" y="1701800"/>
          <p14:tracePt t="26037" x="9024938" y="1765300"/>
          <p14:tracePt t="26055" x="8874125" y="1839913"/>
          <p14:tracePt t="26056" x="8774113" y="1901825"/>
          <p14:tracePt t="26073" x="8637588" y="1939925"/>
          <p14:tracePt t="26091" x="8486775" y="1989138"/>
          <p14:tracePt t="26109" x="8286750" y="2014538"/>
          <p14:tracePt t="26137" x="8186738" y="2014538"/>
          <p14:tracePt t="26152" x="8048625" y="2014538"/>
          <p14:tracePt t="26170" x="7861300" y="1978025"/>
          <p14:tracePt t="26184" x="7773988" y="1939925"/>
          <p14:tracePt t="26199" x="7697788" y="1914525"/>
          <p14:tracePt t="26222" x="7685088" y="1914525"/>
          <p14:tracePt t="26237" x="7685088" y="1901825"/>
          <p14:tracePt t="26270" x="7685088" y="1876425"/>
          <p14:tracePt t="26271" x="7685088" y="1827213"/>
          <p14:tracePt t="26284" x="7685088" y="1765300"/>
          <p14:tracePt t="26301" x="7710488" y="1563688"/>
          <p14:tracePt t="26320" x="7848600" y="1350963"/>
          <p14:tracePt t="26340" x="7948613" y="1238250"/>
          <p14:tracePt t="26356" x="8023225" y="1114425"/>
          <p14:tracePt t="26373" x="8135938" y="1025525"/>
          <p14:tracePt t="26387" x="8248650" y="963613"/>
          <p14:tracePt t="26405" x="8348663" y="925513"/>
          <p14:tracePt t="26424" x="8499475" y="912813"/>
          <p14:tracePt t="26455" x="8674100" y="912813"/>
          <p14:tracePt t="26473" x="8786813" y="938213"/>
          <p14:tracePt t="26491" x="8963025" y="989013"/>
          <p14:tracePt t="26507" x="9024938" y="1025525"/>
          <p14:tracePt t="26512" x="9024938" y="1050925"/>
          <p14:tracePt t="26525" x="9050338" y="1050925"/>
          <p14:tracePt t="26540" x="9088438" y="1089025"/>
          <p14:tracePt t="26556" x="9112250" y="1101725"/>
          <p14:tracePt t="26573" x="9137650" y="1125538"/>
          <p14:tracePt t="26587" x="9137650" y="1138238"/>
          <p14:tracePt t="26606" x="9137650" y="1163638"/>
          <p14:tracePt t="26607" x="9137650" y="1176338"/>
          <p14:tracePt t="26629" x="9137650" y="1201738"/>
          <p14:tracePt t="26656" x="9137650" y="1250950"/>
          <p14:tracePt t="26672" x="9063038" y="1314450"/>
          <p14:tracePt t="26688" x="8963025" y="1363663"/>
          <p14:tracePt t="26703" x="8912225" y="1401763"/>
          <p14:tracePt t="26704" x="8886825" y="1414463"/>
          <p14:tracePt t="26724" x="8850313" y="1414463"/>
          <p14:tracePt t="26742" x="8824913" y="1439863"/>
          <p14:tracePt t="26758" x="8750300" y="1439863"/>
          <p14:tracePt t="26761" x="8724900" y="1439863"/>
          <p14:tracePt t="26787" x="8599488" y="1439863"/>
          <p14:tracePt t="26804" x="8561388" y="1439863"/>
          <p14:tracePt t="26827" x="8548688" y="1439863"/>
          <p14:tracePt t="26970" x="8537575" y="1439863"/>
          <p14:tracePt t="26982" x="8537575" y="1414463"/>
          <p14:tracePt t="26998" x="8537575" y="1376363"/>
          <p14:tracePt t="27014" x="8537575" y="1350963"/>
          <p14:tracePt t="27016" x="8537575" y="1339850"/>
          <p14:tracePt t="27044" x="8537575" y="1327150"/>
          <p14:tracePt t="27058" x="8548688" y="1301750"/>
          <p14:tracePt t="27065" x="8548688" y="1276350"/>
          <p14:tracePt t="27090" x="8574088" y="1250950"/>
          <p14:tracePt t="27106" x="8574088" y="1238250"/>
          <p14:tracePt t="27398" x="8586788" y="1238250"/>
          <p14:tracePt t="27414" x="8624888" y="1238250"/>
          <p14:tracePt t="27434" x="8661400" y="1227138"/>
          <p14:tracePt t="27465" x="8699500" y="1214438"/>
          <p14:tracePt t="27521" x="8712200" y="1214438"/>
          <p14:tracePt t="27672" x="8724900" y="1214438"/>
          <p14:tracePt t="27719" x="8763000" y="1263650"/>
          <p14:tracePt t="27732" x="8763000" y="1276350"/>
          <p14:tracePt t="27746" x="8763000" y="1289050"/>
          <p14:tracePt t="27774" x="8786813" y="1314450"/>
          <p14:tracePt t="27788" x="8786813" y="1327150"/>
          <p14:tracePt t="27826" x="8799513" y="1339850"/>
          <p14:tracePt t="27839" x="8799513" y="1350963"/>
          <p14:tracePt t="28043" x="8799513" y="1363663"/>
          <p14:tracePt t="28072" x="8786813" y="1363663"/>
          <p14:tracePt t="28107" x="8774113" y="1363663"/>
          <p14:tracePt t="28138" x="8763000" y="1401763"/>
          <p14:tracePt t="28172" x="8763000" y="1414463"/>
          <p14:tracePt t="28185" x="8750300" y="1439863"/>
          <p14:tracePt t="28335" x="8750300" y="1450975"/>
          <p14:tracePt t="28402" x="8737600" y="1450975"/>
          <p14:tracePt t="28463" x="8724900" y="1450975"/>
          <p14:tracePt t="28528" x="8712200" y="1450975"/>
          <p14:tracePt t="28647" x="8699500" y="1463675"/>
          <p14:tracePt t="28661" x="8674100" y="1476375"/>
          <p14:tracePt t="28680" x="8637588" y="1501775"/>
          <p14:tracePt t="28692" x="8586788" y="1539875"/>
          <p14:tracePt t="28706" x="8448675" y="1601788"/>
          <p14:tracePt t="28730" x="8199438" y="1701800"/>
          <p14:tracePt t="28761" x="7323138" y="1839913"/>
          <p14:tracePt t="28777" x="6821488" y="1914525"/>
          <p14:tracePt t="28792" x="6672263" y="1914525"/>
          <p14:tracePt t="28804" x="6434138" y="1901825"/>
          <p14:tracePt t="28830" x="6346825" y="1876425"/>
          <p14:tracePt t="28832" x="6308725" y="1852613"/>
          <p14:tracePt t="28859" x="6296025" y="1814513"/>
          <p14:tracePt t="28879" x="6296025" y="1801813"/>
          <p14:tracePt t="28901" x="6296025" y="1776413"/>
          <p14:tracePt t="28918" x="6283325" y="1765300"/>
          <p14:tracePt t="28934" x="6283325" y="1752600"/>
          <p14:tracePt t="29113" x="6270625" y="1752600"/>
          <p14:tracePt t="29130" x="6208713" y="1752600"/>
          <p14:tracePt t="29148" x="6034088" y="1752600"/>
          <p14:tracePt t="29165" x="5770563" y="1752600"/>
          <p14:tracePt t="29183" x="5068888" y="1752600"/>
          <p14:tracePt t="29213" x="3717925" y="1639888"/>
          <p14:tracePt t="29237" x="2239963" y="1576388"/>
          <p14:tracePt t="29267" x="1127125" y="1527175"/>
          <p14:tracePt t="29287" x="914400" y="1563688"/>
          <p14:tracePt t="29303" x="814388" y="1589088"/>
          <p14:tracePt t="29321" x="776288" y="1614488"/>
          <p14:tracePt t="29336" x="750888" y="1639888"/>
          <p14:tracePt t="29369" x="701675" y="1727200"/>
          <p14:tracePt t="29397" x="638175" y="1752600"/>
          <p14:tracePt t="29414" x="550863" y="1776413"/>
          <p14:tracePt t="29437" x="500063" y="1776413"/>
          <p14:tracePt t="29451" x="488950" y="1776413"/>
          <p14:tracePt t="29630" x="563563" y="1776413"/>
          <p14:tracePt t="29632" x="576263" y="1789113"/>
          <p14:tracePt t="29646" x="612775" y="1789113"/>
          <p14:tracePt t="29662" x="688975" y="1827213"/>
          <p14:tracePt t="29663" x="763588" y="1827213"/>
          <p14:tracePt t="29687" x="876300" y="1839913"/>
          <p14:tracePt t="29687" x="963613" y="1839913"/>
          <p14:tracePt t="29704" x="1189038" y="1839913"/>
          <p14:tracePt t="29722" x="1501775" y="1839913"/>
          <p14:tracePt t="29736" x="1978025" y="1752600"/>
          <p14:tracePt t="29767" x="2928938" y="1614488"/>
          <p14:tracePt t="29785" x="3354388" y="1563688"/>
          <p14:tracePt t="29831" x="3692525" y="1489075"/>
          <p14:tracePt t="29847" x="4005263" y="1376363"/>
          <p14:tracePt t="29865" x="4168775" y="1276350"/>
          <p14:tracePt t="29884" x="4330700" y="1250950"/>
          <p14:tracePt t="29903" x="4430713" y="1238250"/>
          <p14:tracePt t="29904" x="4456113" y="1227138"/>
          <p14:tracePt t="29921" x="4518025" y="1227138"/>
          <p14:tracePt t="29937" x="4568825" y="1227138"/>
          <p14:tracePt t="29969" x="4681538" y="1214438"/>
          <p14:tracePt t="29988" x="4906963" y="1189038"/>
          <p14:tracePt t="30006" x="5145088" y="1189038"/>
          <p14:tracePt t="30009" x="5270500" y="1189038"/>
          <p14:tracePt t="30026" x="5407025" y="1189038"/>
          <p14:tracePt t="30039" x="5695950" y="1189038"/>
          <p14:tracePt t="30073" x="6321425" y="1227138"/>
          <p14:tracePt t="30100" x="6821488" y="1250950"/>
          <p14:tracePt t="30115" x="7134225" y="1250950"/>
          <p14:tracePt t="30142" x="7535863" y="1250950"/>
          <p14:tracePt t="30143" x="7635875" y="1238250"/>
          <p14:tracePt t="30172" x="7974013" y="1176338"/>
          <p14:tracePt t="30201" x="8299450" y="1163638"/>
          <p14:tracePt t="30215" x="8424863" y="1163638"/>
          <p14:tracePt t="30236" x="8561388" y="1163638"/>
          <p14:tracePt t="30266" x="8586788" y="1163638"/>
          <p14:tracePt t="31799" x="8586788" y="1150938"/>
          <p14:tracePt t="31848" x="8599488" y="1150938"/>
          <p14:tracePt t="31861" x="8599488" y="1138238"/>
          <p14:tracePt t="32348" x="8612188" y="1138238"/>
          <p14:tracePt t="32377" x="8624888" y="1138238"/>
          <p14:tracePt t="32576" x="8399463" y="1014413"/>
          <p14:tracePt t="32591" x="8274050" y="876300"/>
          <p14:tracePt t="32591" x="8235950" y="825500"/>
          <p14:tracePt t="32605" x="8099425" y="712788"/>
          <p14:tracePt t="32620" x="7735888" y="612775"/>
          <p14:tracePt t="32623" x="7335838" y="538163"/>
          <p14:tracePt t="32645" x="6370638" y="412750"/>
          <p14:tracePt t="32677" x="5006975" y="425450"/>
          <p14:tracePt t="32699" x="4217988" y="676275"/>
          <p14:tracePt t="32716" x="4030663" y="876300"/>
          <p14:tracePt t="32732" x="3943350" y="1050925"/>
          <p14:tracePt t="32748" x="3930650" y="1301750"/>
          <p14:tracePt t="32779" x="4056063" y="1701800"/>
          <p14:tracePt t="32798" x="4105275" y="1827213"/>
          <p14:tracePt t="32799" x="4105275" y="1852613"/>
          <p14:tracePt t="32816" x="4168775" y="1927225"/>
          <p14:tracePt t="32834" x="4181475" y="1989138"/>
          <p14:tracePt t="32848" x="4181475" y="2039938"/>
          <p14:tracePt t="32880" x="4181475" y="2139950"/>
          <p14:tracePt t="32895" x="4168775" y="2178050"/>
          <p14:tracePt t="32895" x="4143375" y="2190750"/>
          <p14:tracePt t="32911" x="3979863" y="2239963"/>
          <p14:tracePt t="32930" x="3867150" y="2265363"/>
          <p14:tracePt t="32953" x="3517900" y="2303463"/>
          <p14:tracePt t="32967" x="3492500" y="2303463"/>
          <p14:tracePt t="32988" x="3454400" y="2303463"/>
          <p14:tracePt t="33000" x="3417888" y="2303463"/>
          <p14:tracePt t="33014" x="3354388" y="2303463"/>
          <p14:tracePt t="33034" x="3167063" y="2252663"/>
          <p14:tracePt t="33057" x="2916238" y="2214563"/>
          <p14:tracePt t="33072" x="2841625" y="2190750"/>
          <p14:tracePt t="33093" x="2767013" y="2190750"/>
          <p14:tracePt t="33108" x="2703513" y="2152650"/>
          <p14:tracePt t="33125" x="2678113" y="2139950"/>
          <p14:tracePt t="33151" x="2541588" y="2089150"/>
          <p14:tracePt t="33152" x="2441575" y="2078038"/>
          <p14:tracePt t="33166" x="2328863" y="2065338"/>
          <p14:tracePt t="33185" x="2014538" y="2027238"/>
          <p14:tracePt t="33207" x="1865313" y="2027238"/>
          <p14:tracePt t="33225" x="1852613" y="2027238"/>
          <p14:tracePt t="33278" x="1827213" y="2014538"/>
          <p14:tracePt t="33291" x="1827213" y="1989138"/>
          <p14:tracePt t="33306" x="1827213" y="1952625"/>
          <p14:tracePt t="33318" x="1827213" y="1939925"/>
          <p14:tracePt t="33321" x="1827213" y="1901825"/>
          <p14:tracePt t="33345" x="1890713" y="1739900"/>
          <p14:tracePt t="33373" x="2052638" y="1563688"/>
          <p14:tracePt t="33388" x="2165350" y="1527175"/>
          <p14:tracePt t="33401" x="2339975" y="1427163"/>
          <p14:tracePt t="33417" x="2516188" y="1363663"/>
          <p14:tracePt t="33438" x="2728913" y="1289050"/>
          <p14:tracePt t="33441" x="2816225" y="1276350"/>
          <p14:tracePt t="33458" x="2979738" y="1276350"/>
          <p14:tracePt t="33475" x="3192463" y="1276350"/>
          <p14:tracePt t="33493" x="3292475" y="1276350"/>
          <p14:tracePt t="33511" x="3429000" y="1314450"/>
          <p14:tracePt t="33528" x="3667125" y="1376363"/>
          <p14:tracePt t="33544" x="3930650" y="1463675"/>
          <p14:tracePt t="33568" x="4168775" y="1589088"/>
          <p14:tracePt t="33585" x="4281488" y="1676400"/>
          <p14:tracePt t="33609" x="4406900" y="1789113"/>
          <p14:tracePt t="33624" x="4418013" y="1814513"/>
          <p14:tracePt t="33643" x="4418013" y="1827213"/>
          <p14:tracePt t="33667" x="4418013" y="1839913"/>
          <p14:tracePt t="33688" x="4418013" y="1889125"/>
          <p14:tracePt t="33710" x="4406900" y="1901825"/>
          <p14:tracePt t="33725" x="4394200" y="1927225"/>
          <p14:tracePt t="33752" x="4381500" y="1927225"/>
          <p14:tracePt t="33766" x="4381500" y="1952625"/>
          <p14:tracePt t="33785" x="4343400" y="1989138"/>
          <p14:tracePt t="33805" x="4330700" y="2001838"/>
          <p14:tracePt t="33817" x="4268788" y="2039938"/>
          <p14:tracePt t="33834" x="4205288" y="2065338"/>
          <p14:tracePt t="33849" x="4143375" y="2089150"/>
          <p14:tracePt t="33878" x="4056063" y="2127250"/>
          <p14:tracePt t="33899" x="4043363" y="2127250"/>
          <p14:tracePt t="33917" x="4005263" y="2127250"/>
          <p14:tracePt t="33935" x="3943350" y="2114550"/>
          <p14:tracePt t="33949" x="3930650" y="2101850"/>
          <p14:tracePt t="33982" x="3879850" y="2027238"/>
          <p14:tracePt t="34000" x="3867150" y="1989138"/>
          <p14:tracePt t="34016" x="3856038" y="1952625"/>
          <p14:tracePt t="34037" x="3843338" y="1939925"/>
          <p14:tracePt t="34050" x="3830638" y="1901825"/>
          <p14:tracePt t="34083" x="3830638" y="1865313"/>
          <p14:tracePt t="34121" x="3830638" y="1852613"/>
          <p14:tracePt t="34139" x="3830638" y="1839913"/>
          <p14:tracePt t="34340" x="3792538" y="1839913"/>
          <p14:tracePt t="34349" x="3743325" y="1839913"/>
          <p14:tracePt t="34378" x="3679825" y="1889125"/>
          <p14:tracePt t="34397" x="3667125" y="1927225"/>
          <p14:tracePt t="34425" x="3479800" y="1965325"/>
          <p14:tracePt t="34442" x="3279775" y="1965325"/>
          <p14:tracePt t="34459" x="3041650" y="1989138"/>
          <p14:tracePt t="34472" x="2841625" y="1989138"/>
          <p14:tracePt t="34492" x="2690813" y="1989138"/>
          <p14:tracePt t="34517" x="2478088" y="1989138"/>
          <p14:tracePt t="34532" x="2416175" y="1989138"/>
          <p14:tracePt t="34549" x="2403475" y="1989138"/>
          <p14:tracePt t="34580" x="2390775" y="1989138"/>
          <p14:tracePt t="34604" x="2339975" y="2014538"/>
          <p14:tracePt t="34622" x="2265363" y="2027238"/>
          <p14:tracePt t="34641" x="2165350" y="2027238"/>
          <p14:tracePt t="34658" x="2052638" y="2065338"/>
          <p14:tracePt t="34673" x="1990725" y="2078038"/>
          <p14:tracePt t="34699" x="1952625" y="2078038"/>
          <p14:tracePt t="34881" x="1927225" y="2078038"/>
          <p14:tracePt t="34929" x="1914525" y="2052638"/>
          <p14:tracePt t="34958" x="1914525" y="2027238"/>
          <p14:tracePt t="34972" x="1914525" y="1989138"/>
          <p14:tracePt t="34991" x="1914525" y="1965325"/>
          <p14:tracePt t="34992" x="1914525" y="1952625"/>
          <p14:tracePt t="35028" x="1927225" y="1927225"/>
          <p14:tracePt t="35102" x="1939925" y="1901825"/>
          <p14:tracePt t="35131" x="1939925" y="1876425"/>
          <p14:tracePt t="35159" x="1952625" y="1876425"/>
          <p14:tracePt t="35209" x="1952625" y="1865313"/>
          <p14:tracePt t="35275" x="1978025" y="1852613"/>
          <p14:tracePt t="35772" x="1978025" y="1839913"/>
          <p14:tracePt t="35820" x="1990725" y="1839913"/>
          <p14:tracePt t="35889" x="1990725" y="1827213"/>
          <p14:tracePt t="37946" x="1978025" y="1827213"/>
          <p14:tracePt t="37986" x="1978025" y="1839913"/>
          <p14:tracePt t="38217" x="1978025" y="1852613"/>
          <p14:tracePt t="39056" x="1978025" y="1839913"/>
          <p14:tracePt t="39990" x="2352675" y="1839913"/>
          <p14:tracePt t="40005" x="2465388" y="1889125"/>
          <p14:tracePt t="40019" x="2603500" y="1927225"/>
          <p14:tracePt t="40033" x="2816225" y="1952625"/>
          <p14:tracePt t="40053" x="3254375" y="2027238"/>
          <p14:tracePt t="40067" x="3643313" y="2089150"/>
          <p14:tracePt t="40084" x="3917950" y="2101850"/>
          <p14:tracePt t="40098" x="4043363" y="2127250"/>
          <p14:tracePt t="40119" x="4081463" y="2139950"/>
          <p14:tracePt t="40135" x="4130675" y="2152650"/>
          <p14:tracePt t="40156" x="4143375" y="2152650"/>
          <p14:tracePt t="40173" x="4156075" y="2178050"/>
          <p14:tracePt t="40191" x="4230688" y="2214563"/>
          <p14:tracePt t="40208" x="4281488" y="2227263"/>
          <p14:tracePt t="40221" x="4305300" y="2227263"/>
          <p14:tracePt t="40237" x="4343400" y="2252663"/>
          <p14:tracePt t="40255" x="4356100" y="2252663"/>
          <p14:tracePt t="40294" x="4381500" y="2265363"/>
          <p14:tracePt t="40313" x="4456113" y="2265363"/>
          <p14:tracePt t="40344" x="4581525" y="2303463"/>
          <p14:tracePt t="40363" x="4656138" y="2303463"/>
          <p14:tracePt t="40393" x="4794250" y="2303463"/>
          <p14:tracePt t="40409" x="4832350" y="2303463"/>
          <p14:tracePt t="40423" x="4856163" y="2303463"/>
          <p14:tracePt t="40438" x="4868863" y="2303463"/>
          <p14:tracePt t="40458" x="4894263" y="2303463"/>
          <p14:tracePt t="40476" x="4919663" y="2303463"/>
          <p14:tracePt t="40492" x="4945063" y="2303463"/>
          <p14:tracePt t="40513" x="4968875" y="2303463"/>
          <p14:tracePt t="40540" x="4981575" y="2290763"/>
          <p14:tracePt t="40574" x="4994275" y="2290763"/>
          <p14:tracePt t="40617" x="5006975" y="2290763"/>
          <p14:tracePt t="40659" x="5032375" y="2265363"/>
          <p14:tracePt t="40689" x="5057775" y="2239963"/>
          <p14:tracePt t="40706" x="5094288" y="2201863"/>
          <p14:tracePt t="40716" x="5106988" y="2152650"/>
          <p14:tracePt t="40744" x="5194300" y="2039938"/>
          <p14:tracePt t="40763" x="5245100" y="1978025"/>
          <p14:tracePt t="40793" x="5270500" y="1914525"/>
          <p14:tracePt t="40809" x="5270500" y="1889125"/>
          <p14:tracePt t="40823" x="5281613" y="1876425"/>
          <p14:tracePt t="40938" x="5294313" y="1876425"/>
          <p14:tracePt t="40959" x="5307013" y="1876425"/>
          <p14:tracePt t="40977" x="5307013" y="1889125"/>
          <p14:tracePt t="40991" x="5307013" y="1952625"/>
          <p14:tracePt t="41008" x="5307013" y="2001838"/>
          <p14:tracePt t="41022" x="5307013" y="2039938"/>
          <p14:tracePt t="41024" x="5307013" y="2065338"/>
          <p14:tracePt t="41042" x="5270500" y="2114550"/>
          <p14:tracePt t="41059" x="5232400" y="2165350"/>
          <p14:tracePt t="41072" x="5157788" y="2178050"/>
          <p14:tracePt t="41087" x="5119688" y="2178050"/>
          <p14:tracePt t="41107" x="4968875" y="2101850"/>
          <p14:tracePt t="41125" x="4843463" y="2052638"/>
          <p14:tracePt t="41142" x="4756150" y="2001838"/>
          <p14:tracePt t="41165" x="4694238" y="1889125"/>
          <p14:tracePt t="41182" x="4668838" y="1852613"/>
          <p14:tracePt t="41197" x="4656138" y="1827213"/>
          <p14:tracePt t="41201" x="4656138" y="1801813"/>
          <p14:tracePt t="41216" x="4656138" y="1765300"/>
          <p14:tracePt t="41244" x="4656138" y="1701800"/>
          <p14:tracePt t="41261" x="4681538" y="1639888"/>
          <p14:tracePt t="41263" x="4743450" y="1576388"/>
          <p14:tracePt t="41294" x="4868863" y="1439863"/>
          <p14:tracePt t="41298" x="4894263" y="1401763"/>
          <p14:tracePt t="41313" x="4981575" y="1314450"/>
          <p14:tracePt t="41325" x="5057775" y="1301750"/>
          <p14:tracePt t="41342" x="5157788" y="1250950"/>
          <p14:tracePt t="41368" x="5470525" y="1227138"/>
          <p14:tracePt t="41398" x="5719763" y="1227138"/>
          <p14:tracePt t="41414" x="5895975" y="1250950"/>
          <p14:tracePt t="41425" x="5983288" y="1289050"/>
          <p14:tracePt t="41442" x="6070600" y="1376363"/>
          <p14:tracePt t="41459" x="6170613" y="1450975"/>
          <p14:tracePt t="41474" x="6234113" y="1489075"/>
          <p14:tracePt t="41489" x="6259513" y="1539875"/>
          <p14:tracePt t="41509" x="6283325" y="1576388"/>
          <p14:tracePt t="41528" x="6296025" y="1627188"/>
          <p14:tracePt t="41545" x="6296025" y="1663700"/>
          <p14:tracePt t="41570" x="6296025" y="1714500"/>
          <p14:tracePt t="41602" x="6234113" y="1801813"/>
          <p14:tracePt t="41617" x="6221413" y="1814513"/>
          <p14:tracePt t="41645" x="6021388" y="1901825"/>
          <p14:tracePt t="41663" x="5970588" y="1914525"/>
          <p14:tracePt t="41665" x="5957888" y="1914525"/>
          <p14:tracePt t="41681" x="5883275" y="1939925"/>
          <p14:tracePt t="41698" x="5832475" y="1965325"/>
          <p14:tracePt t="41715" x="5732463" y="1989138"/>
          <p14:tracePt t="41749" x="5645150" y="1989138"/>
          <p14:tracePt t="41773" x="5545138" y="1989138"/>
          <p14:tracePt t="41788" x="5445125" y="1989138"/>
          <p14:tracePt t="41809" x="5294313" y="1989138"/>
          <p14:tracePt t="41829" x="5232400" y="1989138"/>
          <p14:tracePt t="41842" x="5157788" y="1989138"/>
          <p14:tracePt t="41861" x="5081588" y="1965325"/>
          <p14:tracePt t="41873" x="5019675" y="1952625"/>
          <p14:tracePt t="41888" x="4981575" y="1927225"/>
          <p14:tracePt t="41912" x="4945063" y="1901825"/>
          <p14:tracePt t="41939" x="4906963" y="1865313"/>
          <p14:tracePt t="41964" x="4906963" y="1852613"/>
          <p14:tracePt t="41992" x="4894263" y="1827213"/>
          <p14:tracePt t="42024" x="4894263" y="1789113"/>
          <p14:tracePt t="42040" x="4894263" y="1765300"/>
          <p14:tracePt t="42067" x="4881563" y="1714500"/>
          <p14:tracePt t="42097" x="4881563" y="1652588"/>
          <p14:tracePt t="42113" x="4868863" y="1639888"/>
          <p14:tracePt t="42126" x="4868863" y="1627188"/>
          <p14:tracePt t="42144" x="4868863" y="1601788"/>
          <p14:tracePt t="42163" x="4868863" y="1576388"/>
          <p14:tracePt t="42174" x="4881563" y="1563688"/>
          <p14:tracePt t="42176" x="4906963" y="1563688"/>
          <p14:tracePt t="42190" x="4932363" y="1552575"/>
          <p14:tracePt t="42209" x="4945063" y="1489075"/>
          <p14:tracePt t="42231" x="5006975" y="1439863"/>
          <p14:tracePt t="42247" x="5032375" y="1427163"/>
          <p14:tracePt t="42274" x="5068888" y="1401763"/>
          <p14:tracePt t="42289" x="5094288" y="1401763"/>
          <p14:tracePt t="42308" x="5145088" y="1389063"/>
          <p14:tracePt t="42328" x="5219700" y="1389063"/>
          <p14:tracePt t="42331" x="5232400" y="1363663"/>
          <p14:tracePt t="42347" x="5332413" y="1363663"/>
          <p14:tracePt t="42370" x="5470525" y="1363663"/>
          <p14:tracePt t="42384" x="5557838" y="1363663"/>
          <p14:tracePt t="42405" x="5619750" y="1376363"/>
          <p14:tracePt t="42419" x="5657850" y="1389063"/>
          <p14:tracePt t="42435" x="5670550" y="1401763"/>
          <p14:tracePt t="42454" x="5708650" y="1414463"/>
          <p14:tracePt t="42475" x="5757863" y="1450975"/>
          <p14:tracePt t="42490" x="5783263" y="1489075"/>
          <p14:tracePt t="42507" x="5808663" y="1501775"/>
          <p14:tracePt t="42522" x="5821363" y="1514475"/>
          <p14:tracePt t="42539" x="5845175" y="1539875"/>
          <p14:tracePt t="42556" x="5857875" y="1563688"/>
          <p14:tracePt t="42570" x="5870575" y="1576388"/>
          <p14:tracePt t="42601" x="5921375" y="1663700"/>
          <p14:tracePt t="42619" x="5921375" y="1727200"/>
          <p14:tracePt t="42638" x="5945188" y="1789113"/>
          <p14:tracePt t="42639" x="5957888" y="1814513"/>
          <p14:tracePt t="42656" x="5957888" y="1865313"/>
          <p14:tracePt t="42671" x="5957888" y="1901825"/>
          <p14:tracePt t="42672" x="5957888" y="1927225"/>
          <p14:tracePt t="42685" x="5957888" y="1939925"/>
          <p14:tracePt t="42704" x="5957888" y="1978025"/>
          <p14:tracePt t="42721" x="5957888" y="2014538"/>
          <p14:tracePt t="42738" x="5945188" y="2014538"/>
          <p14:tracePt t="42756" x="5895975" y="2052638"/>
          <p14:tracePt t="42779" x="5770563" y="2078038"/>
          <p14:tracePt t="42792" x="5632450" y="2078038"/>
          <p14:tracePt t="42809" x="5532438" y="2101850"/>
          <p14:tracePt t="42837" x="5457825" y="2101850"/>
          <p14:tracePt t="42856" x="5407025" y="2101850"/>
          <p14:tracePt t="42875" x="5332413" y="2101850"/>
          <p14:tracePt t="42890" x="5294313" y="2101850"/>
          <p14:tracePt t="42907" x="5270500" y="2101850"/>
          <p14:tracePt t="42922" x="5257800" y="2101850"/>
          <p14:tracePt t="42952" x="5245100" y="2101850"/>
          <p14:tracePt t="42977" x="5232400" y="2101850"/>
          <p14:tracePt t="43008" x="5219700" y="2078038"/>
          <p14:tracePt t="43029" x="5207000" y="2065338"/>
          <p14:tracePt t="43041" x="5207000" y="2052638"/>
          <p14:tracePt t="43074" x="5194300" y="2039938"/>
          <p14:tracePt t="43111" x="5181600" y="2001838"/>
          <p14:tracePt t="43128" x="5181600" y="1978025"/>
          <p14:tracePt t="43146" x="5181600" y="1965325"/>
          <p14:tracePt t="43163" x="5181600" y="1927225"/>
          <p14:tracePt t="43183" x="5181600" y="1901825"/>
          <p14:tracePt t="43183" x="5181600" y="1889125"/>
          <p14:tracePt t="43198" x="5181600" y="1876425"/>
          <p14:tracePt t="43199" x="5181600" y="1865313"/>
          <p14:tracePt t="43218" x="5181600" y="1839913"/>
          <p14:tracePt t="43231" x="5181600" y="1827213"/>
          <p14:tracePt t="43247" x="5181600" y="1814513"/>
          <p14:tracePt t="43248" x="5181600" y="1801813"/>
          <p14:tracePt t="43264" x="5181600" y="1789113"/>
          <p14:tracePt t="43331" x="5181600" y="1765300"/>
          <p14:tracePt t="43454" x="5181600" y="1752600"/>
          <p14:tracePt t="43495" x="5194300" y="1727200"/>
          <p14:tracePt t="43774" x="5219700" y="1727200"/>
          <p14:tracePt t="43802" x="5232400" y="1727200"/>
          <p14:tracePt t="43834" x="5232400" y="1701800"/>
          <p14:tracePt t="44027" x="5257800" y="1727200"/>
          <p14:tracePt t="44088" x="5281613" y="1727200"/>
          <p14:tracePt t="44103" x="5332413" y="1765300"/>
          <p14:tracePt t="44121" x="5470525" y="1827213"/>
          <p14:tracePt t="44135" x="5770563" y="1914525"/>
          <p14:tracePt t="44155" x="6045200" y="2052638"/>
          <p14:tracePt t="44175" x="6446838" y="2114550"/>
          <p14:tracePt t="44204" x="7272338" y="2165350"/>
          <p14:tracePt t="44219" x="7535863" y="2139950"/>
          <p14:tracePt t="44235" x="7673975" y="2139950"/>
          <p14:tracePt t="44250" x="7748588" y="2139950"/>
          <p14:tracePt t="44270" x="7797800" y="2127250"/>
          <p14:tracePt t="44327" x="7823200" y="2101850"/>
          <p14:tracePt t="44549" x="7835900" y="2101850"/>
          <p14:tracePt t="44586" x="7835900" y="2089150"/>
          <p14:tracePt t="44801" x="7861300" y="2078038"/>
          <p14:tracePt t="44856" x="7897813" y="2065338"/>
          <p14:tracePt t="44875" x="7948613" y="2065338"/>
          <p14:tracePt t="44905" x="7961313" y="2027238"/>
          <p14:tracePt t="44934" x="7986713" y="2014538"/>
          <p14:tracePt t="44951" x="7999413" y="2001838"/>
          <p14:tracePt t="44974" x="8010525" y="1978025"/>
          <p14:tracePt t="44976" x="8023225" y="1978025"/>
          <p14:tracePt t="45002" x="8035925" y="1965325"/>
          <p14:tracePt t="45035" x="8048625" y="1939925"/>
          <p14:tracePt t="45051" x="8061325" y="1914525"/>
          <p14:tracePt t="45397" x="8061325" y="1939925"/>
          <p14:tracePt t="45426" x="8061325" y="2001838"/>
          <p14:tracePt t="45437" x="8086725" y="2039938"/>
          <p14:tracePt t="45454" x="8135938" y="2065338"/>
          <p14:tracePt t="45478" x="8312150" y="2139950"/>
          <p14:tracePt t="45479" x="8399463" y="2165350"/>
          <p14:tracePt t="45507" x="8824913" y="2178050"/>
          <p14:tracePt t="45525" x="9063038" y="2201863"/>
          <p14:tracePt t="45537" x="9237663" y="2201863"/>
          <p14:tracePt t="45554" x="9312275" y="2201863"/>
          <p14:tracePt t="45577" x="9388475" y="2152650"/>
          <p14:tracePt t="45603" x="9413875" y="2114550"/>
          <p14:tracePt t="45621" x="9413875" y="2078038"/>
          <p14:tracePt t="45634" x="9401175" y="2027238"/>
          <p14:tracePt t="45650" x="9363075" y="2014538"/>
          <p14:tracePt t="45675" x="9350375" y="2001838"/>
          <p14:tracePt t="45703" x="9312275" y="1978025"/>
          <p14:tracePt t="45722" x="9237663" y="1978025"/>
          <p14:tracePt t="45750" x="9212263" y="1952625"/>
          <p14:tracePt t="45814" x="9199563" y="1978025"/>
          <p14:tracePt t="45837" x="9401175" y="2114550"/>
          <p14:tracePt t="45855" x="9988550" y="2227263"/>
          <p14:tracePt t="45879" x="10690225" y="2290763"/>
          <p14:tracePt t="45880" x="10902950" y="2303463"/>
          <p14:tracePt t="45914" x="11691938" y="2265363"/>
          <p14:tracePt t="45938" x="11741150" y="2227263"/>
          <p14:tracePt t="45958" x="11741150" y="2214563"/>
          <p14:tracePt t="45981" x="11741150" y="2190750"/>
          <p14:tracePt t="46011" x="11403013" y="1914525"/>
          <p14:tracePt t="46027" x="11215688" y="1827213"/>
          <p14:tracePt t="46043" x="10626725" y="1801813"/>
          <p14:tracePt t="46064" x="9363075" y="1801813"/>
          <p14:tracePt t="46083" x="8899525" y="1714500"/>
          <p14:tracePt t="46114" x="7697788" y="1752600"/>
          <p14:tracePt t="46129" x="6946900" y="1876425"/>
          <p14:tracePt t="46157" x="6221413" y="2101850"/>
          <p14:tracePt t="46176" x="5619750" y="2378075"/>
          <p14:tracePt t="46193" x="5157788" y="2565400"/>
          <p14:tracePt t="46207" x="5081588" y="2590800"/>
          <p14:tracePt t="46226" x="4481513" y="2828925"/>
          <p14:tracePt t="46238" x="4281488" y="2878138"/>
          <p14:tracePt t="46254" x="4068763" y="2941638"/>
          <p14:tracePt t="46276" x="3830638" y="3090863"/>
          <p14:tracePt t="46304" x="3654425" y="3241675"/>
          <p14:tracePt t="46320" x="3467100" y="3303588"/>
          <p14:tracePt t="46334" x="3392488" y="3354388"/>
          <p14:tracePt t="46350" x="3167063" y="3429000"/>
          <p14:tracePt t="46374" x="2916238" y="3503613"/>
          <p14:tracePt t="46376" x="2790825" y="3529013"/>
          <p14:tracePt t="46404" x="2541588" y="3541713"/>
          <p14:tracePt t="46423" x="2428875" y="3541713"/>
          <p14:tracePt t="46424" x="2352675" y="3541713"/>
          <p14:tracePt t="46437" x="2290763" y="3541713"/>
          <p14:tracePt t="46453" x="2203450" y="3541713"/>
          <p14:tracePt t="46474" x="2190750" y="3541713"/>
          <p14:tracePt t="46693" x="2203450" y="3490913"/>
          <p14:tracePt t="46704" x="2228850" y="3454400"/>
          <p14:tracePt t="46726" x="2252663" y="3429000"/>
          <p14:tracePt t="46727" x="2252663" y="3416300"/>
          <p14:tracePt t="46740" x="2252663" y="3403600"/>
          <p14:tracePt t="46753" x="2290763" y="3367088"/>
          <p14:tracePt t="46776" x="2316163" y="3354388"/>
          <p14:tracePt t="46807" x="2352675" y="3290888"/>
          <p14:tracePt t="46824" x="2390775" y="3241675"/>
          <p14:tracePt t="46839" x="2390775" y="3228975"/>
          <p14:tracePt t="46842" x="2403475" y="3216275"/>
          <p14:tracePt t="46854" x="2428875" y="3178175"/>
          <p14:tracePt t="46856" x="2441575" y="3178175"/>
          <p14:tracePt t="46881" x="2503488" y="3141663"/>
          <p14:tracePt t="46916" x="2554288" y="3128963"/>
          <p14:tracePt t="46945" x="2941638" y="3054350"/>
          <p14:tracePt t="47161" x="2967038" y="3065463"/>
          <p14:tracePt t="47179" x="3016250" y="3090863"/>
          <p14:tracePt t="47233" x="3016250" y="3078163"/>
          <p14:tracePt t="47263" x="3016250" y="3065463"/>
          <p14:tracePt t="47336" x="2979738" y="3054350"/>
          <p14:tracePt t="47367" x="2941638" y="3054350"/>
          <p14:tracePt t="47385" x="2928938" y="3041650"/>
          <p14:tracePt t="47415" x="2879725" y="3028950"/>
          <p14:tracePt t="47429" x="2867025" y="3028950"/>
          <p14:tracePt t="47444" x="2828925" y="3028950"/>
          <p14:tracePt t="47457" x="2816225" y="3016250"/>
          <p14:tracePt t="47480" x="2741613" y="3003550"/>
          <p14:tracePt t="47512" x="2565400" y="2990850"/>
          <p14:tracePt t="47529" x="2565400" y="2965450"/>
          <p14:tracePt t="47545" x="2478088" y="2965450"/>
          <p14:tracePt t="47560" x="2441575" y="2952750"/>
          <p14:tracePt t="47604" x="2416175" y="2941638"/>
          <p14:tracePt t="47619" x="2403475" y="2928938"/>
          <p14:tracePt t="47646" x="2403475" y="2916238"/>
          <p14:tracePt t="47660" x="2390775" y="2890838"/>
          <p14:tracePt t="47685" x="2390775" y="2878138"/>
          <p14:tracePt t="47697" x="2365375" y="2852738"/>
          <p14:tracePt t="47729" x="2365375" y="2828925"/>
          <p14:tracePt t="47742" x="2352675" y="2816225"/>
          <p14:tracePt t="47758" x="2328863" y="2803525"/>
          <p14:tracePt t="47761" x="2328863" y="2790825"/>
          <p14:tracePt t="47779" x="2328863" y="2740025"/>
          <p14:tracePt t="47810" x="2378075" y="2627313"/>
          <p14:tracePt t="47825" x="2390775" y="2590800"/>
          <p14:tracePt t="47836" x="2416175" y="2578100"/>
          <p14:tracePt t="47852" x="2452688" y="2527300"/>
          <p14:tracePt t="47869" x="2503488" y="2478088"/>
          <p14:tracePt t="47892" x="2603500" y="2390775"/>
          <p14:tracePt t="47906" x="2716213" y="2303463"/>
          <p14:tracePt t="47923" x="2790825" y="2265363"/>
          <p14:tracePt t="47937" x="2890838" y="2190750"/>
          <p14:tracePt t="47952" x="2967038" y="2152650"/>
          <p14:tracePt t="47975" x="3103563" y="2114550"/>
          <p14:tracePt t="47979" x="3241675" y="2078038"/>
          <p14:tracePt t="47994" x="3479800" y="2078038"/>
          <p14:tracePt t="48010" x="3956050" y="1978025"/>
          <p14:tracePt t="48025" x="4794250" y="1914525"/>
          <p14:tracePt t="48040" x="5245100" y="1876425"/>
          <p14:tracePt t="48041" x="5583238" y="1876425"/>
          <p14:tracePt t="48056" x="6434138" y="1876425"/>
          <p14:tracePt t="48075" x="6910388" y="1989138"/>
          <p14:tracePt t="48094" x="7372350" y="2014538"/>
          <p14:tracePt t="48095" x="7523163" y="2065338"/>
          <p14:tracePt t="48111" x="7673975" y="2152650"/>
          <p14:tracePt t="48127" x="7823200" y="2252663"/>
          <p14:tracePt t="48143" x="7923213" y="2327275"/>
          <p14:tracePt t="48158" x="7961313" y="2390775"/>
          <p14:tracePt t="48178" x="8035925" y="2540000"/>
          <p14:tracePt t="48194" x="8086725" y="2627313"/>
          <p14:tracePt t="48211" x="8174038" y="2703513"/>
          <p14:tracePt t="48226" x="8186738" y="2790825"/>
          <p14:tracePt t="48242" x="8186738" y="2903538"/>
          <p14:tracePt t="48256" x="8186738" y="3003550"/>
          <p14:tracePt t="48277" x="8186738" y="3054350"/>
          <p14:tracePt t="48294" x="8135938" y="3154363"/>
          <p14:tracePt t="48309" x="8061325" y="3216275"/>
          <p14:tracePt t="48325" x="7986713" y="3254375"/>
          <p14:tracePt t="48341" x="7961313" y="3254375"/>
          <p14:tracePt t="48352" x="7761288" y="3254375"/>
          <p14:tracePt t="48368" x="7535863" y="3254375"/>
          <p14:tracePt t="48391" x="7185025" y="3241675"/>
          <p14:tracePt t="48422" x="6672263" y="3078163"/>
          <p14:tracePt t="48448" x="5719763" y="2890838"/>
          <p14:tracePt t="48464" x="5419725" y="2803525"/>
          <p14:tracePt t="48486" x="5207000" y="2703513"/>
          <p14:tracePt t="48515" x="4819650" y="2403475"/>
          <p14:tracePt t="48531" x="4556125" y="2303463"/>
          <p14:tracePt t="48546" x="4406900" y="2190750"/>
          <p14:tracePt t="48560" x="4318000" y="2101850"/>
          <p14:tracePt t="48582" x="4294188" y="2039938"/>
          <p14:tracePt t="48597" x="4268788" y="1989138"/>
          <p14:tracePt t="48614" x="4256088" y="1927225"/>
          <p14:tracePt t="48615" x="4256088" y="1889125"/>
          <p14:tracePt t="48633" x="4243388" y="1852613"/>
          <p14:tracePt t="48647" x="4217988" y="1765300"/>
          <p14:tracePt t="48665" x="4217988" y="1701800"/>
          <p14:tracePt t="48689" x="4217988" y="1576388"/>
          <p14:tracePt t="48724" x="4217988" y="1427163"/>
          <p14:tracePt t="48742" x="4217988" y="1301750"/>
          <p14:tracePt t="48744" x="4243388" y="1238250"/>
          <p14:tracePt t="48760" x="4368800" y="1114425"/>
          <p14:tracePt t="48776" x="4406900" y="1076325"/>
          <p14:tracePt t="48791" x="4443413" y="1014413"/>
          <p14:tracePt t="48817" x="4481513" y="976313"/>
          <p14:tracePt t="48833" x="4630738" y="912813"/>
          <p14:tracePt t="48847" x="4832350" y="825500"/>
          <p14:tracePt t="48863" x="4906963" y="776288"/>
          <p14:tracePt t="48883" x="5157788" y="700088"/>
          <p14:tracePt t="48899" x="5257800" y="700088"/>
          <p14:tracePt t="48918" x="5445125" y="650875"/>
          <p14:tracePt t="48935" x="5619750" y="650875"/>
          <p14:tracePt t="48937" x="5670550" y="663575"/>
          <p14:tracePt t="48963" x="5957888" y="663575"/>
          <p14:tracePt t="48982" x="6034088" y="676275"/>
          <p14:tracePt t="48985" x="6121400" y="676275"/>
          <p14:tracePt t="49017" x="6434138" y="776288"/>
          <p14:tracePt t="49034" x="6596063" y="801688"/>
          <p14:tracePt t="49050" x="6708775" y="812800"/>
          <p14:tracePt t="49070" x="6834188" y="850900"/>
          <p14:tracePt t="49072" x="6859588" y="889000"/>
          <p14:tracePt t="49089" x="6934200" y="912813"/>
          <p14:tracePt t="49117" x="7146925" y="950913"/>
          <p14:tracePt t="49138" x="7259638" y="1001713"/>
          <p14:tracePt t="49172" x="7359650" y="1063625"/>
          <p14:tracePt t="49186" x="7410450" y="1101725"/>
          <p14:tracePt t="49214" x="7472363" y="1150938"/>
          <p14:tracePt t="49215" x="7485063" y="1189038"/>
          <p14:tracePt t="49231" x="7510463" y="1214438"/>
          <p14:tracePt t="49247" x="7585075" y="1389063"/>
          <p14:tracePt t="49262" x="7661275" y="1439863"/>
          <p14:tracePt t="49289" x="7761288" y="1701800"/>
          <p14:tracePt t="49316" x="7823200" y="1889125"/>
          <p14:tracePt t="49337" x="7861300" y="2078038"/>
          <p14:tracePt t="49364" x="7861300" y="2265363"/>
          <p14:tracePt t="49385" x="7861300" y="2414588"/>
          <p14:tracePt t="49399" x="7861300" y="2452688"/>
          <p14:tracePt t="49415" x="7835900" y="2565400"/>
          <p14:tracePt t="49438" x="7761288" y="2665413"/>
          <p14:tracePt t="49456" x="7673975" y="2803525"/>
          <p14:tracePt t="49477" x="7623175" y="2852738"/>
          <p14:tracePt t="49490" x="7572375" y="2890838"/>
          <p14:tracePt t="49521" x="7385050" y="3003550"/>
          <p14:tracePt t="49540" x="7272338" y="3028950"/>
          <p14:tracePt t="49560" x="7097713" y="3090863"/>
          <p14:tracePt t="49577" x="6910388" y="3128963"/>
          <p14:tracePt t="49594" x="6721475" y="3203575"/>
          <p14:tracePt t="49625" x="6521450" y="3303588"/>
          <p14:tracePt t="49640" x="6459538" y="3328988"/>
          <p14:tracePt t="49673" x="6359525" y="3328988"/>
          <p14:tracePt t="49692" x="6259513" y="3341688"/>
          <p14:tracePt t="49709" x="6121400" y="3354388"/>
          <p14:tracePt t="49725" x="6057900" y="3354388"/>
          <p14:tracePt t="49741" x="5995988" y="3378200"/>
          <p14:tracePt t="49768" x="5870575" y="3429000"/>
          <p14:tracePt t="49789" x="5821363" y="3441700"/>
          <p14:tracePt t="49805" x="5757863" y="3454400"/>
          <p14:tracePt t="49824" x="5657850" y="3490913"/>
          <p14:tracePt t="49842" x="5645150" y="3490913"/>
          <p14:tracePt t="49861" x="5583238" y="3503613"/>
          <p14:tracePt t="49877" x="5545138" y="3516313"/>
          <p14:tracePt t="49893" x="5507038" y="3541713"/>
          <p14:tracePt t="49922" x="5470525" y="3554413"/>
          <p14:tracePt t="49924" x="5470525" y="3567113"/>
          <p14:tracePt t="49943" x="5457825" y="3579813"/>
          <p14:tracePt t="49966" x="5432425" y="3590925"/>
          <p14:tracePt t="49985" x="5432425" y="3616325"/>
          <p14:tracePt t="50027" x="5432425" y="3629025"/>
          <p14:tracePt t="50041" x="5432425" y="3641725"/>
          <p14:tracePt t="50073" x="5432425" y="3654425"/>
          <p14:tracePt t="50091" x="5457825" y="3667125"/>
          <p14:tracePt t="50106" x="5470525" y="3692525"/>
          <p14:tracePt t="50147" x="5483225" y="3703638"/>
          <p14:tracePt t="50196" x="5495925" y="3729038"/>
          <p14:tracePt t="50225" x="5519738" y="3741738"/>
          <p14:tracePt t="50242" x="5545138" y="3754438"/>
          <p14:tracePt t="51397" x="5683250" y="3741738"/>
          <p14:tracePt t="51626" x="5583238" y="3792538"/>
          <p14:tracePt t="51640" x="5457825" y="3729038"/>
          <p14:tracePt t="51655" x="5332413" y="3703638"/>
          <p14:tracePt t="51671" x="5270500" y="3679825"/>
          <p14:tracePt t="51692" x="5157788" y="3679825"/>
          <p14:tracePt t="51721" x="4406900" y="3905250"/>
          <p14:tracePt t="51737" x="4243388" y="3992563"/>
          <p14:tracePt t="51748" x="4117975" y="4079875"/>
          <p14:tracePt t="51764" x="3830638" y="4305300"/>
          <p14:tracePt t="51790" x="3643313" y="4518025"/>
          <p14:tracePt t="51805" x="3579813" y="4705350"/>
          <p14:tracePt t="51822" x="3567113" y="4818063"/>
          <p14:tracePt t="51824" x="3567113" y="4868863"/>
          <p14:tracePt t="51844" x="3567113" y="4943475"/>
          <p14:tracePt t="51861" x="3605213" y="5018088"/>
          <p14:tracePt t="51890" x="3717925" y="5105400"/>
          <p14:tracePt t="51902" x="3743325" y="5118100"/>
          <p14:tracePt t="51903" x="3767138" y="5130800"/>
          <p14:tracePt t="51917" x="3792538" y="5168900"/>
          <p14:tracePt t="51921" x="3830638" y="5168900"/>
          <p14:tracePt t="51936" x="3992563" y="5181600"/>
          <p14:tracePt t="51949" x="4030663" y="5181600"/>
          <p14:tracePt t="51964" x="4105275" y="5181600"/>
          <p14:tracePt t="51980" x="4256088" y="5092700"/>
          <p14:tracePt t="52003" x="4430713" y="4868863"/>
          <p14:tracePt t="52020" x="4518025" y="4667250"/>
          <p14:tracePt t="52035" x="4581525" y="4405313"/>
          <p14:tracePt t="52049" x="4606925" y="4205288"/>
          <p14:tracePt t="52065" x="4606925" y="4054475"/>
          <p14:tracePt t="52090" x="4606925" y="3892550"/>
          <p14:tracePt t="52106" x="4543425" y="3803650"/>
          <p14:tracePt t="52122" x="4481513" y="3741738"/>
          <p14:tracePt t="52138" x="4430713" y="3679825"/>
          <p14:tracePt t="52154" x="4281488" y="3579813"/>
          <p14:tracePt t="52168" x="4217988" y="3490913"/>
          <p14:tracePt t="52188" x="4181475" y="3454400"/>
          <p14:tracePt t="52205" x="4130675" y="3429000"/>
          <p14:tracePt t="52223" x="4043363" y="3416300"/>
          <p14:tracePt t="52241" x="3956050" y="3416300"/>
          <p14:tracePt t="52274" x="3905250" y="3416300"/>
          <p14:tracePt t="52288" x="3892550" y="3416300"/>
          <p14:tracePt t="52304" x="3867150" y="3416300"/>
          <p14:tracePt t="52316" x="3856038" y="3429000"/>
          <p14:tracePt t="52332" x="3830638" y="3467100"/>
          <p14:tracePt t="52336" x="3830638" y="3479800"/>
          <p14:tracePt t="52348" x="3830638" y="3490913"/>
          <p14:tracePt t="52378" x="3817938" y="3516313"/>
          <p14:tracePt t="52396" x="3805238" y="3516313"/>
          <p14:tracePt t="52426" x="3805238" y="3554413"/>
          <p14:tracePt t="52441" x="3805238" y="3579813"/>
          <p14:tracePt t="52456" x="3792538" y="3603625"/>
          <p14:tracePt t="52576" x="3767138" y="3416300"/>
          <p14:tracePt t="52591" x="3756025" y="3278188"/>
          <p14:tracePt t="52607" x="3717925" y="3190875"/>
          <p14:tracePt t="52608" x="3717925" y="3141663"/>
          <p14:tracePt t="52622" x="3705225" y="3065463"/>
          <p14:tracePt t="52646" x="3679825" y="2978150"/>
          <p14:tracePt t="52647" x="3679825" y="2965450"/>
          <p14:tracePt t="52678" x="3667125" y="2916238"/>
          <p14:tracePt t="52705" x="3667125" y="2890838"/>
          <p14:tracePt t="52717" x="3654425" y="2878138"/>
          <p14:tracePt t="52736" x="3654425" y="2852738"/>
          <p14:tracePt t="52737" x="3654425" y="2840038"/>
          <p14:tracePt t="52779" x="3643313" y="2790825"/>
          <p14:tracePt t="52796" x="3643313" y="2778125"/>
          <p14:tracePt t="52825" x="3643313" y="2765425"/>
          <p14:tracePt t="52864" x="3654425" y="2740025"/>
          <p14:tracePt t="52883" x="3667125" y="2716213"/>
          <p14:tracePt t="52898" x="3767138" y="2665413"/>
          <p14:tracePt t="52927" x="3943350" y="2603500"/>
          <p14:tracePt t="52948" x="4068763" y="2540000"/>
          <p14:tracePt t="52953" x="4117975" y="2503488"/>
          <p14:tracePt t="52969" x="4181475" y="2490788"/>
          <p14:tracePt t="52970" x="4192588" y="2465388"/>
          <p14:tracePt t="52989" x="4243388" y="2452688"/>
          <p14:tracePt t="53002" x="4256088" y="2427288"/>
          <p14:tracePt t="53032" x="4268788" y="2427288"/>
          <p14:tracePt t="53283" x="4256088" y="2414588"/>
          <p14:tracePt t="53361" x="4243388" y="2427288"/>
          <p14:tracePt t="53393" x="4217988" y="2439988"/>
          <p14:tracePt t="53421" x="4205288" y="2452688"/>
          <p14:tracePt t="53457" x="4181475" y="2465388"/>
          <p14:tracePt t="53471" x="4168775" y="2490788"/>
          <p14:tracePt t="53491" x="4143375" y="2503488"/>
          <p14:tracePt t="53504" x="4130675" y="2503488"/>
          <p14:tracePt t="53532" x="4117975" y="2527300"/>
          <p14:tracePt t="53559" x="4092575" y="2540000"/>
          <p14:tracePt t="53573" x="4092575" y="2552700"/>
          <p14:tracePt t="53596" x="4056063" y="2578100"/>
          <p14:tracePt t="53626" x="4056063" y="2616200"/>
          <p14:tracePt t="53644" x="4056063" y="2640013"/>
          <p14:tracePt t="53676" x="4056063" y="2665413"/>
          <p14:tracePt t="53692" x="4030663" y="2678113"/>
          <p14:tracePt t="53720" x="4030663" y="2690813"/>
          <p14:tracePt t="53853" x="4030663" y="2703513"/>
          <p14:tracePt t="53901" x="4017963" y="2603500"/>
          <p14:tracePt t="53904" x="4005263" y="2565400"/>
          <p14:tracePt t="53929" x="3979863" y="2478088"/>
          <p14:tracePt t="53946" x="3979863" y="2452688"/>
          <p14:tracePt t="53960" x="3968750" y="2427288"/>
          <p14:tracePt t="53976" x="3968750" y="2403475"/>
          <p14:tracePt t="54003" x="3956050" y="2378075"/>
          <p14:tracePt t="54028" x="3956050" y="2365375"/>
          <p14:tracePt t="54276" x="3956050" y="2339975"/>
          <p14:tracePt t="54294" x="4005263" y="2290763"/>
          <p14:tracePt t="54311" x="4030663" y="2239963"/>
          <p14:tracePt t="54311" x="4043363" y="2239963"/>
          <p14:tracePt t="54328" x="4081463" y="2201863"/>
          <p14:tracePt t="54347" x="4130675" y="2152650"/>
          <p14:tracePt t="54360" x="4156075" y="2139950"/>
          <p14:tracePt t="54409" x="4181475" y="2114550"/>
          <p14:tracePt t="54424" x="4192588" y="2114550"/>
          <p14:tracePt t="54474" x="4205288" y="2114550"/>
          <p14:tracePt t="54526" x="4243388" y="2165350"/>
          <p14:tracePt t="54551" x="4330700" y="2178050"/>
          <p14:tracePt t="54552" x="4356100" y="2201863"/>
          <p14:tracePt t="54569" x="4443413" y="2265363"/>
          <p14:tracePt t="54584" x="4481513" y="2290763"/>
          <p14:tracePt t="54601" x="4518025" y="2314575"/>
          <p14:tracePt t="54612" x="4568825" y="2327275"/>
          <p14:tracePt t="54627" x="4656138" y="2365375"/>
          <p14:tracePt t="54646" x="4719638" y="2414588"/>
          <p14:tracePt t="54659" x="4768850" y="2465388"/>
          <p14:tracePt t="54676" x="4781550" y="2503488"/>
          <p14:tracePt t="54701" x="4856163" y="2578100"/>
          <p14:tracePt t="54728" x="4868863" y="2640013"/>
          <p14:tracePt t="54748" x="4868863" y="2652713"/>
          <p14:tracePt t="54855" x="4856163" y="2703513"/>
          <p14:tracePt t="54869" x="4819650" y="2716213"/>
          <p14:tracePt t="54888" x="4719638" y="2765425"/>
          <p14:tracePt t="54901" x="4681538" y="2778125"/>
          <p14:tracePt t="54918" x="4668838" y="2803525"/>
          <p14:tracePt t="54934" x="4606925" y="2840038"/>
          <p14:tracePt t="54936" x="4581525" y="2840038"/>
          <p14:tracePt t="54956" x="4556125" y="2852738"/>
          <p14:tracePt t="54970" x="4530725" y="2890838"/>
          <p14:tracePt t="54992" x="4468813" y="2952750"/>
          <p14:tracePt t="55005" x="4443413" y="2965450"/>
          <p14:tracePt t="55034" x="4406900" y="2990850"/>
          <p14:tracePt t="55235" x="4356100" y="2990850"/>
          <p14:tracePt t="55255" x="4330700" y="2990850"/>
          <p14:tracePt t="55256" x="4318000" y="2990850"/>
          <p14:tracePt t="55272" x="4305300" y="2990850"/>
          <p14:tracePt t="55287" x="4294188" y="2990850"/>
          <p14:tracePt t="55351" x="4156075" y="2990850"/>
          <p14:tracePt t="55366" x="4130675" y="2990850"/>
          <p14:tracePt t="55378" x="4117975" y="2990850"/>
          <p14:tracePt t="55384" x="4105275" y="2990850"/>
          <p14:tracePt t="55408" x="4081463" y="2990850"/>
          <p14:tracePt t="55491" x="4068763" y="2990850"/>
          <p14:tracePt t="55506" x="4056063" y="2965450"/>
          <p14:tracePt t="55535" x="4005263" y="2765425"/>
          <p14:tracePt t="55550" x="3992563" y="2690813"/>
          <p14:tracePt t="55565" x="3968750" y="2590800"/>
          <p14:tracePt t="55584" x="3968750" y="2439988"/>
          <p14:tracePt t="55604" x="3956050" y="2414588"/>
          <p14:tracePt t="55617" x="3956050" y="2403475"/>
          <p14:tracePt t="55647" x="3956050" y="2378075"/>
          <p14:tracePt t="55665" x="3956050" y="2365375"/>
          <p14:tracePt t="55708" x="3956050" y="2314575"/>
          <p14:tracePt t="55735" x="3956050" y="2290763"/>
          <p14:tracePt t="55754" x="3968750" y="2290763"/>
          <p14:tracePt t="55784" x="3968750" y="2278063"/>
          <p14:tracePt t="55809" x="3992563" y="2265363"/>
          <p14:tracePt t="55825" x="4030663" y="2252663"/>
          <p14:tracePt t="55843" x="4081463" y="2252663"/>
          <p14:tracePt t="55857" x="4168775" y="2252663"/>
          <p14:tracePt t="55872" x="4294188" y="2252663"/>
          <p14:tracePt t="55891" x="4381500" y="2252663"/>
          <p14:tracePt t="55908" x="4543425" y="2239963"/>
          <p14:tracePt t="55938" x="4794250" y="2239963"/>
          <p14:tracePt t="55953" x="4868863" y="2265363"/>
          <p14:tracePt t="55967" x="4968875" y="2265363"/>
          <p14:tracePt t="55967" x="5019675" y="2265363"/>
          <p14:tracePt t="55980" x="5045075" y="2265363"/>
          <p14:tracePt t="56004" x="5106988" y="2265363"/>
          <p14:tracePt t="56033" x="5207000" y="2339975"/>
          <p14:tracePt t="56049" x="5207000" y="2352675"/>
          <p14:tracePt t="56074" x="5232400" y="2390775"/>
          <p14:tracePt t="56089" x="5245100" y="2414588"/>
          <p14:tracePt t="56106" x="5257800" y="2414588"/>
          <p14:tracePt t="56133" x="5257800" y="2427288"/>
          <p14:tracePt t="56152" x="5270500" y="2439988"/>
          <p14:tracePt t="56170" x="5281613" y="2478088"/>
          <p14:tracePt t="56202" x="5319713" y="2565400"/>
          <p14:tracePt t="56226" x="5332413" y="2627313"/>
          <p14:tracePt t="56246" x="5357813" y="2678113"/>
          <p14:tracePt t="56267" x="5357813" y="2703513"/>
          <p14:tracePt t="56279" x="5357813" y="2728913"/>
          <p14:tracePt t="56280" x="5370513" y="2740025"/>
          <p14:tracePt t="56299" x="5370513" y="2752725"/>
          <p14:tracePt t="56310" x="5370513" y="2765425"/>
          <p14:tracePt t="56313" x="5370513" y="2778125"/>
          <p14:tracePt t="56340" x="5370513" y="2790825"/>
          <p14:tracePt t="56359" x="5370513" y="2816225"/>
          <p14:tracePt t="56413" x="5370513" y="2840038"/>
          <p14:tracePt t="56440" x="5357813" y="2878138"/>
          <p14:tracePt t="56458" x="5332413" y="2903538"/>
          <p14:tracePt t="56473" x="5294313" y="2928938"/>
          <p14:tracePt t="56490" x="5270500" y="2928938"/>
          <p14:tracePt t="56506" x="5232400" y="2952750"/>
          <p14:tracePt t="56532" x="5157788" y="2990850"/>
          <p14:tracePt t="56550" x="5132388" y="3003550"/>
          <p14:tracePt t="56570" x="5094288" y="3003550"/>
          <p14:tracePt t="56586" x="5057775" y="3016250"/>
          <p14:tracePt t="56602" x="5045075" y="3028950"/>
          <p14:tracePt t="56642" x="4981575" y="3078163"/>
          <p14:tracePt t="56660" x="4968875" y="3090863"/>
          <p14:tracePt t="56674" x="4932363" y="3116263"/>
          <p14:tracePt t="56691" x="4919663" y="3116263"/>
          <p14:tracePt t="56705" x="4906963" y="3128963"/>
          <p14:tracePt t="56735" x="4881563" y="3154363"/>
          <p14:tracePt t="56770" x="4856163" y="3178175"/>
          <p14:tracePt t="56802" x="4843463" y="3190875"/>
          <p14:tracePt t="56814" x="4843463" y="3203575"/>
          <p14:tracePt t="56842" x="4832350" y="3216275"/>
          <p14:tracePt t="56859" x="4794250" y="3216275"/>
          <p14:tracePt t="56874" x="4768850" y="3228975"/>
          <p14:tracePt t="56896" x="4732338" y="3241675"/>
          <p14:tracePt t="56907" x="4694238" y="3241675"/>
          <p14:tracePt t="56937" x="4556125" y="3254375"/>
          <p14:tracePt t="56955" x="4430713" y="3278188"/>
          <p14:tracePt t="56972" x="4294188" y="3290888"/>
          <p14:tracePt t="56988" x="4205288" y="3290888"/>
          <p14:tracePt t="57016" x="4105275" y="3290888"/>
          <p14:tracePt t="57031" x="4081463" y="3290888"/>
          <p14:tracePt t="57032" x="4068763" y="3290888"/>
          <p14:tracePt t="57050" x="4043363" y="3290888"/>
          <p14:tracePt t="57264" x="4092575" y="3303588"/>
          <p14:tracePt t="57276" x="4105275" y="3303588"/>
          <p14:tracePt t="57293" x="4217988" y="3303588"/>
          <p14:tracePt t="57307" x="4356100" y="3303588"/>
          <p14:tracePt t="57321" x="4518025" y="3278188"/>
          <p14:tracePt t="57337" x="4656138" y="3228975"/>
          <p14:tracePt t="57358" x="4806950" y="3165475"/>
          <p14:tracePt t="57392" x="4956175" y="3090863"/>
          <p14:tracePt t="57419" x="4981575" y="3065463"/>
          <p14:tracePt t="57432" x="4994275" y="3054350"/>
          <p14:tracePt t="57453" x="4994275" y="3028950"/>
          <p14:tracePt t="57470" x="4994275" y="3016250"/>
          <p14:tracePt t="57488" x="4994275" y="2990850"/>
          <p14:tracePt t="57517" x="4994275" y="2978150"/>
          <p14:tracePt t="57530" x="4994275" y="2952750"/>
          <p14:tracePt t="57565" x="4994275" y="2878138"/>
          <p14:tracePt t="57580" x="5006975" y="2865438"/>
          <p14:tracePt t="57595" x="5006975" y="2840038"/>
          <p14:tracePt t="57608" x="5019675" y="2816225"/>
          <p14:tracePt t="57635" x="5032375" y="2778125"/>
          <p14:tracePt t="57653" x="5045075" y="2765425"/>
          <p14:tracePt t="57672" x="5057775" y="2728913"/>
          <p14:tracePt t="57690" x="5057775" y="2716213"/>
          <p14:tracePt t="57717" x="5068888" y="2678113"/>
          <p14:tracePt t="57781" x="5081588" y="2652713"/>
          <p14:tracePt t="57863" x="5094288" y="2640013"/>
          <p14:tracePt t="57917" x="5132388" y="2652713"/>
          <p14:tracePt t="57941" x="5194300" y="2703513"/>
          <p14:tracePt t="60921" x="5194300" y="2716213"/>
          <p14:tracePt t="61020" x="5194300" y="2728913"/>
          <p14:tracePt t="61165" x="5194300" y="2740025"/>
          <p14:tracePt t="66416" x="5219700" y="2840038"/>
          <p14:tracePt t="66434" x="5319713" y="3003550"/>
          <p14:tracePt t="66462" x="5394325" y="3028950"/>
          <p14:tracePt t="66479" x="5407025" y="3028950"/>
          <p14:tracePt t="66807" x="5207000" y="2978150"/>
          <p14:tracePt t="66823" x="5170488" y="2952750"/>
          <p14:tracePt t="66844" x="5032375" y="2941638"/>
          <p14:tracePt t="66858" x="4894263" y="2941638"/>
          <p14:tracePt t="66876" x="4756150" y="3003550"/>
          <p14:tracePt t="66889" x="4606925" y="3165475"/>
          <p14:tracePt t="66918" x="4506913" y="3367088"/>
          <p14:tracePt t="66933" x="4418013" y="3679825"/>
          <p14:tracePt t="66948" x="4418013" y="3954463"/>
          <p14:tracePt t="66963" x="4456113" y="4292600"/>
          <p14:tracePt t="66983" x="4556125" y="4643438"/>
          <p14:tracePt t="66984" x="4630738" y="4792663"/>
          <p14:tracePt t="67012" x="4843463" y="5230813"/>
          <p14:tracePt t="67030" x="4945063" y="5468938"/>
          <p14:tracePt t="67032" x="5019675" y="5568950"/>
          <p14:tracePt t="67063" x="5170488" y="5868988"/>
          <p14:tracePt t="67080" x="5257800" y="5956300"/>
          <p14:tracePt t="67094" x="5294313" y="6007100"/>
          <p14:tracePt t="67095" x="5319713" y="6032500"/>
          <p14:tracePt t="67134" x="5332413" y="6045200"/>
          <p14:tracePt t="67175" x="5332413" y="6056313"/>
          <p14:tracePt t="67188" x="5307013" y="6056313"/>
          <p14:tracePt t="67215" x="5081588" y="5969000"/>
          <p14:tracePt t="67236" x="4981575" y="5894388"/>
          <p14:tracePt t="67262" x="4681538" y="5756275"/>
          <p14:tracePt t="67277" x="4468813" y="5643563"/>
          <p14:tracePt t="67291" x="4230688" y="5530850"/>
          <p14:tracePt t="67304" x="4068763" y="5418138"/>
          <p14:tracePt t="67323" x="3943350" y="5318125"/>
          <p14:tracePt t="67341" x="3892550" y="5281613"/>
          <p14:tracePt t="67357" x="3856038" y="5256213"/>
          <p14:tracePt t="67374" x="3843338" y="5230813"/>
          <p14:tracePt t="67390" x="3805238" y="5168900"/>
          <p14:tracePt t="67403" x="3805238" y="5118100"/>
          <p14:tracePt t="67439" x="3805238" y="5018088"/>
          <p14:tracePt t="67440" x="3805238" y="4981575"/>
          <p14:tracePt t="67468" x="3805238" y="4892675"/>
          <p14:tracePt t="67482" x="3867150" y="4792663"/>
          <p14:tracePt t="67494" x="3867150" y="4768850"/>
          <p14:tracePt t="67495" x="3917950" y="4718050"/>
          <p14:tracePt t="67509" x="3943350" y="4656138"/>
          <p14:tracePt t="67530" x="4105275" y="4492625"/>
          <p14:tracePt t="67546" x="4192588" y="4379913"/>
          <p14:tracePt t="67560" x="4330700" y="4217988"/>
          <p14:tracePt t="67579" x="4394200" y="4154488"/>
          <p14:tracePt t="67593" x="4506913" y="4029075"/>
          <p14:tracePt t="67607" x="4630738" y="3967163"/>
          <p14:tracePt t="67633" x="4732338" y="3916363"/>
          <p14:tracePt t="67645" x="4781550" y="3905250"/>
          <p14:tracePt t="67659" x="4806950" y="3892550"/>
          <p14:tracePt t="67678" x="4819650" y="3892550"/>
          <p14:tracePt t="67693" x="4856163" y="3879850"/>
          <p14:tracePt t="67706" x="4894263" y="3879850"/>
          <p14:tracePt t="67724" x="4981575" y="3879850"/>
          <p14:tracePt t="67742" x="5068888" y="3879850"/>
          <p14:tracePt t="67768" x="5106988" y="3879850"/>
          <p14:tracePt t="67891" x="5119688" y="3879850"/>
          <p14:tracePt t="67984" x="5081588" y="3892550"/>
          <p14:tracePt t="67996" x="5045075" y="3905250"/>
          <p14:tracePt t="68017" x="4968875" y="3992563"/>
          <p14:tracePt t="68034" x="4919663" y="4041775"/>
          <p14:tracePt t="68066" x="4732338" y="4318000"/>
          <p14:tracePt t="68083" x="4643438" y="4505325"/>
          <p14:tracePt t="68096" x="4606925" y="4592638"/>
          <p14:tracePt t="68111" x="4606925" y="4667250"/>
          <p14:tracePt t="68136" x="4594225" y="4743450"/>
          <p14:tracePt t="68137" x="4594225" y="4756150"/>
          <p14:tracePt t="68150" x="4581525" y="4768850"/>
          <p14:tracePt t="68152" x="4568825" y="4805363"/>
          <p14:tracePt t="68181" x="4568825" y="4843463"/>
          <p14:tracePt t="68193" x="4556125" y="4868863"/>
          <p14:tracePt t="68227" x="4543425" y="4905375"/>
          <p14:tracePt t="68245" x="4543425" y="4918075"/>
          <p14:tracePt t="68262" x="4530725" y="4956175"/>
          <p14:tracePt t="68278" x="4518025" y="5005388"/>
          <p14:tracePt t="68280" x="4518025" y="5030788"/>
          <p14:tracePt t="68293" x="4506913" y="5056188"/>
          <p14:tracePt t="68309" x="4506913" y="5081588"/>
          <p14:tracePt t="68330" x="4506913" y="5118100"/>
          <p14:tracePt t="68346" x="4506913" y="5143500"/>
          <p14:tracePt t="68360" x="4506913" y="5181600"/>
          <p14:tracePt t="68379" x="4568825" y="5218113"/>
          <p14:tracePt t="68393" x="4594225" y="5256213"/>
          <p14:tracePt t="68406" x="4630738" y="5281613"/>
          <p14:tracePt t="68407" x="4656138" y="5294313"/>
          <p14:tracePt t="68428" x="4768850" y="5343525"/>
          <p14:tracePt t="68447" x="4881563" y="5356225"/>
          <p14:tracePt t="68447" x="4968875" y="5381625"/>
          <p14:tracePt t="68462" x="5057775" y="5394325"/>
          <p14:tracePt t="68481" x="5270500" y="5418138"/>
          <p14:tracePt t="68494" x="5319713" y="5430838"/>
          <p14:tracePt t="68509" x="5370513" y="5430838"/>
          <p14:tracePt t="68528" x="5383213" y="5430838"/>
          <p14:tracePt t="68636" x="5394325" y="5430838"/>
          <p14:tracePt t="68662" x="5407025" y="5430838"/>
          <p14:tracePt t="68964" x="5383213" y="5430838"/>
          <p14:tracePt t="68980" x="5370513" y="5430838"/>
          <p14:tracePt t="68994" x="5345113" y="5430838"/>
          <p14:tracePt t="69009" x="5281613" y="5430838"/>
          <p14:tracePt t="69029" x="5194300" y="5430838"/>
          <p14:tracePt t="69050" x="5057775" y="5430838"/>
          <p14:tracePt t="69063" x="4956175" y="5407025"/>
          <p14:tracePt t="69083" x="4868863" y="5394325"/>
          <p14:tracePt t="69095" x="4719638" y="5368925"/>
          <p14:tracePt t="69111" x="4518025" y="5356225"/>
          <p14:tracePt t="69134" x="4406900" y="5330825"/>
          <p14:tracePt t="69151" x="4143375" y="5330825"/>
          <p14:tracePt t="69164" x="4056063" y="5318125"/>
          <p14:tracePt t="69168" x="3917950" y="5294313"/>
          <p14:tracePt t="69184" x="3817938" y="5294313"/>
          <p14:tracePt t="69196" x="3692525" y="5294313"/>
          <p14:tracePt t="69211" x="3492500" y="5294313"/>
          <p14:tracePt t="69230" x="3305175" y="5294313"/>
          <p14:tracePt t="69248" x="3228975" y="5294313"/>
          <p14:tracePt t="69261" x="3205163" y="5294313"/>
          <p14:tracePt t="69279" x="3179763" y="5294313"/>
          <p14:tracePt t="69280" x="3167063" y="5281613"/>
          <p14:tracePt t="69293" x="3154363" y="5268913"/>
          <p14:tracePt t="69324" x="3141663" y="5268913"/>
          <p14:tracePt t="69355" x="3128963" y="5256213"/>
          <p14:tracePt t="69369" x="3128963" y="5243513"/>
          <p14:tracePt t="69387" x="3128963" y="5218113"/>
          <p14:tracePt t="69397" x="3116263" y="5194300"/>
          <p14:tracePt t="69400" x="3116263" y="5168900"/>
          <p14:tracePt t="69413" x="3116263" y="5130800"/>
          <p14:tracePt t="69434" x="3067050" y="5018088"/>
          <p14:tracePt t="69454" x="3028950" y="4892675"/>
          <p14:tracePt t="69467" x="3016250" y="4818063"/>
          <p14:tracePt t="69485" x="3003550" y="4768850"/>
          <p14:tracePt t="69496" x="2992438" y="4705350"/>
          <p14:tracePt t="69509" x="2979738" y="4667250"/>
          <p14:tracePt t="69527" x="2979738" y="4579938"/>
          <p14:tracePt t="69545" x="2979738" y="4530725"/>
          <p14:tracePt t="69574" x="2954338" y="4430713"/>
          <p14:tracePt t="69576" x="2954338" y="4405313"/>
          <p14:tracePt t="69602" x="2941638" y="4367213"/>
          <p14:tracePt t="69613" x="2941638" y="4354513"/>
          <p14:tracePt t="69637" x="2941638" y="4330700"/>
          <p14:tracePt t="69662" x="2941638" y="4318000"/>
          <p14:tracePt t="69704" x="2941638" y="4305300"/>
          <p14:tracePt t="69774" x="2954338" y="4292600"/>
          <p14:tracePt t="70304" x="2967038" y="4279900"/>
          <p14:tracePt t="70316" x="2979738" y="4267200"/>
          <p14:tracePt t="70334" x="3028950" y="4267200"/>
          <p14:tracePt t="70381" x="3267075" y="4179888"/>
          <p14:tracePt t="70407" x="3429000" y="4154488"/>
          <p14:tracePt t="70424" x="3467100" y="4154488"/>
          <p14:tracePt t="70447" x="3517900" y="4154488"/>
          <p14:tracePt t="70650" x="3567113" y="4129088"/>
          <p14:tracePt t="70677" x="3630613" y="4117975"/>
          <p14:tracePt t="70694" x="3679825" y="4105275"/>
          <p14:tracePt t="70696" x="3717925" y="4105275"/>
          <p14:tracePt t="70735" x="3867150" y="4067175"/>
          <p14:tracePt t="70736" x="3879850" y="4054475"/>
          <p14:tracePt t="70769" x="3892550" y="4054475"/>
          <p14:tracePt t="72795" x="3905250" y="4054475"/>
          <p14:tracePt t="79375" x="3905250" y="4117975"/>
          <p14:tracePt t="79400" x="3905250" y="4167188"/>
          <p14:tracePt t="79423" x="3905250" y="4254500"/>
          <p14:tracePt t="79453" x="3905250" y="4318000"/>
          <p14:tracePt t="79466" x="3905250" y="4367213"/>
          <p14:tracePt t="79495" x="3892550" y="4418013"/>
          <p14:tracePt t="79512" x="3867150" y="4454525"/>
          <p14:tracePt t="79532" x="3867150" y="4479925"/>
          <p14:tracePt t="79548" x="3856038" y="4505325"/>
          <p14:tracePt t="79565" x="3856038" y="4530725"/>
          <p14:tracePt t="79592" x="3830638" y="4567238"/>
          <p14:tracePt t="79627" x="3817938" y="4579938"/>
          <p14:tracePt t="79643" x="3817938" y="4605338"/>
          <p14:tracePt t="79661" x="3792538" y="4618038"/>
          <p14:tracePt t="79674" x="3792538" y="4630738"/>
          <p14:tracePt t="79699" x="3779838" y="4630738"/>
          <p14:tracePt t="79716" x="3779838" y="4643438"/>
          <p14:tracePt t="79761" x="3767138" y="4656138"/>
          <p14:tracePt t="80456" x="3756025" y="4667250"/>
          <p14:tracePt t="83152" x="3756025" y="4679950"/>
          <p14:tracePt t="83165" x="3756025" y="4692650"/>
          <p14:tracePt t="83178" x="3756025" y="4718050"/>
          <p14:tracePt t="83207" x="3743325" y="4756150"/>
          <p14:tracePt t="83224" x="3705225" y="4818063"/>
          <p14:tracePt t="83241" x="3667125" y="4856163"/>
          <p14:tracePt t="83256" x="3630613" y="4868863"/>
          <p14:tracePt t="83276" x="3592513" y="4856163"/>
          <p14:tracePt t="83305" x="3579813" y="4843463"/>
          <p14:tracePt t="83511" x="3579813" y="4856163"/>
          <p14:tracePt t="83512" x="3579813" y="4879975"/>
          <p14:tracePt t="83529" x="3592513" y="4905375"/>
          <p14:tracePt t="83856" x="3617913" y="4905375"/>
          <p14:tracePt t="83881" x="3643313" y="4905375"/>
          <p14:tracePt t="83910" x="3679825" y="4918075"/>
          <p14:tracePt t="83912" x="3705225" y="4930775"/>
          <p14:tracePt t="83930" x="3717925" y="4943475"/>
          <p14:tracePt t="83961" x="3792538" y="4956175"/>
          <p14:tracePt t="83978" x="3843338" y="4968875"/>
          <p14:tracePt t="83993" x="3943350" y="5005388"/>
          <p14:tracePt t="84007" x="3992563" y="5043488"/>
          <p14:tracePt t="84007" x="4043363" y="5056188"/>
          <p14:tracePt t="84031" x="4105275" y="5081588"/>
          <p14:tracePt t="84032" x="4117975" y="5092700"/>
          <p14:tracePt t="84047" x="4156075" y="5105400"/>
          <p14:tracePt t="84071" x="4243388" y="5118100"/>
          <p14:tracePt t="84090" x="4294188" y="5118100"/>
          <p14:tracePt t="84107" x="4343400" y="5118100"/>
          <p14:tracePt t="84124" x="4394200" y="5118100"/>
          <p14:tracePt t="84139" x="4406900" y="5118100"/>
          <p14:tracePt t="84154" x="4430713" y="5118100"/>
          <p14:tracePt t="84173" x="4443413" y="5118100"/>
          <p14:tracePt t="84204" x="4456113" y="5118100"/>
          <p14:tracePt t="84220" x="4481513" y="5118100"/>
          <p14:tracePt t="84259" x="4506913" y="5105400"/>
          <p14:tracePt t="84273" x="4518025" y="5092700"/>
          <p14:tracePt t="84429" x="4530725" y="5081588"/>
          <p14:tracePt t="84460" x="4556125" y="5056188"/>
          <p14:tracePt t="84479" x="4568825" y="5043488"/>
          <p14:tracePt t="84508" x="4581525" y="5005388"/>
          <p14:tracePt t="84524" x="4594225" y="5005388"/>
          <p14:tracePt t="84539" x="4606925" y="5005388"/>
          <p14:tracePt t="84552" x="4643438" y="4981575"/>
          <p14:tracePt t="84576" x="4706938" y="4968875"/>
          <p14:tracePt t="84591" x="4768850" y="4956175"/>
          <p14:tracePt t="84608" x="4806950" y="4956175"/>
          <p14:tracePt t="84624" x="4881563" y="4930775"/>
          <p14:tracePt t="84639" x="4945063" y="4930775"/>
          <p14:tracePt t="84670" x="4981575" y="4918075"/>
          <p14:tracePt t="84681" x="5019675" y="4918075"/>
          <p14:tracePt t="84695" x="5045075" y="4918075"/>
          <p14:tracePt t="84695" x="5081588" y="4905375"/>
          <p14:tracePt t="84710" x="5132388" y="4905375"/>
          <p14:tracePt t="84733" x="5294313" y="4843463"/>
          <p14:tracePt t="84752" x="5445125" y="4779963"/>
          <p14:tracePt t="84771" x="5607050" y="4718050"/>
          <p14:tracePt t="84784" x="5732463" y="4679950"/>
          <p14:tracePt t="84810" x="5821363" y="4656138"/>
          <p14:tracePt t="84828" x="5895975" y="4656138"/>
          <p14:tracePt t="84845" x="5957888" y="4643438"/>
          <p14:tracePt t="84861" x="6021388" y="4618038"/>
          <p14:tracePt t="84881" x="6034088" y="4592638"/>
          <p14:tracePt t="84896" x="6045200" y="4592638"/>
          <p14:tracePt t="85107" x="6045200" y="4579938"/>
          <p14:tracePt t="85123" x="6045200" y="4554538"/>
          <p14:tracePt t="85138" x="6021388" y="4554538"/>
          <p14:tracePt t="85152" x="5995988" y="4554538"/>
          <p14:tracePt t="85189" x="5921375" y="4530725"/>
          <p14:tracePt t="85204" x="5883275" y="4518025"/>
          <p14:tracePt t="85221" x="5870575" y="4518025"/>
          <p14:tracePt t="85237" x="5857875" y="4518025"/>
          <p14:tracePt t="85252" x="5845175" y="4518025"/>
          <p14:tracePt t="85270" x="5845175" y="4505325"/>
          <p14:tracePt t="85313" x="5832475" y="4505325"/>
          <p14:tracePt t="89951" x="5821363" y="4492625"/>
          <p14:tracePt t="90038" x="5832475" y="4467225"/>
          <p14:tracePt t="90099" x="5845175" y="4467225"/>
          <p14:tracePt t="90124" x="5845175" y="4454525"/>
          <p14:tracePt t="90140" x="5857875" y="4454525"/>
          <p14:tracePt t="90185" x="5883275" y="4418013"/>
          <p14:tracePt t="90217" x="5895975" y="4405313"/>
          <p14:tracePt t="90491" x="5921375" y="4418013"/>
          <p14:tracePt t="90503" x="5957888" y="4430713"/>
          <p14:tracePt t="90519" x="5995988" y="4443413"/>
          <p14:tracePt t="90537" x="6034088" y="4467225"/>
          <p14:tracePt t="90553" x="6057900" y="4467225"/>
          <p14:tracePt t="90568" x="6096000" y="4479925"/>
          <p14:tracePt t="90589" x="6134100" y="4505325"/>
          <p14:tracePt t="90607" x="6208713" y="4518025"/>
          <p14:tracePt t="90622" x="6246813" y="4518025"/>
          <p14:tracePt t="90641" x="6308725" y="4554538"/>
          <p14:tracePt t="90654" x="6308725" y="4567238"/>
          <p14:tracePt t="90655" x="6321425" y="4567238"/>
          <p14:tracePt t="90672" x="6346825" y="4579938"/>
          <p14:tracePt t="90711" x="6383338" y="4579938"/>
          <p14:tracePt t="90725" x="6396038" y="4579938"/>
          <p14:tracePt t="90746" x="6408738" y="4579938"/>
          <p14:tracePt t="90757" x="6421438" y="4579938"/>
          <p14:tracePt t="90771" x="6434138" y="4579938"/>
          <p14:tracePt t="90793" x="6472238" y="4579938"/>
          <p14:tracePt t="90821" x="6534150" y="4592638"/>
          <p14:tracePt t="90840" x="6559550" y="4592638"/>
          <p14:tracePt t="90860" x="6584950" y="4592638"/>
          <p14:tracePt t="90874" x="6596063" y="4592638"/>
          <p14:tracePt t="90892" x="6621463" y="4592638"/>
          <p14:tracePt t="90897" x="6621463" y="4605338"/>
          <p14:tracePt t="90907" x="6646863" y="4618038"/>
          <p14:tracePt t="90923" x="6659563" y="4618038"/>
          <p14:tracePt t="90944" x="6696075" y="4618038"/>
          <p14:tracePt t="90955" x="6708775" y="4618038"/>
          <p14:tracePt t="90972" x="6759575" y="4630738"/>
          <p14:tracePt t="90993" x="6834188" y="4643438"/>
          <p14:tracePt t="91011" x="6921500" y="4643438"/>
          <p14:tracePt t="91024" x="6972300" y="4643438"/>
          <p14:tracePt t="91044" x="7010400" y="4667250"/>
          <p14:tracePt t="91057" x="7021513" y="4667250"/>
          <p14:tracePt t="91273" x="7034213" y="4679950"/>
          <p14:tracePt t="91308" x="7034213" y="4692650"/>
          <p14:tracePt t="91430" x="7034213" y="4705350"/>
          <p14:tracePt t="91456" x="7034213" y="4718050"/>
          <p14:tracePt t="91472" x="7021513" y="4730750"/>
          <p14:tracePt t="91508" x="7010400" y="4743450"/>
          <p14:tracePt t="91521" x="6997700" y="4768850"/>
          <p14:tracePt t="91538" x="6985000" y="4779963"/>
          <p14:tracePt t="91552" x="6972300" y="4805363"/>
          <p14:tracePt t="91569" x="6959600" y="4818063"/>
          <p14:tracePt t="91585" x="6946900" y="4830763"/>
          <p14:tracePt t="91609" x="6946900" y="4843463"/>
          <p14:tracePt t="91620" x="6934200" y="4856163"/>
          <p14:tracePt t="91662" x="6934200" y="4868863"/>
          <p14:tracePt t="91672" x="6921500" y="4892675"/>
          <p14:tracePt t="91720" x="6910388" y="4892675"/>
          <p14:tracePt t="91828" x="6897688" y="4918075"/>
          <p14:tracePt t="91911" x="6884988" y="4943475"/>
          <p14:tracePt t="91953" x="6859588" y="4956175"/>
          <p14:tracePt t="91980" x="6846888" y="4981575"/>
          <p14:tracePt t="91999" x="6821488" y="5005388"/>
          <p14:tracePt t="92029" x="6797675" y="5056188"/>
          <p14:tracePt t="92044" x="6772275" y="5092700"/>
          <p14:tracePt t="92057" x="6746875" y="5130800"/>
          <p14:tracePt t="92072" x="6734175" y="5156200"/>
          <p14:tracePt t="92110" x="6721475" y="5181600"/>
          <p14:tracePt t="92122" x="6696075" y="5205413"/>
          <p14:tracePt t="92138" x="6684963" y="5243513"/>
          <p14:tracePt t="92153" x="6672263" y="5256213"/>
          <p14:tracePt t="92169" x="6646863" y="5281613"/>
          <p14:tracePt t="92184" x="6621463" y="5318125"/>
          <p14:tracePt t="92207" x="6596063" y="5343525"/>
          <p14:tracePt t="92209" x="6584950" y="5356225"/>
          <p14:tracePt t="92238" x="6546850" y="5381625"/>
          <p14:tracePt t="92253" x="6521450" y="5407025"/>
          <p14:tracePt t="92283" x="6459538" y="5468938"/>
          <p14:tracePt t="92302" x="6434138" y="5481638"/>
          <p14:tracePt t="92331" x="6408738" y="5507038"/>
          <p14:tracePt t="92347" x="6396038" y="5530850"/>
          <p14:tracePt t="92362" x="6321425" y="5543550"/>
          <p14:tracePt t="92375" x="6270625" y="5543550"/>
          <p14:tracePt t="92377" x="6208713" y="5556250"/>
          <p14:tracePt t="92398" x="5970588" y="5594350"/>
          <p14:tracePt t="92412" x="5870575" y="5594350"/>
          <p14:tracePt t="92427" x="5683250" y="5619750"/>
          <p14:tracePt t="92443" x="5545138" y="5643563"/>
          <p14:tracePt t="92455" x="5457825" y="5643563"/>
          <p14:tracePt t="92469" x="5419725" y="5643563"/>
          <p14:tracePt t="92488" x="5357813" y="5643563"/>
          <p14:tracePt t="92508" x="5281613" y="5643563"/>
          <p14:tracePt t="92537" x="5132388" y="5643563"/>
          <p14:tracePt t="92564" x="4945063" y="5607050"/>
          <p14:tracePt t="92579" x="4743450" y="5530850"/>
          <p14:tracePt t="92600" x="4443413" y="5394325"/>
          <p14:tracePt t="92614" x="4418013" y="5381625"/>
          <p14:tracePt t="92630" x="4368800" y="5330825"/>
          <p14:tracePt t="92645" x="4343400" y="5305425"/>
          <p14:tracePt t="92659" x="4330700" y="5256213"/>
          <p14:tracePt t="92673" x="4330700" y="5168900"/>
          <p14:tracePt t="92698" x="4330700" y="5018088"/>
          <p14:tracePt t="92726" x="4330700" y="4879975"/>
          <p14:tracePt t="92743" x="4330700" y="4792663"/>
          <p14:tracePt t="92754" x="4368800" y="4718050"/>
          <p14:tracePt t="92770" x="4418013" y="4643438"/>
          <p14:tracePt t="92788" x="4468813" y="4579938"/>
          <p14:tracePt t="92809" x="4481513" y="4518025"/>
          <p14:tracePt t="92837" x="4518025" y="4467225"/>
          <p14:tracePt t="92865" x="4594225" y="4418013"/>
          <p14:tracePt t="92880" x="4630738" y="4379913"/>
          <p14:tracePt t="92896" x="4681538" y="4341813"/>
          <p14:tracePt t="92916" x="4743450" y="4318000"/>
          <p14:tracePt t="92932" x="4768850" y="4292600"/>
          <p14:tracePt t="92956" x="4894263" y="4292600"/>
          <p14:tracePt t="92971" x="5068888" y="4267200"/>
          <p14:tracePt t="92988" x="5245100" y="4267200"/>
          <p14:tracePt t="93002" x="5507038" y="4292600"/>
          <p14:tracePt t="93030" x="5883275" y="4318000"/>
          <p14:tracePt t="93045" x="6057900" y="4341813"/>
          <p14:tracePt t="93062" x="6270625" y="4430713"/>
          <p14:tracePt t="93075" x="6483350" y="4505325"/>
          <p14:tracePt t="93096" x="6759575" y="4618038"/>
          <p14:tracePt t="93111" x="6921500" y="4667250"/>
          <p14:tracePt t="93138" x="6997700" y="4730750"/>
          <p14:tracePt t="93166" x="7146925" y="4879975"/>
          <p14:tracePt t="93167" x="7223125" y="4956175"/>
          <p14:tracePt t="93185" x="7348538" y="5143500"/>
          <p14:tracePt t="93208" x="7459663" y="5305425"/>
          <p14:tracePt t="93236" x="7535863" y="5430838"/>
          <p14:tracePt t="93254" x="7585075" y="5494338"/>
          <p14:tracePt t="93257" x="7585075" y="5556250"/>
          <p14:tracePt t="93286" x="7623175" y="5630863"/>
          <p14:tracePt t="93306" x="7623175" y="5668963"/>
          <p14:tracePt t="93334" x="7623175" y="5707063"/>
          <p14:tracePt t="93350" x="7648575" y="5743575"/>
          <p14:tracePt t="93365" x="7673975" y="5756275"/>
          <p14:tracePt t="93449" x="7673975" y="5656263"/>
          <p14:tracePt t="93461" x="7723188" y="5568950"/>
          <p14:tracePt t="93473" x="7773988" y="5407025"/>
          <p14:tracePt t="93493" x="7797800" y="5281613"/>
          <p14:tracePt t="93516" x="7874000" y="4892675"/>
          <p14:tracePt t="93530" x="7874000" y="4543425"/>
          <p14:tracePt t="93548" x="7874000" y="4467225"/>
          <p14:tracePt t="93964" x="7897813" y="4479925"/>
          <p14:tracePt t="93977" x="7897813" y="4492625"/>
          <p14:tracePt t="94008" x="7897813" y="4505325"/>
          <p14:tracePt t="94034" x="7910513" y="4679950"/>
          <p14:tracePt t="94050" x="7897813" y="4818063"/>
          <p14:tracePt t="94066" x="7886700" y="4843463"/>
          <p14:tracePt t="94136" x="7735888" y="4905375"/>
          <p14:tracePt t="94156" x="7623175" y="4918075"/>
          <p14:tracePt t="94185" x="7285038" y="5043488"/>
          <p14:tracePt t="94201" x="7123113" y="5092700"/>
          <p14:tracePt t="94216" x="6959600" y="5130800"/>
          <p14:tracePt t="94229" x="6872288" y="5156200"/>
          <p14:tracePt t="94250" x="6696075" y="5205413"/>
          <p14:tracePt t="94266" x="6608763" y="5205413"/>
          <p14:tracePt t="94282" x="6546850" y="5205413"/>
          <p14:tracePt t="94297" x="6483350" y="5205413"/>
          <p14:tracePt t="94311" x="6396038" y="5168900"/>
          <p14:tracePt t="94335" x="6146800" y="5092700"/>
          <p14:tracePt t="94360" x="6008688" y="5043488"/>
          <p14:tracePt t="94391" x="5983288" y="5018088"/>
          <p14:tracePt t="94408" x="5957888" y="4968875"/>
          <p14:tracePt t="94438" x="5932488" y="4879975"/>
          <p14:tracePt t="94454" x="5921375" y="4768850"/>
          <p14:tracePt t="94457" x="5883275" y="4692650"/>
          <p14:tracePt t="94486" x="5857875" y="4518025"/>
          <p14:tracePt t="94509" x="5845175" y="4379913"/>
          <p14:tracePt t="94526" x="5845175" y="4279900"/>
          <p14:tracePt t="94544" x="5845175" y="4192588"/>
          <p14:tracePt t="94569" x="5845175" y="4117975"/>
          <p14:tracePt t="94586" x="5845175" y="4105275"/>
          <p14:tracePt t="94603" x="5845175" y="4092575"/>
          <p14:tracePt t="94636" x="5845175" y="4079875"/>
          <p14:tracePt t="94691" x="5845175" y="4041775"/>
          <p14:tracePt t="94715" x="5845175" y="3992563"/>
          <p14:tracePt t="94731" x="5845175" y="3979863"/>
          <p14:tracePt t="94748" x="5870575" y="3954463"/>
          <p14:tracePt t="94803" x="5883275" y="3941763"/>
          <p14:tracePt t="94817" x="5895975" y="3941763"/>
          <p14:tracePt t="94851" x="5908675" y="3929063"/>
          <p14:tracePt t="94864" x="5921375" y="3929063"/>
          <p14:tracePt t="94879" x="5945188" y="3916363"/>
          <p14:tracePt t="94898" x="5970588" y="3905250"/>
          <p14:tracePt t="94917" x="5995988" y="3879850"/>
          <p14:tracePt t="94930" x="6034088" y="3841750"/>
          <p14:tracePt t="94950" x="6070600" y="3816350"/>
          <p14:tracePt t="94967" x="6146800" y="3767138"/>
          <p14:tracePt t="94983" x="6157913" y="3754438"/>
          <p14:tracePt t="95001" x="6221413" y="3729038"/>
          <p14:tracePt t="95015" x="6321425" y="3716338"/>
          <p14:tracePt t="95030" x="6421438" y="3679825"/>
          <p14:tracePt t="95058" x="6483350" y="3654425"/>
          <p14:tracePt t="95073" x="6521450" y="3654425"/>
          <p14:tracePt t="95089" x="6559550" y="3654425"/>
          <p14:tracePt t="95103" x="6659563" y="3654425"/>
          <p14:tracePt t="95116" x="6696075" y="3654425"/>
          <p14:tracePt t="95132" x="6746875" y="3654425"/>
          <p14:tracePt t="95152" x="6846888" y="3654425"/>
          <p14:tracePt t="95165" x="6884988" y="3654425"/>
          <p14:tracePt t="95182" x="6921500" y="3654425"/>
          <p14:tracePt t="95200" x="6959600" y="3654425"/>
          <p14:tracePt t="95217" x="6985000" y="3654425"/>
          <p14:tracePt t="95232" x="7010400" y="3667125"/>
          <p14:tracePt t="95250" x="7021513" y="3667125"/>
          <p14:tracePt t="95281" x="7046913" y="3667125"/>
          <p14:tracePt t="95301" x="7059613" y="3667125"/>
          <p14:tracePt t="95317" x="7072313" y="3667125"/>
          <p14:tracePt t="95332" x="7097713" y="3667125"/>
          <p14:tracePt t="95351" x="7110413" y="3667125"/>
          <p14:tracePt t="95370" x="7123113" y="3667125"/>
          <p14:tracePt t="95403" x="7134225" y="3667125"/>
          <p14:tracePt t="95415" x="7172325" y="3667125"/>
          <p14:tracePt t="95431" x="7172325" y="3679825"/>
          <p14:tracePt t="95431" x="7185025" y="3692525"/>
          <p14:tracePt t="95451" x="7210425" y="3716338"/>
          <p14:tracePt t="95473" x="7246938" y="3767138"/>
          <p14:tracePt t="95489" x="7272338" y="3792538"/>
          <p14:tracePt t="95507" x="7297738" y="3854450"/>
          <p14:tracePt t="95519" x="7297738" y="3879850"/>
          <p14:tracePt t="95534" x="7310438" y="3905250"/>
          <p14:tracePt t="95553" x="7335838" y="3967163"/>
          <p14:tracePt t="95566" x="7348538" y="3979863"/>
          <p14:tracePt t="95582" x="7348538" y="3992563"/>
          <p14:tracePt t="95602" x="7359650" y="4005263"/>
          <p14:tracePt t="95632" x="7359650" y="4017963"/>
          <p14:tracePt t="95665" x="7372350" y="4017963"/>
          <p14:tracePt t="96181" x="7385050" y="4017963"/>
          <p14:tracePt t="96196" x="7385050" y="3992563"/>
          <p14:tracePt t="96212" x="7385050" y="3967163"/>
          <p14:tracePt t="96224" x="7410450" y="3954463"/>
          <p14:tracePt t="96236" x="7410450" y="3941763"/>
          <p14:tracePt t="96276" x="7423150" y="3929063"/>
          <p14:tracePt t="102917" x="7435850" y="3941763"/>
          <p14:tracePt t="102927" x="7448550" y="4005263"/>
          <p14:tracePt t="102940" x="7459663" y="4029075"/>
          <p14:tracePt t="102956" x="7472363" y="4054475"/>
          <p14:tracePt t="102976" x="7485063" y="4092575"/>
          <p14:tracePt t="102993" x="7510463" y="4129088"/>
          <p14:tracePt t="103037" x="7523163" y="4167188"/>
          <p14:tracePt t="103051" x="7535863" y="4192588"/>
          <p14:tracePt t="103069" x="7561263" y="4217988"/>
          <p14:tracePt t="103085" x="7585075" y="4279900"/>
          <p14:tracePt t="103103" x="7635875" y="4318000"/>
          <p14:tracePt t="103119" x="7648575" y="4330700"/>
          <p14:tracePt t="103120" x="7648575" y="4341813"/>
          <p14:tracePt t="103135" x="7661275" y="4354513"/>
          <p14:tracePt t="103165" x="7673975" y="4367213"/>
          <p14:tracePt t="104802" x="7697788" y="4367213"/>
          <p14:tracePt t="104817" x="7710488" y="4367213"/>
          <p14:tracePt t="104839" x="7748588" y="4367213"/>
          <p14:tracePt t="104870" x="7810500" y="4367213"/>
          <p14:tracePt t="104872" x="7835900" y="4367213"/>
          <p14:tracePt t="104898" x="7923213" y="4367213"/>
          <p14:tracePt t="104910" x="7948613" y="4367213"/>
          <p14:tracePt t="104913" x="7999413" y="4367213"/>
          <p14:tracePt t="104925" x="8061325" y="4367213"/>
          <p14:tracePt t="104940" x="8135938" y="4367213"/>
          <p14:tracePt t="104955" x="8199438" y="4367213"/>
          <p14:tracePt t="104973" x="8299450" y="4367213"/>
          <p14:tracePt t="104996" x="8474075" y="4354513"/>
          <p14:tracePt t="105008" x="8586788" y="4354513"/>
          <p14:tracePt t="105034" x="8750300" y="4379913"/>
          <p14:tracePt t="105064" x="8874125" y="4418013"/>
          <p14:tracePt t="105065" x="8924925" y="4418013"/>
          <p14:tracePt t="105080" x="8975725" y="4418013"/>
          <p14:tracePt t="105106" x="8986838" y="4418013"/>
          <p14:tracePt t="105123" x="8999538" y="4418013"/>
          <p14:tracePt t="105143" x="9012238" y="4418013"/>
          <p14:tracePt t="105568" x="9024938" y="4418013"/>
          <p14:tracePt t="105595" x="9012238" y="4418013"/>
          <p14:tracePt t="105607" x="8999538" y="4418013"/>
          <p14:tracePt t="105625" x="8975725" y="4418013"/>
          <p14:tracePt t="105643" x="8950325" y="4418013"/>
          <p14:tracePt t="105672" x="8912225" y="4418013"/>
          <p14:tracePt t="105698" x="8863013" y="4418013"/>
          <p14:tracePt t="105711" x="8850313" y="4418013"/>
          <p14:tracePt t="105730" x="8824913" y="4418013"/>
          <p14:tracePt t="105797" x="8812213" y="4418013"/>
          <p14:tracePt t="105846" x="8799513" y="4418013"/>
          <p14:tracePt t="105858" x="8774113" y="4418013"/>
          <p14:tracePt t="105874" x="8750300" y="4418013"/>
          <p14:tracePt t="105888" x="8737600" y="4405313"/>
          <p14:tracePt t="105919" x="8724900" y="4405313"/>
          <p14:tracePt t="105920" x="8712200" y="4392613"/>
          <p14:tracePt t="105937" x="8674100" y="4392613"/>
          <p14:tracePt t="105966" x="8637588" y="4367213"/>
          <p14:tracePt t="105983" x="8512175" y="4341813"/>
          <p14:tracePt t="105997" x="8512175" y="4330700"/>
          <p14:tracePt t="106009" x="8499475" y="4330700"/>
          <p14:tracePt t="106034" x="8461375" y="4318000"/>
          <p14:tracePt t="106079" x="8448675" y="4318000"/>
          <p14:tracePt t="106118" x="8448675" y="4305300"/>
          <p14:tracePt t="106348" x="8435975" y="4292600"/>
          <p14:tracePt t="106681" x="8435975" y="4279900"/>
          <p14:tracePt t="106692" x="8435975" y="4267200"/>
          <p14:tracePt t="106721" x="8435975" y="4230688"/>
          <p14:tracePt t="106767" x="8435975" y="4205288"/>
          <p14:tracePt t="106768" x="8435975" y="4192588"/>
          <p14:tracePt t="106798" x="8435975" y="4179888"/>
          <p14:tracePt t="106812" x="8435975" y="4167188"/>
          <p14:tracePt t="106841" x="8435975" y="4154488"/>
          <p14:tracePt t="106883" x="8435975" y="4141788"/>
          <p14:tracePt t="106917" x="8435975" y="4129088"/>
          <p14:tracePt t="107040" x="8435975" y="4117975"/>
          <p14:tracePt t="107075" x="8435975" y="4105275"/>
          <p14:tracePt t="107102" x="8435975" y="4092575"/>
          <p14:tracePt t="107116" x="8435975" y="4079875"/>
          <p14:tracePt t="107140" x="8448675" y="4079875"/>
          <p14:tracePt t="107168" x="8448675" y="4054475"/>
          <p14:tracePt t="107221" x="8448675" y="4041775"/>
          <p14:tracePt t="107235" x="8448675" y="4017963"/>
          <p14:tracePt t="107290" x="8448675" y="3979863"/>
          <p14:tracePt t="107381" x="8448675" y="3967163"/>
          <p14:tracePt t="107414" x="8448675" y="3941763"/>
          <p14:tracePt t="107449" x="8448675" y="3929063"/>
          <p14:tracePt t="107462" x="8448675" y="3905250"/>
          <p14:tracePt t="107503" x="8448675" y="3892550"/>
          <p14:tracePt t="107551" x="8448675" y="3879850"/>
          <p14:tracePt t="107566" x="8448675" y="3867150"/>
          <p14:tracePt t="107594" x="8448675" y="3854450"/>
          <p14:tracePt t="107632" x="8448675" y="3841750"/>
          <p14:tracePt t="107669" x="8448675" y="3829050"/>
          <p14:tracePt t="107692" x="8448675" y="3816350"/>
          <p14:tracePt t="107737" x="8448675" y="3803650"/>
          <p14:tracePt t="107768" x="8448675" y="3792538"/>
          <p14:tracePt t="107785" x="8448675" y="3779838"/>
          <p14:tracePt t="107800" x="8474075" y="3754438"/>
          <p14:tracePt t="107867" x="8486775" y="3729038"/>
          <p14:tracePt t="109641" x="8499475" y="3754438"/>
          <p14:tracePt t="109681" x="8499475" y="3767138"/>
          <p14:tracePt t="109710" x="8524875" y="3803650"/>
          <p14:tracePt t="109744" x="8561388" y="3829050"/>
          <p14:tracePt t="109772" x="8637588" y="3841750"/>
          <p14:tracePt t="109789" x="8699500" y="3854450"/>
          <p14:tracePt t="109791" x="8724900" y="3867150"/>
          <p14:tracePt t="109803" x="8737600" y="3879850"/>
          <p14:tracePt t="109819" x="8786813" y="3879850"/>
          <p14:tracePt t="109837" x="8824913" y="3892550"/>
          <p14:tracePt t="109857" x="8874125" y="3916363"/>
          <p14:tracePt t="109870" x="8899525" y="3916363"/>
          <p14:tracePt t="109887" x="8950325" y="3929063"/>
          <p14:tracePt t="109902" x="8975725" y="3929063"/>
          <p14:tracePt t="109918" x="9037638" y="3929063"/>
          <p14:tracePt t="109935" x="9075738" y="3929063"/>
          <p14:tracePt t="109953" x="9124950" y="3929063"/>
          <p14:tracePt t="109982" x="9212263" y="3929063"/>
          <p14:tracePt t="109996" x="9250363" y="3929063"/>
          <p14:tracePt t="110010" x="9288463" y="3929063"/>
          <p14:tracePt t="110027" x="9337675" y="3929063"/>
          <p14:tracePt t="110044" x="9388475" y="3929063"/>
          <p14:tracePt t="110064" x="9501188" y="3954463"/>
          <p14:tracePt t="110084" x="9601200" y="3954463"/>
          <p14:tracePt t="110111" x="9826625" y="3967163"/>
          <p14:tracePt t="110127" x="9888538" y="3979863"/>
          <p14:tracePt t="110128" x="9939338" y="3979863"/>
          <p14:tracePt t="110158" x="10113963" y="4005263"/>
          <p14:tracePt t="110170" x="10164763" y="4005263"/>
          <p14:tracePt t="110255" x="10526713" y="4005263"/>
          <p14:tracePt t="110283" x="10577513" y="4017963"/>
          <p14:tracePt t="110313" x="10614025" y="4017963"/>
          <p14:tracePt t="110328" x="10626725" y="4017963"/>
          <p14:tracePt t="110346" x="10639425" y="4017963"/>
          <p14:tracePt t="110370" x="10664825" y="4017963"/>
          <p14:tracePt t="110408" x="10690225" y="4017963"/>
          <p14:tracePt t="110653" x="10702925" y="4017963"/>
          <p14:tracePt t="110666" x="10726738" y="4017963"/>
          <p14:tracePt t="110683" x="10764838" y="4017963"/>
          <p14:tracePt t="110698" x="10815638" y="4029075"/>
          <p14:tracePt t="110713" x="10877550" y="4054475"/>
          <p14:tracePt t="110728" x="10964863" y="4054475"/>
          <p14:tracePt t="110746" x="11015663" y="4079875"/>
          <p14:tracePt t="110758" x="11077575" y="4079875"/>
          <p14:tracePt t="110787" x="11164888" y="4154488"/>
          <p14:tracePt t="110803" x="11215688" y="4154488"/>
          <p14:tracePt t="110818" x="11277600" y="4154488"/>
          <p14:tracePt t="110835" x="11315700" y="4154488"/>
          <p14:tracePt t="110883" x="11377613" y="4154488"/>
          <p14:tracePt t="110898" x="11390313" y="4141788"/>
          <p14:tracePt t="110913" x="11415713" y="4129088"/>
          <p14:tracePt t="110929" x="11441113" y="4105275"/>
          <p14:tracePt t="110951" x="11466513" y="4092575"/>
          <p14:tracePt t="110952" x="11490325" y="4079875"/>
          <p14:tracePt t="110982" x="11579225" y="4029075"/>
          <p14:tracePt t="110998" x="11603038" y="4017963"/>
          <p14:tracePt t="111014" x="11679238" y="3979863"/>
          <p14:tracePt t="111028" x="11753850" y="3929063"/>
          <p14:tracePt t="111053" x="11841163" y="3892550"/>
          <p14:tracePt t="111083" x="11979275" y="3841750"/>
          <p14:tracePt t="111098" x="12079288" y="3792538"/>
          <p14:tracePt t="111113" x="12130088" y="3754438"/>
          <p14:tracePt t="111542" x="9963150" y="3041650"/>
          <p14:tracePt t="111561" x="7259638" y="3016250"/>
          <p14:tracePt t="111574" x="6346825" y="3016250"/>
          <p14:tracePt t="111575" x="5595938" y="3016250"/>
          <p14:tracePt t="111592" x="4430713" y="2952750"/>
          <p14:tracePt t="111606" x="3905250" y="2903538"/>
          <p14:tracePt t="111634" x="1414463" y="2952750"/>
          <p14:tracePt t="111652" x="425450" y="2928938"/>
          <p14:tracePt t="111666" x="112713" y="2878138"/>
          <p14:tracePt t="111683" x="61913" y="2865438"/>
          <p14:tracePt t="113348" x="3016250" y="3454400"/>
          <p14:tracePt t="113367" x="4732338" y="3616325"/>
          <p14:tracePt t="113382" x="6021388" y="3616325"/>
          <p14:tracePt t="113399" x="7535863" y="3703638"/>
          <p14:tracePt t="113421" x="8061325" y="3741738"/>
          <p14:tracePt t="113438" x="8374063" y="3803650"/>
          <p14:tracePt t="113440" x="8499475" y="3816350"/>
          <p14:tracePt t="113465" x="8674100" y="3892550"/>
          <p14:tracePt t="113480" x="8750300" y="3967163"/>
          <p14:tracePt t="113498" x="8799513" y="4017963"/>
          <p14:tracePt t="113512" x="8812213" y="4105275"/>
          <p14:tracePt t="113529" x="8812213" y="4205288"/>
          <p14:tracePt t="113547" x="8812213" y="4305300"/>
          <p14:tracePt t="113566" x="8763000" y="4392613"/>
          <p14:tracePt t="113581" x="8637588" y="4518025"/>
          <p14:tracePt t="113605" x="8435975" y="4705350"/>
          <p14:tracePt t="113616" x="8312150" y="4843463"/>
          <p14:tracePt t="113632" x="8223250" y="4981575"/>
          <p14:tracePt t="113655" x="8074025" y="5130800"/>
          <p14:tracePt t="113656" x="7999413" y="5205413"/>
          <p14:tracePt t="113683" x="7685088" y="5343525"/>
          <p14:tracePt t="113698" x="7472363" y="5381625"/>
          <p14:tracePt t="113712" x="7323138" y="5394325"/>
          <p14:tracePt t="113727" x="7285038" y="5394325"/>
          <p14:tracePt t="113728" x="7197725" y="5394325"/>
          <p14:tracePt t="113752" x="7072313" y="5394325"/>
          <p14:tracePt t="113765" x="7046913" y="5394325"/>
          <p14:tracePt t="113779" x="7021513" y="5394325"/>
          <p14:tracePt t="113798" x="7010400" y="5394325"/>
          <p14:tracePt t="113845" x="7010400" y="5381625"/>
          <p14:tracePt t="113859" x="7010400" y="5368925"/>
          <p14:tracePt t="113898" x="7010400" y="5356225"/>
          <p14:tracePt t="113912" x="7010400" y="5343525"/>
          <p14:tracePt t="113956" x="7010400" y="5330825"/>
          <p14:tracePt t="113999" x="7010400" y="5318125"/>
          <p14:tracePt t="114137" x="7010400" y="5305425"/>
          <p14:tracePt t="114617" x="7034213" y="5281613"/>
          <p14:tracePt t="114629" x="7046913" y="5268913"/>
          <p14:tracePt t="114646" x="7072313" y="5243513"/>
          <p14:tracePt t="114659" x="7072313" y="5230813"/>
          <p14:tracePt t="114683" x="7097713" y="5230813"/>
          <p14:tracePt t="129405" x="7085013" y="5218113"/>
          <p14:tracePt t="129493" x="7072313" y="5218113"/>
          <p14:tracePt t="129506" x="7046913" y="5218113"/>
          <p14:tracePt t="129535" x="7010400" y="5205413"/>
          <p14:tracePt t="129678" x="6997700" y="5205413"/>
          <p14:tracePt t="129710" x="6972300" y="5205413"/>
          <p14:tracePt t="129753" x="6959600" y="5205413"/>
          <p14:tracePt t="130445" x="6946900" y="5205413"/>
          <p14:tracePt t="131472" x="6934200" y="5205413"/>
          <p14:tracePt t="131507" x="6921500" y="5205413"/>
          <p14:tracePt t="131531" x="6910388" y="5194300"/>
          <p14:tracePt t="132161" x="6897688" y="5181600"/>
          <p14:tracePt t="132329" x="6884988" y="5168900"/>
          <p14:tracePt t="133038" x="6872288" y="5156200"/>
          <p14:tracePt t="133053" x="6872288" y="5143500"/>
          <p14:tracePt t="133068" x="6872288" y="5118100"/>
          <p14:tracePt t="133082" x="6872288" y="5105400"/>
          <p14:tracePt t="133105" x="6872288" y="5092700"/>
          <p14:tracePt t="133129" x="6872288" y="5068888"/>
          <p14:tracePt t="133149" x="6872288" y="5056188"/>
          <p14:tracePt t="133161" x="6884988" y="5056188"/>
          <p14:tracePt t="133194" x="6884988" y="5043488"/>
          <p14:tracePt t="133211" x="6884988" y="5018088"/>
          <p14:tracePt t="133239" x="6897688" y="5005388"/>
          <p14:tracePt t="133265" x="6921500" y="4992688"/>
          <p14:tracePt t="133279" x="6946900" y="4981575"/>
          <p14:tracePt t="133299" x="6959600" y="4968875"/>
          <p14:tracePt t="133317" x="6997700" y="4968875"/>
          <p14:tracePt t="133344" x="7046913" y="4943475"/>
          <p14:tracePt t="133372" x="7059613" y="4930775"/>
          <p14:tracePt t="133387" x="7097713" y="4905375"/>
          <p14:tracePt t="133407" x="7123113" y="4892675"/>
          <p14:tracePt t="133408" x="7123113" y="4879975"/>
          <p14:tracePt t="133437" x="7172325" y="4856163"/>
          <p14:tracePt t="133453" x="7185025" y="4856163"/>
          <p14:tracePt t="133468" x="7197725" y="4856163"/>
          <p14:tracePt t="133481" x="7223125" y="4856163"/>
          <p14:tracePt t="133517" x="7235825" y="4856163"/>
          <p14:tracePt t="133547" x="7246938" y="4856163"/>
          <p14:tracePt t="133585" x="7259638" y="4856163"/>
          <p14:tracePt t="134073" x="7397750" y="5430838"/>
          <p14:tracePt t="134085" x="7448550" y="5594350"/>
          <p14:tracePt t="134104" x="7472363" y="5743575"/>
          <p14:tracePt t="135159" x="7372350" y="5743575"/>
          <p14:tracePt t="135172" x="7235825" y="5756275"/>
          <p14:tracePt t="135190" x="6921500" y="5794375"/>
          <p14:tracePt t="135207" x="6508750" y="5732463"/>
          <p14:tracePt t="135227" x="6483350" y="5719763"/>
          <p14:tracePt t="135240" x="6434138" y="5707063"/>
          <p14:tracePt t="135283" x="6408738" y="5707063"/>
          <p14:tracePt t="135301" x="6472238" y="5807075"/>
          <p14:tracePt t="135320" x="6696075" y="6056313"/>
          <p14:tracePt t="135336" x="6821488" y="6181725"/>
          <p14:tracePt t="135353" x="6910388" y="6245225"/>
          <p14:tracePt t="135368" x="7072313" y="6332538"/>
          <p14:tracePt t="135384" x="7197725" y="6407150"/>
          <p14:tracePt t="135401" x="7359650" y="6457950"/>
          <p14:tracePt t="135422" x="7523163" y="6507163"/>
          <p14:tracePt t="135436" x="7648575" y="6545263"/>
          <p14:tracePt t="135455" x="7823200" y="6583363"/>
          <p14:tracePt t="135469" x="7861300" y="6583363"/>
          <p14:tracePt t="135485" x="7874000" y="6583363"/>
          <p14:tracePt t="135689" x="7897813" y="6583363"/>
          <p14:tracePt t="135724" x="7910513" y="6557963"/>
          <p14:tracePt t="135737" x="7910513" y="6519863"/>
          <p14:tracePt t="135767" x="7910513" y="6507163"/>
          <p14:tracePt t="135791" x="7910513" y="6494463"/>
          <p14:tracePt t="135840" x="7897813" y="6470650"/>
          <p14:tracePt t="135855" x="7648575" y="6432550"/>
          <p14:tracePt t="135870" x="7423150" y="6432550"/>
          <p14:tracePt t="135871" x="7021513" y="6357938"/>
          <p14:tracePt t="135884" x="6646863" y="6232525"/>
          <p14:tracePt t="135900" x="6296025" y="6119813"/>
          <p14:tracePt t="136217" x="6296025" y="6169025"/>
          <p14:tracePt t="136241" x="6296025" y="6207125"/>
          <p14:tracePt t="136260" x="6308725" y="6219825"/>
          <p14:tracePt t="136273" x="6396038" y="6219825"/>
          <p14:tracePt t="136288" x="6572250" y="6257925"/>
          <p14:tracePt t="136314" x="7046913" y="6407150"/>
          <p14:tracePt t="136340" x="8299450" y="6732588"/>
          <p14:tracePt t="136981" x="9788525" y="6607175"/>
          <p14:tracePt t="136997" x="9613900" y="6570663"/>
          <p14:tracePt t="137017" x="9401175" y="6507163"/>
          <p14:tracePt t="137046" x="9199563" y="6457950"/>
          <p14:tracePt t="137048" x="9175750" y="6457950"/>
          <p14:tracePt t="137064" x="9112250" y="6445250"/>
          <p14:tracePt t="137081" x="9063038" y="6432550"/>
          <p14:tracePt t="137096" x="9037638" y="6432550"/>
          <p14:tracePt t="137114" x="9012238" y="6419850"/>
          <p14:tracePt t="137129" x="8963025" y="6407150"/>
          <p14:tracePt t="137142" x="8950325" y="6407150"/>
          <p14:tracePt t="137144" x="8924925" y="6407150"/>
          <p14:tracePt t="137163" x="8837613" y="6407150"/>
          <p14:tracePt t="137180" x="8737600" y="6407150"/>
          <p14:tracePt t="137202" x="8561388" y="6407150"/>
          <p14:tracePt t="137217" x="8486775" y="6394450"/>
          <p14:tracePt t="137242" x="8424863" y="6394450"/>
          <p14:tracePt t="137261" x="8412163" y="6394450"/>
          <p14:tracePt t="137425" x="8399463" y="6394450"/>
          <p14:tracePt t="137452" x="8399463" y="6370638"/>
          <p14:tracePt t="137491" x="8412163" y="6357938"/>
          <p14:tracePt t="137551" x="8412163" y="6345238"/>
          <p14:tracePt t="137571" x="8424863" y="6332538"/>
          <p14:tracePt t="137851" x="8424863" y="6319838"/>
          <p14:tracePt t="137890" x="8424863" y="6307138"/>
          <p14:tracePt t="138551" x="8424863" y="6294438"/>
          <p14:tracePt t="140079" x="8424863" y="6319838"/>
          <p14:tracePt t="140105" x="8424863" y="6345238"/>
          <p14:tracePt t="140121" x="8424863" y="6357938"/>
          <p14:tracePt t="140133" x="8424863" y="6370638"/>
          <p14:tracePt t="140148" x="8424863" y="6407150"/>
          <p14:tracePt t="140169" x="8424863" y="6507163"/>
          <p14:tracePt t="140186" x="8424863" y="6607175"/>
          <p14:tracePt t="140202" x="8386763" y="6696075"/>
          <p14:tracePt t="140218" x="8374063" y="6745288"/>
          <p14:tracePt t="140233" x="8361363" y="6783388"/>
          <p14:tracePt t="140262" x="8299450" y="6845300"/>
          <p14:tracePt t="140872" x="8699500" y="6583363"/>
          <p14:tracePt t="140893" x="8312150" y="6407150"/>
          <p14:tracePt t="140907" x="7974013" y="6281738"/>
          <p14:tracePt t="140921" x="7685088" y="6194425"/>
          <p14:tracePt t="140936" x="7348538" y="6145213"/>
          <p14:tracePt t="140950" x="7259638" y="6107113"/>
          <p14:tracePt t="140951" x="7159625" y="6081713"/>
          <p14:tracePt t="140971" x="7123113" y="6045200"/>
          <p14:tracePt t="140989" x="7110413" y="6032500"/>
          <p14:tracePt t="141004" x="7097713" y="6032500"/>
          <p14:tracePt t="141269" x="7046913" y="6032500"/>
          <p14:tracePt t="141287" x="6946900" y="6045200"/>
          <p14:tracePt t="141301" x="6884988" y="6081713"/>
          <p14:tracePt t="141319" x="6821488" y="6132513"/>
          <p14:tracePt t="141320" x="6784975" y="6157913"/>
          <p14:tracePt t="141334" x="6759575" y="6169025"/>
          <p14:tracePt t="141335" x="6746875" y="6181725"/>
          <p14:tracePt t="141351" x="6746875" y="6194425"/>
          <p14:tracePt t="141368" x="6721475" y="6219825"/>
          <p14:tracePt t="141702" x="6708775" y="6219825"/>
          <p14:tracePt t="143512" x="6846888" y="6219825"/>
          <p14:tracePt t="143527" x="6972300" y="6219825"/>
          <p14:tracePt t="143542" x="7034213" y="6219825"/>
          <p14:tracePt t="143567" x="7348538" y="6219825"/>
          <p14:tracePt t="143584" x="7423150" y="6219825"/>
          <p14:tracePt t="143597" x="7459663" y="6219825"/>
          <p14:tracePt t="143615" x="7523163" y="6219825"/>
          <p14:tracePt t="143616" x="7561263" y="6219825"/>
          <p14:tracePt t="143638" x="7610475" y="6219825"/>
          <p14:tracePt t="143666" x="7635875" y="6219825"/>
          <p14:tracePt t="143715" x="7648575" y="6219825"/>
          <p14:tracePt t="144562" x="7648575" y="6245225"/>
          <p14:tracePt t="144583" x="7648575" y="6257925"/>
          <p14:tracePt t="144584" x="7635875" y="6269038"/>
          <p14:tracePt t="144598" x="7623175" y="6269038"/>
          <p14:tracePt t="144614" x="7572375" y="6307138"/>
          <p14:tracePt t="144633" x="7472363" y="6345238"/>
          <p14:tracePt t="144646" x="7448550" y="6345238"/>
          <p14:tracePt t="144661" x="7385050" y="6394450"/>
          <p14:tracePt t="144678" x="7359650" y="6394450"/>
          <p14:tracePt t="144926" x="7297738" y="6394450"/>
          <p14:tracePt t="144938" x="7185025" y="6394450"/>
          <p14:tracePt t="144963" x="6959600" y="6381750"/>
          <p14:tracePt t="144980" x="6784975" y="6370638"/>
          <p14:tracePt t="144999" x="6634163" y="6332538"/>
          <p14:tracePt t="145014" x="6584950" y="6319838"/>
          <p14:tracePt t="145033" x="6496050" y="6307138"/>
          <p14:tracePt t="145046" x="6496050" y="6294438"/>
          <p14:tracePt t="145062" x="6472238" y="6269038"/>
          <p14:tracePt t="145080" x="6459538" y="6269038"/>
          <p14:tracePt t="145172" x="6434138" y="6257925"/>
          <p14:tracePt t="145187" x="6421438" y="6245225"/>
          <p14:tracePt t="145480" x="6383338" y="6245225"/>
          <p14:tracePt t="145496" x="6359525" y="6245225"/>
          <p14:tracePt t="145513" x="6334125" y="6245225"/>
          <p14:tracePt t="145529" x="6308725" y="6232525"/>
          <p14:tracePt t="145545" x="6296025" y="6232525"/>
          <p14:tracePt t="145575" x="6246813" y="6219825"/>
          <p14:tracePt t="145592" x="6183313" y="6207125"/>
          <p14:tracePt t="145609" x="6157913" y="6194425"/>
          <p14:tracePt t="145624" x="6134100" y="6194425"/>
          <p14:tracePt t="145640" x="6121400" y="6194425"/>
          <p14:tracePt t="145820" x="6108700" y="6194425"/>
          <p14:tracePt t="145875" x="6057900" y="6169025"/>
          <p14:tracePt t="145892" x="6021388" y="6169025"/>
          <p14:tracePt t="145922" x="5970588" y="6169025"/>
          <p14:tracePt t="145949" x="5957888" y="6169025"/>
          <p14:tracePt t="145981" x="5945188" y="6169025"/>
          <p14:tracePt t="146171" x="5908675" y="6157913"/>
          <p14:tracePt t="146182" x="5883275" y="6157913"/>
          <p14:tracePt t="146194" x="5870575" y="6157913"/>
          <p14:tracePt t="146209" x="5832475" y="6157913"/>
          <p14:tracePt t="146230" x="5795963" y="6145213"/>
          <p14:tracePt t="146249" x="5757863" y="6145213"/>
          <p14:tracePt t="146263" x="5745163" y="6145213"/>
          <p14:tracePt t="146281" x="5719763" y="6132513"/>
          <p14:tracePt t="146713" x="5770563" y="6132513"/>
          <p14:tracePt t="146728" x="5932488" y="6132513"/>
          <p14:tracePt t="146744" x="6196013" y="6132513"/>
          <p14:tracePt t="146757" x="6283325" y="6132513"/>
          <p14:tracePt t="146773" x="6646863" y="6132513"/>
          <p14:tracePt t="146795" x="7197725" y="6132513"/>
          <p14:tracePt t="146811" x="7510463" y="6132513"/>
          <p14:tracePt t="146827" x="7710488" y="6132513"/>
          <p14:tracePt t="146847" x="7986713" y="6145213"/>
          <p14:tracePt t="146876" x="8074025" y="6145213"/>
          <p14:tracePt t="146890" x="8099425" y="6145213"/>
          <p14:tracePt t="146906" x="8099425" y="6081713"/>
          <p14:tracePt t="146922" x="8061325" y="5868988"/>
          <p14:tracePt t="146943" x="7986713" y="5356225"/>
          <p14:tracePt t="146957" x="7986713" y="5230813"/>
          <p14:tracePt t="146972" x="7897813" y="4968875"/>
          <p14:tracePt t="146990" x="7861300" y="4730750"/>
          <p14:tracePt t="147004" x="7835900" y="4630738"/>
          <p14:tracePt t="147018" x="7823200" y="4554538"/>
          <p14:tracePt t="147036" x="7810500" y="4530725"/>
          <p14:tracePt t="147115" x="7823200" y="4592638"/>
          <p14:tracePt t="147131" x="7910513" y="4830763"/>
          <p14:tracePt t="147145" x="7974013" y="5156200"/>
          <p14:tracePt t="147174" x="8099425" y="5543550"/>
          <p14:tracePt t="147175" x="8135938" y="5668963"/>
          <p14:tracePt t="147194" x="8161338" y="5868988"/>
          <p14:tracePt t="147214" x="8186738" y="6007100"/>
          <p14:tracePt t="147230" x="8186738" y="6132513"/>
          <p14:tracePt t="147254" x="8199438" y="6194425"/>
          <p14:tracePt t="147268" x="8199438" y="6207125"/>
          <p14:tracePt t="147282" x="8199438" y="6219825"/>
          <p14:tracePt t="147323" x="8199438" y="6232525"/>
          <p14:tracePt t="147506" x="8199438" y="6257925"/>
          <p14:tracePt t="147519" x="8199438" y="6269038"/>
          <p14:tracePt t="147537" x="8199438" y="6319838"/>
          <p14:tracePt t="147549" x="8199438" y="6345238"/>
          <p14:tracePt t="147551" x="8199438" y="6394450"/>
          <p14:tracePt t="147579" x="8148638" y="6545263"/>
          <p14:tracePt t="147595" x="8123238" y="6570663"/>
          <p14:tracePt t="147628" x="8048625" y="6657975"/>
          <p14:tracePt t="147645" x="8010525" y="6670675"/>
          <p14:tracePt t="147674" x="7986713" y="6696075"/>
          <p14:tracePt t="147706" x="8010525" y="6696075"/>
          <p14:tracePt t="147719" x="8135938" y="6696075"/>
          <p14:tracePt t="147736" x="8223250" y="6696075"/>
          <p14:tracePt t="147737" x="8312150" y="6696075"/>
          <p14:tracePt t="147748" x="8461375" y="6696075"/>
          <p14:tracePt t="147752" x="8624888" y="6696075"/>
          <p14:tracePt t="147787" x="9075738" y="6657975"/>
          <p14:tracePt t="147803" x="9163050" y="6645275"/>
          <p14:tracePt t="147818" x="9175750" y="6632575"/>
          <p14:tracePt t="147845" x="9199563" y="6594475"/>
          <p14:tracePt t="147874" x="9175750" y="6483350"/>
          <p14:tracePt t="147891" x="9112250" y="6345238"/>
          <p14:tracePt t="147899" x="9050338" y="6245225"/>
          <p14:tracePt t="147916" x="9012238" y="5932488"/>
          <p14:tracePt t="147933" x="8975725" y="5630863"/>
          <p14:tracePt t="147946" x="8963025" y="5381625"/>
          <p14:tracePt t="147960" x="8899525" y="5181600"/>
          <p14:tracePt t="147976" x="8850313" y="5005388"/>
          <p14:tracePt t="147998" x="8837613" y="4905375"/>
          <p14:tracePt t="148028" x="8812213" y="4879975"/>
          <p14:tracePt t="148090" x="8812213" y="4905375"/>
          <p14:tracePt t="148103" x="8812213" y="5018088"/>
          <p14:tracePt t="148103" x="8812213" y="5130800"/>
          <p14:tracePt t="148130" x="8812213" y="5468938"/>
          <p14:tracePt t="148157" x="8812213" y="5819775"/>
          <p14:tracePt t="148172" x="8824913" y="6007100"/>
          <p14:tracePt t="148196" x="8863013" y="6219825"/>
          <p14:tracePt t="148209" x="8863013" y="6307138"/>
          <p14:tracePt t="148227" x="8863013" y="6357938"/>
          <p14:tracePt t="148242" x="8863013" y="6419850"/>
          <p14:tracePt t="148257" x="8824913" y="6470650"/>
          <p14:tracePt t="148270" x="8799513" y="6483350"/>
          <p14:tracePt t="148288" x="8561388" y="6583363"/>
          <p14:tracePt t="148306" x="8299450" y="6619875"/>
          <p14:tracePt t="148323" x="8048625" y="6645275"/>
          <p14:tracePt t="148338" x="7785100" y="6696075"/>
          <p14:tracePt t="148353" x="7561263" y="6707188"/>
          <p14:tracePt t="148377" x="7435850" y="6707188"/>
          <p14:tracePt t="148396" x="7423150" y="6707188"/>
          <p14:tracePt t="148429" x="7435850" y="6719888"/>
          <p14:tracePt t="148448" x="7785100" y="6819900"/>
          <p14:tracePt t="148461" x="7874000" y="6845300"/>
          <p14:tracePt t="148589" x="9012238" y="6819900"/>
          <p14:tracePt t="148694" x="9099550" y="6832600"/>
          <p14:tracePt t="148999" x="7935913" y="6445250"/>
          <p14:tracePt t="149029" x="7535863" y="6281738"/>
          <p14:tracePt t="149046" x="7323138" y="6194425"/>
          <p14:tracePt t="149049" x="7246938" y="6181725"/>
          <p14:tracePt t="149077" x="6997700" y="6081713"/>
          <p14:tracePt t="149098" x="6721475" y="6019800"/>
          <p14:tracePt t="149115" x="6459538" y="5994400"/>
          <p14:tracePt t="149135" x="6208713" y="5994400"/>
          <p14:tracePt t="149136" x="6134100" y="5994400"/>
          <p14:tracePt t="149161" x="6021388" y="5994400"/>
          <p14:tracePt t="149177" x="5995988" y="5994400"/>
          <p14:tracePt t="149362" x="5983288" y="6007100"/>
          <p14:tracePt t="149376" x="5983288" y="6019800"/>
          <p14:tracePt t="149399" x="5970588" y="6045200"/>
          <p14:tracePt t="149412" x="5957888" y="6056313"/>
          <p14:tracePt t="149427" x="5932488" y="6094413"/>
          <p14:tracePt t="149446" x="5857875" y="6132513"/>
          <p14:tracePt t="149448" x="5821363" y="6132513"/>
          <p14:tracePt t="149476" x="5770563" y="6145213"/>
          <p14:tracePt t="149495" x="5719763" y="6145213"/>
          <p14:tracePt t="149602" x="5695950" y="6145213"/>
          <p14:tracePt t="149616" x="5683250" y="6145213"/>
          <p14:tracePt t="149729" x="5670550" y="6145213"/>
          <p14:tracePt t="149853" x="5683250" y="6145213"/>
          <p14:tracePt t="149865" x="5770563" y="6157913"/>
          <p14:tracePt t="149877" x="5832475" y="6157913"/>
          <p14:tracePt t="149897" x="6183313" y="6157913"/>
          <p14:tracePt t="149909" x="6483350" y="6157913"/>
          <p14:tracePt t="149925" x="6910388" y="6207125"/>
          <p14:tracePt t="149945" x="8312150" y="6207125"/>
          <p14:tracePt t="149960" x="8324850" y="6207125"/>
          <p14:tracePt t="149977" x="8863013" y="6219825"/>
          <p14:tracePt t="149993" x="9050338" y="6219825"/>
          <p14:tracePt t="150008" x="9063038" y="6219825"/>
          <p14:tracePt t="150444" x="9050338" y="6219825"/>
          <p14:tracePt t="150511" x="9037638" y="6219825"/>
          <p14:tracePt t="150544" x="8999538" y="6219825"/>
          <p14:tracePt t="150562" x="8986838" y="6219825"/>
          <p14:tracePt t="150575" x="8963025" y="6219825"/>
          <p14:tracePt t="150592" x="8912225" y="6219825"/>
          <p14:tracePt t="150608" x="8837613" y="6219825"/>
          <p14:tracePt t="150621" x="8786813" y="6219825"/>
          <p14:tracePt t="150639" x="8699500" y="6219825"/>
          <p14:tracePt t="150640" x="8686800" y="6219825"/>
          <p14:tracePt t="150658" x="8586788" y="6219825"/>
          <p14:tracePt t="150686" x="8474075" y="6219825"/>
          <p14:tracePt t="150702" x="8412163" y="6219825"/>
          <p14:tracePt t="150716" x="8361363" y="6219825"/>
          <p14:tracePt t="150729" x="8312150" y="6219825"/>
          <p14:tracePt t="150750" x="8261350" y="6219825"/>
          <p14:tracePt t="150752" x="8235950" y="6219825"/>
          <p14:tracePt t="150778" x="8199438" y="6219825"/>
          <p14:tracePt t="150795" x="8174038" y="6219825"/>
          <p14:tracePt t="150822" x="8161338" y="6219825"/>
          <p14:tracePt t="150861" x="8148638" y="6219825"/>
          <p14:tracePt t="150892" x="8135938" y="6219825"/>
          <p14:tracePt t="150911" x="8110538" y="6219825"/>
          <p14:tracePt t="150913" x="8099425" y="6219825"/>
          <p14:tracePt t="151189" x="8199438" y="6157913"/>
          <p14:tracePt t="151202" x="8448675" y="6081713"/>
          <p14:tracePt t="151217" x="8548688" y="6069013"/>
          <p14:tracePt t="151231" x="8574088" y="6032500"/>
          <p14:tracePt t="151251" x="8574088" y="5994400"/>
          <p14:tracePt t="151264" x="8586788" y="5981700"/>
          <p14:tracePt t="151485" x="8586788" y="5994400"/>
          <p14:tracePt t="151500" x="8586788" y="6032500"/>
          <p14:tracePt t="151513" x="8586788" y="6056313"/>
          <p14:tracePt t="151526" x="8586788" y="6081713"/>
          <p14:tracePt t="151544" x="8586788" y="6132513"/>
          <p14:tracePt t="151564" x="8574088" y="6145213"/>
          <p14:tracePt t="151593" x="8548688" y="6169025"/>
          <p14:tracePt t="151619" x="8524875" y="6169025"/>
          <p14:tracePt t="151650" x="8512175" y="6194425"/>
          <p14:tracePt t="151660" x="8499475" y="6194425"/>
          <p14:tracePt t="151794" x="8512175" y="6207125"/>
          <p14:tracePt t="151819" x="8599488" y="6207125"/>
          <p14:tracePt t="151834" x="8650288" y="6207125"/>
          <p14:tracePt t="151856" x="8799513" y="6207125"/>
          <p14:tracePt t="151884" x="8863013" y="6194425"/>
          <p14:tracePt t="151902" x="8874125" y="6194425"/>
          <p14:tracePt t="152087" x="8886825" y="6194425"/>
          <p14:tracePt t="152272" x="8912225" y="6194425"/>
          <p14:tracePt t="152315" x="8924925" y="6194425"/>
          <p14:tracePt t="152343" x="8950325" y="6194425"/>
          <p14:tracePt t="152345" x="8963025" y="6194425"/>
          <p14:tracePt t="152923" x="8963025" y="6181725"/>
          <p14:tracePt t="152936" x="8863013" y="6181725"/>
          <p14:tracePt t="152957" x="8637588" y="6181725"/>
          <p14:tracePt t="152973" x="8348663" y="6181725"/>
          <p14:tracePt t="152990" x="7999413" y="6181725"/>
          <p14:tracePt t="153007" x="7710488" y="6169025"/>
          <p14:tracePt t="153020" x="7623175" y="6145213"/>
          <p14:tracePt t="153036" x="7561263" y="6145213"/>
          <p14:tracePt t="153056" x="7535863" y="6132513"/>
          <p14:tracePt t="154753" x="7535863" y="6145213"/>
          <p14:tracePt t="154787" x="7561263" y="6145213"/>
          <p14:tracePt t="154803" x="7561263" y="6157913"/>
          <p14:tracePt t="154818" x="7572375" y="6157913"/>
          <p14:tracePt t="154846" x="7585075" y="6169025"/>
          <p14:tracePt t="154864" x="7585075" y="6181725"/>
          <p14:tracePt t="154890" x="7597775" y="6194425"/>
          <p14:tracePt t="154905" x="7610475" y="6194425"/>
          <p14:tracePt t="154919" x="7635875" y="6207125"/>
          <p14:tracePt t="154954" x="7661275" y="6232525"/>
          <p14:tracePt t="154971" x="7723188" y="6257925"/>
          <p14:tracePt t="155001" x="7810500" y="6307138"/>
          <p14:tracePt t="155017" x="7848600" y="6357938"/>
          <p14:tracePt t="155045" x="7897813" y="6394450"/>
          <p14:tracePt t="155065" x="7974013" y="6419850"/>
          <p14:tracePt t="155095" x="8074025" y="6432550"/>
          <p14:tracePt t="155113" x="8123238" y="6445250"/>
          <p14:tracePt t="155131" x="8135938" y="6445250"/>
          <p14:tracePt t="155156" x="8148638" y="6445250"/>
          <p14:tracePt t="155667" x="8161338" y="6457950"/>
          <p14:tracePt t="155709" x="8161338" y="6470650"/>
          <p14:tracePt t="155720" x="8174038" y="6483350"/>
          <p14:tracePt t="155735" x="8186738" y="6483350"/>
          <p14:tracePt t="155752" x="8199438" y="6483350"/>
          <p14:tracePt t="155775" x="8212138" y="6483350"/>
          <p14:tracePt t="155803" x="8223250" y="6494463"/>
          <p14:tracePt t="155861" x="8235950" y="6494463"/>
          <p14:tracePt t="156149" x="8261350" y="6507163"/>
          <p14:tracePt t="156196" x="8274050" y="6519863"/>
          <p14:tracePt t="156210" x="8286750" y="6519863"/>
          <p14:tracePt t="156236" x="8299450" y="6519863"/>
          <p14:tracePt t="156309" x="8312150" y="6519863"/>
          <p14:tracePt t="156320" x="8286750" y="6507163"/>
          <p14:tracePt t="156352" x="8061325" y="6445250"/>
          <p14:tracePt t="156371" x="7961313" y="6445250"/>
          <p14:tracePt t="156376" x="7923213" y="6445250"/>
          <p14:tracePt t="156405" x="7897813" y="6445250"/>
          <p14:tracePt t="156473" x="7999413" y="6483350"/>
          <p14:tracePt t="156502" x="8274050" y="6532563"/>
          <p14:tracePt t="156516" x="8424863" y="6532563"/>
          <p14:tracePt t="156530" x="8650288" y="6532563"/>
          <p14:tracePt t="156544" x="8763000" y="6532563"/>
          <p14:tracePt t="156563" x="8824913" y="6494463"/>
          <p14:tracePt t="156581" x="8863013" y="6483350"/>
          <p14:tracePt t="156697" x="8624888" y="6445250"/>
          <p14:tracePt t="156711" x="8361363" y="6445250"/>
          <p14:tracePt t="156724" x="8274050" y="6419850"/>
          <p14:tracePt t="156738" x="8086725" y="6407150"/>
          <p14:tracePt t="156760" x="8048625" y="6394450"/>
          <p14:tracePt t="156804" x="8035925" y="6370638"/>
          <p14:tracePt t="156820" x="8035925" y="6332538"/>
          <p14:tracePt t="156851" x="8061325" y="6157913"/>
          <p14:tracePt t="156882" x="8086725" y="5881688"/>
          <p14:tracePt t="156894" x="8086725" y="5768975"/>
          <p14:tracePt t="156912" x="8123238" y="5430838"/>
          <p14:tracePt t="156923" x="8123238" y="5418138"/>
          <p14:tracePt t="157497" x="8174038" y="5343525"/>
          <p14:tracePt t="157512" x="8199438" y="5294313"/>
          <p14:tracePt t="157527" x="8274050" y="5256213"/>
          <p14:tracePt t="157542" x="8324850" y="5218113"/>
          <p14:tracePt t="157560" x="8374063" y="5156200"/>
          <p14:tracePt t="157562" x="8386763" y="5092700"/>
          <p14:tracePt t="157581" x="8412163" y="4992688"/>
          <p14:tracePt t="157598" x="8424863" y="4892675"/>
          <p14:tracePt t="157599" x="8435975" y="4843463"/>
          <p14:tracePt t="157615" x="8435975" y="4792663"/>
          <p14:tracePt t="157631" x="8435975" y="4779963"/>
          <p14:tracePt t="157715" x="8435975" y="4768850"/>
          <p14:tracePt t="157738" x="8424863" y="4768850"/>
          <p14:tracePt t="157758" x="8374063" y="4856163"/>
          <p14:tracePt t="157781" x="8324850" y="5081588"/>
          <p14:tracePt t="157794" x="8312150" y="5256213"/>
          <p14:tracePt t="157812" x="8299450" y="5394325"/>
          <p14:tracePt t="157826" x="8274050" y="5568950"/>
          <p14:tracePt t="157856" x="8274050" y="5732463"/>
          <p14:tracePt t="157857" x="8274050" y="5768975"/>
          <p14:tracePt t="157901" x="8274050" y="5756275"/>
          <p14:tracePt t="157917" x="8274050" y="5543550"/>
          <p14:tracePt t="157932" x="8274050" y="5356225"/>
          <p14:tracePt t="157947" x="8274050" y="5168900"/>
          <p14:tracePt t="157969" x="8274050" y="5030788"/>
          <p14:tracePt t="157983" x="8274050" y="4981575"/>
          <p14:tracePt t="157999" x="8274050" y="4968875"/>
          <p14:tracePt t="158032" x="8274050" y="4943475"/>
          <p14:tracePt t="158045" x="8261350" y="4943475"/>
          <p14:tracePt t="158069" x="8261350" y="4930775"/>
          <p14:tracePt t="158101" x="8261350" y="4905375"/>
          <p14:tracePt t="158118" x="8235950" y="4892675"/>
          <p14:tracePt t="158161" x="8235950" y="4868863"/>
          <p14:tracePt t="158194" x="8235950" y="4856163"/>
          <p14:tracePt t="158210" x="8223250" y="4856163"/>
          <p14:tracePt t="158234" x="8223250" y="4843463"/>
          <p14:tracePt t="158408" x="8223250" y="5194300"/>
          <p14:tracePt t="158422" x="8274050" y="5394325"/>
          <p14:tracePt t="158424" x="8312150" y="5643563"/>
          <p14:tracePt t="158450" x="8561388" y="6657975"/>
          <p14:tracePt t="159048" x="8686800" y="6532563"/>
          <p14:tracePt t="159067" x="8674100" y="6432550"/>
          <p14:tracePt t="159081" x="8650288" y="6407150"/>
          <p14:tracePt t="159097" x="8637588" y="6357938"/>
          <p14:tracePt t="159114" x="8624888" y="6307138"/>
          <p14:tracePt t="159130" x="8624888" y="6257925"/>
          <p14:tracePt t="159158" x="8599488" y="6145213"/>
          <p14:tracePt t="159160" x="8599488" y="6119813"/>
          <p14:tracePt t="159180" x="8599488" y="6056313"/>
          <p14:tracePt t="159208" x="8586788" y="6019800"/>
          <p14:tracePt t="159223" x="8586788" y="5994400"/>
          <p14:tracePt t="159352" x="8612188" y="6245225"/>
          <p14:tracePt t="159368" x="8674100" y="6483350"/>
          <p14:tracePt t="159381" x="8699500" y="6594475"/>
          <p14:tracePt t="159410" x="8724900" y="6783388"/>
          <p14:tracePt t="159482" x="8724900" y="6745288"/>
          <p14:tracePt t="159512" x="8724900" y="6583363"/>
          <p14:tracePt t="159536" x="8724900" y="6557963"/>
          <p14:tracePt t="160012" x="8724900" y="6570663"/>
          <p14:tracePt t="160025" x="8750300" y="6645275"/>
          <p14:tracePt t="160037" x="8824913" y="6696075"/>
          <p14:tracePt t="160052" x="8986838" y="6757988"/>
          <p14:tracePt t="160068" x="9175750" y="6796088"/>
          <p14:tracePt t="160091" x="9363075" y="6770688"/>
          <p14:tracePt t="160106" x="9475788" y="6696075"/>
          <p14:tracePt t="160123" x="9525000" y="6645275"/>
          <p14:tracePt t="160142" x="9525000" y="6632575"/>
          <p14:tracePt t="160157" x="9537700" y="6632575"/>
          <p14:tracePt t="160455" x="9401175" y="6619875"/>
          <p14:tracePt t="160472" x="9275763" y="6619875"/>
          <p14:tracePt t="160490" x="9124950" y="6619875"/>
          <p14:tracePt t="160500" x="9088438" y="6619875"/>
          <p14:tracePt t="160518" x="8963025" y="6619875"/>
          <p14:tracePt t="160523" x="8886825" y="6619875"/>
          <p14:tracePt t="160539" x="8724900" y="6619875"/>
          <p14:tracePt t="160556" x="8674100" y="6619875"/>
          <p14:tracePt t="160617" x="8661400" y="6619875"/>
          <p14:tracePt t="160655" x="8637588" y="6583363"/>
          <p14:tracePt t="160672" x="8637588" y="6532563"/>
          <p14:tracePt t="160691" x="8624888" y="6494463"/>
          <p14:tracePt t="160704" x="8586788" y="6457950"/>
          <p14:tracePt t="160724" x="8548688" y="6419850"/>
          <p14:tracePt t="160736" x="8461375" y="6357938"/>
          <p14:tracePt t="160748" x="8386763" y="6319838"/>
          <p14:tracePt t="160768" x="8135938" y="6219825"/>
          <p14:tracePt t="160790" x="8023225" y="6081713"/>
          <p14:tracePt t="160801" x="7935913" y="5956300"/>
          <p14:tracePt t="160819" x="7874000" y="5756275"/>
          <p14:tracePt t="160833" x="7823200" y="5656263"/>
          <p14:tracePt t="160863" x="7761288" y="5494338"/>
          <p14:tracePt t="160864" x="7723188" y="5407025"/>
          <p14:tracePt t="160882" x="7685088" y="5256213"/>
          <p14:tracePt t="160911" x="7648575" y="5068888"/>
          <p14:tracePt t="160912" x="7648575" y="5030788"/>
          <p14:tracePt t="160929" x="7648575" y="4956175"/>
          <p14:tracePt t="160960" x="7673975" y="4768850"/>
          <p14:tracePt t="160975" x="7723188" y="4718050"/>
          <p14:tracePt t="160992" x="7773988" y="4667250"/>
          <p14:tracePt t="161006" x="7835900" y="4579938"/>
          <p14:tracePt t="161025" x="8286750" y="4454525"/>
          <p14:tracePt t="161038" x="8486775" y="4392613"/>
          <p14:tracePt t="161051" x="8812213" y="4330700"/>
          <p14:tracePt t="161071" x="9263063" y="4305300"/>
          <p14:tracePt t="161092" x="9424988" y="4305300"/>
          <p14:tracePt t="161106" x="9613900" y="4392613"/>
          <p14:tracePt t="161125" x="9739313" y="4492625"/>
          <p14:tracePt t="161137" x="9788525" y="4592638"/>
          <p14:tracePt t="161149" x="9801225" y="4656138"/>
          <p14:tracePt t="161173" x="9839325" y="4843463"/>
          <p14:tracePt t="161190" x="9839325" y="4943475"/>
          <p14:tracePt t="161191" x="9826625" y="5018088"/>
          <p14:tracePt t="161204" x="9788525" y="5105400"/>
          <p14:tracePt t="161222" x="9601200" y="5281613"/>
          <p14:tracePt t="161234" x="9424988" y="5468938"/>
          <p14:tracePt t="161265" x="9012238" y="5681663"/>
          <p14:tracePt t="161283" x="8824913" y="5743575"/>
          <p14:tracePt t="161313" x="8399463" y="5681663"/>
          <p14:tracePt t="161330" x="8286750" y="5481638"/>
          <p14:tracePt t="161345" x="8223250" y="5294313"/>
          <p14:tracePt t="161362" x="8212138" y="5068888"/>
          <p14:tracePt t="161379" x="8212138" y="4856163"/>
          <p14:tracePt t="161391" x="8235950" y="4692650"/>
          <p14:tracePt t="161409" x="8335963" y="4579938"/>
          <p14:tracePt t="161425" x="8461375" y="4454525"/>
          <p14:tracePt t="161440" x="8537575" y="4367213"/>
          <p14:tracePt t="161453" x="8586788" y="4341813"/>
          <p14:tracePt t="161470" x="8624888" y="4318000"/>
          <p14:tracePt t="161472" x="8650288" y="4318000"/>
          <p14:tracePt t="161490" x="8750300" y="4305300"/>
          <p14:tracePt t="161506" x="8763000" y="4305300"/>
          <p14:tracePt t="161522" x="8774113" y="4305300"/>
          <p14:tracePt t="161538" x="8786813" y="4305300"/>
          <p14:tracePt t="161574" x="8799513" y="4354513"/>
          <p14:tracePt t="161587" x="8824913" y="4405313"/>
          <p14:tracePt t="161616" x="8824913" y="4530725"/>
          <p14:tracePt t="161644" x="8824913" y="4643438"/>
          <p14:tracePt t="161660" x="8799513" y="4692650"/>
          <p14:tracePt t="161682" x="8724900" y="4779963"/>
          <p14:tracePt t="161696" x="8686800" y="4792663"/>
          <p14:tracePt t="161713" x="8661400" y="4818063"/>
          <p14:tracePt t="161731" x="8637588" y="4843463"/>
          <p14:tracePt t="168385" x="8624888" y="4843463"/>
          <p14:tracePt t="168402" x="8624888" y="4856163"/>
          <p14:tracePt t="168437" x="8624888" y="4868863"/>
          <p14:tracePt t="168472" x="8624888" y="4879975"/>
          <p14:tracePt t="168957" x="8624888" y="4892675"/>
          <p14:tracePt t="169014" x="8624888" y="4905375"/>
          <p14:tracePt t="169406" x="8624888" y="4918075"/>
          <p14:tracePt t="169861" x="8624888" y="4943475"/>
          <p14:tracePt t="169878" x="8624888" y="4956175"/>
          <p14:tracePt t="169897" x="8612188" y="5005388"/>
          <p14:tracePt t="169913" x="8586788" y="5030788"/>
          <p14:tracePt t="169932" x="8561388" y="5056188"/>
          <p14:tracePt t="169961" x="8548688" y="5068888"/>
          <p14:tracePt t="169990" x="8548688" y="5081588"/>
          <p14:tracePt t="170057" x="8548688" y="5092700"/>
          <p14:tracePt t="170077" x="8548688" y="5130800"/>
          <p14:tracePt t="170097" x="8561388" y="5218113"/>
          <p14:tracePt t="170112" x="8561388" y="5268913"/>
          <p14:tracePt t="170131" x="8561388" y="5305425"/>
          <p14:tracePt t="170159" x="8561388" y="5381625"/>
          <p14:tracePt t="170180" x="8561388" y="5418138"/>
          <p14:tracePt t="170196" x="8561388" y="5430838"/>
          <p14:tracePt t="170208" x="8561388" y="5456238"/>
          <p14:tracePt t="170224" x="8548688" y="5468938"/>
          <p14:tracePt t="170244" x="8512175" y="5507038"/>
          <p14:tracePt t="170271" x="8461375" y="5581650"/>
          <p14:tracePt t="170289" x="8435975" y="5607050"/>
          <p14:tracePt t="170304" x="8424863" y="5630863"/>
          <p14:tracePt t="170323" x="8412163" y="5656263"/>
          <p14:tracePt t="170340" x="8399463" y="5681663"/>
          <p14:tracePt t="170358" x="8386763" y="5707063"/>
          <p14:tracePt t="170389" x="8386763" y="5719763"/>
          <p14:tracePt t="170405" x="8386763" y="5732463"/>
          <p14:tracePt t="170589" x="8386763" y="5743575"/>
          <p14:tracePt t="170654" x="8386763" y="5756275"/>
          <p14:tracePt t="170691" x="8386763" y="5768975"/>
          <p14:tracePt t="170736" x="8386763" y="5781675"/>
          <p14:tracePt t="170787" x="8386763" y="5794375"/>
          <p14:tracePt t="170839" x="8386763" y="5807075"/>
          <p14:tracePt t="170944" x="8386763" y="5832475"/>
          <p14:tracePt t="170963" x="8386763" y="5843588"/>
          <p14:tracePt t="170996" x="8324850" y="5868988"/>
          <p14:tracePt t="171009" x="8261350" y="5868988"/>
          <p14:tracePt t="171029" x="8186738" y="5868988"/>
          <p14:tracePt t="171040" x="8048625" y="5832475"/>
          <p14:tracePt t="171057" x="7897813" y="5707063"/>
          <p14:tracePt t="171079" x="7623175" y="5381625"/>
          <p14:tracePt t="171100" x="7523163" y="5205413"/>
          <p14:tracePt t="171117" x="7448550" y="4992688"/>
          <p14:tracePt t="171133" x="7397750" y="4792663"/>
          <p14:tracePt t="171163" x="7385050" y="4430713"/>
          <p14:tracePt t="171180" x="7397750" y="4354513"/>
          <p14:tracePt t="171198" x="7435850" y="4279900"/>
          <p14:tracePt t="171212" x="7472363" y="4254500"/>
          <p14:tracePt t="171229" x="7485063" y="4241800"/>
          <p14:tracePt t="171241" x="7523163" y="4230688"/>
          <p14:tracePt t="171256" x="7561263" y="4205288"/>
          <p14:tracePt t="171277" x="7648575" y="4192588"/>
          <p14:tracePt t="171295" x="7723188" y="4179888"/>
          <p14:tracePt t="171308" x="7748588" y="4167188"/>
          <p14:tracePt t="171323" x="7823200" y="4167188"/>
          <p14:tracePt t="171337" x="7861300" y="4167188"/>
          <p14:tracePt t="171353" x="7910513" y="4179888"/>
          <p14:tracePt t="171370" x="7948613" y="4179888"/>
          <p14:tracePt t="171392" x="7974013" y="4192588"/>
          <p14:tracePt t="171422" x="7999413" y="4192588"/>
          <p14:tracePt t="171425" x="8010525" y="4205288"/>
          <p14:tracePt t="171452" x="8023225" y="4217988"/>
          <p14:tracePt t="171470" x="8035925" y="4230688"/>
          <p14:tracePt t="171488" x="8048625" y="4241800"/>
          <p14:tracePt t="171520" x="8061325" y="4254500"/>
          <p14:tracePt t="171536" x="8074025" y="4267200"/>
          <p14:tracePt t="171550" x="8074025" y="4279900"/>
          <p14:tracePt t="171568" x="8099425" y="4305300"/>
          <p14:tracePt t="171593" x="8110538" y="4330700"/>
          <p14:tracePt t="171645" x="8123238" y="4354513"/>
          <p14:tracePt t="171823" x="8123238" y="4367213"/>
          <p14:tracePt t="171825" x="8123238" y="4379913"/>
          <p14:tracePt t="171861" x="8123238" y="4418013"/>
          <p14:tracePt t="171881" x="8110538" y="4467225"/>
          <p14:tracePt t="171897" x="8110538" y="4492625"/>
          <p14:tracePt t="171914" x="8099425" y="4518025"/>
          <p14:tracePt t="171932" x="8086725" y="4543425"/>
          <p14:tracePt t="171965" x="8061325" y="4592638"/>
          <p14:tracePt t="171981" x="8023225" y="4656138"/>
          <p14:tracePt t="172000" x="7999413" y="4718050"/>
          <p14:tracePt t="172018" x="7986713" y="4768850"/>
          <p14:tracePt t="172046" x="7961313" y="4818063"/>
          <p14:tracePt t="172047" x="7948613" y="4843463"/>
          <p14:tracePt t="172087" x="7910513" y="4905375"/>
          <p14:tracePt t="172120" x="7886700" y="4943475"/>
          <p14:tracePt t="172174" x="7886700" y="4956175"/>
          <p14:tracePt t="172231" x="7874000" y="4956175"/>
          <p14:tracePt t="172243" x="7848600" y="4968875"/>
          <p14:tracePt t="172292" x="7835900" y="4992688"/>
          <p14:tracePt t="172324" x="7761288" y="5018088"/>
          <p14:tracePt t="172339" x="7723188" y="5043488"/>
          <p14:tracePt t="172355" x="7685088" y="5056188"/>
          <p14:tracePt t="172360" x="7648575" y="5081588"/>
          <p14:tracePt t="172377" x="7597775" y="5092700"/>
          <p14:tracePt t="172398" x="7585075" y="5092700"/>
          <p14:tracePt t="172413" x="7548563" y="5118100"/>
          <p14:tracePt t="172433" x="7497763" y="5168900"/>
          <p14:tracePt t="172447" x="7485063" y="5181600"/>
          <p14:tracePt t="172466" x="7459663" y="5205413"/>
          <p14:tracePt t="172490" x="7448550" y="5243513"/>
          <p14:tracePt t="172520" x="7423150" y="5294313"/>
          <p14:tracePt t="172552" x="7410450" y="5318125"/>
          <p14:tracePt t="172610" x="7397750" y="5330825"/>
          <p14:tracePt t="172645" x="7385050" y="5330825"/>
          <p14:tracePt t="172678" x="7359650" y="5294313"/>
          <p14:tracePt t="172701" x="7348538" y="5281613"/>
          <p14:tracePt t="174121" x="7348538" y="5256213"/>
          <p14:tracePt t="174150" x="7348538" y="5243513"/>
          <p14:tracePt t="174969" x="7348538" y="5230813"/>
          <p14:tracePt t="180361" x="7348538" y="5218113"/>
          <p14:tracePt t="180411" x="7348538" y="5205413"/>
          <p14:tracePt t="180437" x="7348538" y="5181600"/>
          <p14:tracePt t="180453" x="7348538" y="5156200"/>
          <p14:tracePt t="180471" x="7348538" y="5105400"/>
          <p14:tracePt t="180486" x="7348538" y="5092700"/>
          <p14:tracePt t="180504" x="7348538" y="5068888"/>
          <p14:tracePt t="180516" x="7348538" y="5056188"/>
          <p14:tracePt t="180529" x="7348538" y="5030788"/>
          <p14:tracePt t="180552" x="7348538" y="5018088"/>
          <p14:tracePt t="180587" x="7348538" y="4992688"/>
          <p14:tracePt t="180601" x="7348538" y="4981575"/>
          <p14:tracePt t="180638" x="7348538" y="4968875"/>
          <p14:tracePt t="180656" x="7348538" y="4943475"/>
          <p14:tracePt t="180701" x="7348538" y="4930775"/>
          <p14:tracePt t="180724" x="7348538" y="4918075"/>
          <p14:tracePt t="180854" x="7348538" y="4905375"/>
          <p14:tracePt t="180896" x="7348538" y="4892675"/>
          <p14:tracePt t="181122" x="7348538" y="4879975"/>
          <p14:tracePt t="181624" x="7348538" y="4905375"/>
          <p14:tracePt t="181637" x="7348538" y="4918075"/>
          <p14:tracePt t="181655" x="7348538" y="4956175"/>
          <p14:tracePt t="181667" x="7348538" y="4992688"/>
          <p14:tracePt t="181680" x="7348538" y="5056188"/>
          <p14:tracePt t="181697" x="7348538" y="5130800"/>
          <p14:tracePt t="181719" x="7348538" y="5218113"/>
          <p14:tracePt t="181734" x="7348538" y="5256213"/>
          <p14:tracePt t="181750" x="7348538" y="5318125"/>
          <p14:tracePt t="181752" x="7348538" y="5356225"/>
          <p14:tracePt t="181773" x="7348538" y="5418138"/>
          <p14:tracePt t="181787" x="7348538" y="5468938"/>
          <p14:tracePt t="181805" x="7348538" y="5494338"/>
          <p14:tracePt t="181818" x="7335838" y="5543550"/>
          <p14:tracePt t="181844" x="7323138" y="5607050"/>
          <p14:tracePt t="181864" x="7297738" y="5668963"/>
          <p14:tracePt t="181886" x="7297738" y="5707063"/>
          <p14:tracePt t="181901" x="7259638" y="5768975"/>
          <p14:tracePt t="181925" x="7259638" y="5807075"/>
          <p14:tracePt t="181938" x="7235825" y="5856288"/>
          <p14:tracePt t="181958" x="7235825" y="5881688"/>
          <p14:tracePt t="181973" x="7210425" y="5932488"/>
          <p14:tracePt t="181992" x="7197725" y="5969000"/>
          <p14:tracePt t="182006" x="7185025" y="5981700"/>
          <p14:tracePt t="182021" x="7172325" y="6019800"/>
          <p14:tracePt t="182035" x="7146925" y="6081713"/>
          <p14:tracePt t="182056" x="7134225" y="6132513"/>
          <p14:tracePt t="182068" x="7123113" y="6157913"/>
          <p14:tracePt t="182086" x="7123113" y="6181725"/>
          <p14:tracePt t="182104" x="7097713" y="6232525"/>
          <p14:tracePt t="182122" x="7097713" y="6269038"/>
          <p14:tracePt t="182134" x="7085013" y="6307138"/>
          <p14:tracePt t="182168" x="7085013" y="6470650"/>
          <p14:tracePt t="182182" x="7085013" y="6570663"/>
          <p14:tracePt t="182201" x="7159625" y="6807200"/>
          <p14:tracePt t="186474" x="5821363" y="6169025"/>
          <p14:tracePt t="186510" x="5595938" y="5443538"/>
          <p14:tracePt t="186529" x="5532438" y="5030788"/>
          <p14:tracePt t="186559" x="5532438" y="4592638"/>
          <p14:tracePt t="186560" x="5532438" y="4479925"/>
          <p14:tracePt t="186586" x="5545138" y="4129088"/>
          <p14:tracePt t="186601" x="5657850" y="3892550"/>
          <p14:tracePt t="186627" x="5832475" y="3679825"/>
          <p14:tracePt t="186638" x="5870575" y="3654425"/>
          <p14:tracePt t="186654" x="5945188" y="3590925"/>
          <p14:tracePt t="186672" x="6083300" y="3479800"/>
          <p14:tracePt t="186685" x="6121400" y="3429000"/>
          <p14:tracePt t="186702" x="6208713" y="3390900"/>
          <p14:tracePt t="186719" x="6321425" y="3367088"/>
          <p14:tracePt t="186720" x="6383338" y="3328988"/>
          <p14:tracePt t="186733" x="6421438" y="3328988"/>
          <p14:tracePt t="186751" x="6508750" y="3303588"/>
          <p14:tracePt t="186751" x="6521450" y="3303588"/>
          <p14:tracePt t="186799" x="6546850" y="3303588"/>
          <p14:tracePt t="186900" x="6584950" y="3303588"/>
          <p14:tracePt t="186919" x="6646863" y="3328988"/>
          <p14:tracePt t="186938" x="6659563" y="3367088"/>
          <p14:tracePt t="186954" x="6696075" y="3416300"/>
          <p14:tracePt t="186971" x="6721475" y="3441700"/>
          <p14:tracePt t="186984" x="6734175" y="3490913"/>
          <p14:tracePt t="187002" x="6759575" y="3541713"/>
          <p14:tracePt t="187021" x="6772275" y="3579813"/>
          <p14:tracePt t="187037" x="6772275" y="3629025"/>
          <p14:tracePt t="187053" x="6772275" y="3679825"/>
          <p14:tracePt t="187072" x="6772275" y="3767138"/>
          <p14:tracePt t="187086" x="6772275" y="3792538"/>
          <p14:tracePt t="187104" x="6772275" y="3854450"/>
          <p14:tracePt t="187120" x="6746875" y="3905250"/>
          <p14:tracePt t="187135" x="6708775" y="3954463"/>
          <p14:tracePt t="187149" x="6672263" y="3967163"/>
          <p14:tracePt t="187170" x="6584950" y="4054475"/>
          <p14:tracePt t="187187" x="6534150" y="4092575"/>
          <p14:tracePt t="187203" x="6472238" y="4092575"/>
          <p14:tracePt t="187221" x="6459538" y="4092575"/>
          <p14:tracePt t="187234" x="6434138" y="4092575"/>
          <p14:tracePt t="187250" x="6396038" y="4092575"/>
          <p14:tracePt t="187271" x="6370638" y="4092575"/>
          <p14:tracePt t="187288" x="6334125" y="4067175"/>
          <p14:tracePt t="187304" x="6270625" y="4041775"/>
          <p14:tracePt t="187325" x="6246813" y="4017963"/>
          <p14:tracePt t="187338" x="6234113" y="4005263"/>
          <p14:tracePt t="187353" x="6208713" y="3992563"/>
          <p14:tracePt t="187385" x="6196013" y="3979863"/>
          <p14:tracePt t="196688" x="6183313" y="3979863"/>
          <p14:tracePt t="275004" x="6196013" y="3929063"/>
          <p14:tracePt t="275125" x="6208713" y="3916363"/>
          <p14:tracePt t="275188" x="6234113" y="3916363"/>
          <p14:tracePt t="275203" x="6308725" y="3929063"/>
          <p14:tracePt t="275221" x="6483350" y="3967163"/>
          <p14:tracePt t="275233" x="6546850" y="3992563"/>
          <p14:tracePt t="275262" x="6634163" y="3992563"/>
          <p14:tracePt t="275281" x="6659563" y="3992563"/>
          <p14:tracePt t="275326" x="6797675" y="3954463"/>
          <p14:tracePt t="275328" x="6821488" y="3954463"/>
          <p14:tracePt t="275342" x="6846888" y="3929063"/>
          <p14:tracePt t="275359" x="6884988" y="3916363"/>
          <p14:tracePt t="275360" x="6934200" y="3892550"/>
          <p14:tracePt t="275375" x="6946900" y="3879850"/>
          <p14:tracePt t="275404" x="6972300" y="3854450"/>
          <p14:tracePt t="275420" x="7046913" y="3779838"/>
          <p14:tracePt t="275439" x="7110413" y="3716338"/>
          <p14:tracePt t="275472" x="7123113" y="3703638"/>
          <p14:tracePt t="275497" x="7123113" y="3667125"/>
          <p14:tracePt t="275516" x="7123113" y="3654425"/>
          <p14:tracePt t="275542" x="7085013" y="3641725"/>
          <p14:tracePt t="275543" x="7072313" y="3641725"/>
          <p14:tracePt t="275559" x="7046913" y="3629025"/>
          <p14:tracePt t="275584" x="6985000" y="3629025"/>
          <p14:tracePt t="275595" x="6946900" y="3629025"/>
          <p14:tracePt t="275626" x="6846888" y="3667125"/>
          <p14:tracePt t="275638" x="6808788" y="3667125"/>
          <p14:tracePt t="275669" x="6772275" y="3679825"/>
          <p14:tracePt t="275687" x="6734175" y="3679825"/>
          <p14:tracePt t="275723" x="6721475" y="3679825"/>
          <p14:tracePt t="275737" x="6684963" y="3692525"/>
          <p14:tracePt t="275833" x="6646863" y="3679825"/>
          <p14:tracePt t="275844" x="6646863" y="3654425"/>
          <p14:tracePt t="275859" x="6659563" y="3616325"/>
          <p14:tracePt t="275876" x="6684963" y="3541713"/>
          <p14:tracePt t="275891" x="6746875" y="3479800"/>
          <p14:tracePt t="275908" x="6834188" y="3429000"/>
          <p14:tracePt t="275929" x="6910388" y="3390900"/>
          <p14:tracePt t="275945" x="6946900" y="3378200"/>
          <p14:tracePt t="275969" x="7021513" y="3378200"/>
          <p14:tracePt t="275986" x="7059613" y="3367088"/>
          <p14:tracePt t="276009" x="7172325" y="3367088"/>
          <p14:tracePt t="276024" x="7297738" y="3367088"/>
          <p14:tracePt t="276039" x="7410450" y="3378200"/>
          <p14:tracePt t="276053" x="7485063" y="3403600"/>
          <p14:tracePt t="276074" x="7661275" y="3467100"/>
          <p14:tracePt t="276093" x="7761288" y="3541713"/>
          <p14:tracePt t="276128" x="8061325" y="3779838"/>
          <p14:tracePt t="276144" x="8135938" y="3854450"/>
          <p14:tracePt t="276160" x="8212138" y="3967163"/>
          <p14:tracePt t="276178" x="8235950" y="4054475"/>
          <p14:tracePt t="276209" x="8261350" y="4230688"/>
          <p14:tracePt t="276226" x="8261350" y="4354513"/>
          <p14:tracePt t="276243" x="8261350" y="4443413"/>
          <p14:tracePt t="276257" x="8261350" y="4543425"/>
          <p14:tracePt t="276275" x="8261350" y="4643438"/>
          <p14:tracePt t="276288" x="8261350" y="4718050"/>
          <p14:tracePt t="276304" x="8261350" y="4779963"/>
          <p14:tracePt t="276320" x="8261350" y="4879975"/>
          <p14:tracePt t="276345" x="8223250" y="4981575"/>
          <p14:tracePt t="276363" x="8161338" y="5043488"/>
          <p14:tracePt t="276384" x="8135938" y="5068888"/>
          <p14:tracePt t="276385" x="8110538" y="5092700"/>
          <p14:tracePt t="276399" x="8074025" y="5156200"/>
          <p14:tracePt t="276418" x="7961313" y="5281613"/>
          <p14:tracePt t="276443" x="7923213" y="5368925"/>
          <p14:tracePt t="276459" x="7874000" y="5430838"/>
          <p14:tracePt t="276482" x="7797800" y="5518150"/>
          <p14:tracePt t="276512" x="7673975" y="5630863"/>
          <p14:tracePt t="276534" x="7623175" y="5694363"/>
          <p14:tracePt t="276561" x="7548563" y="5743575"/>
          <p14:tracePt t="276577" x="7497763" y="5794375"/>
          <p14:tracePt t="276591" x="7459663" y="5819775"/>
          <p14:tracePt t="276607" x="7435850" y="5832475"/>
          <p14:tracePt t="276628" x="7348538" y="5868988"/>
          <p14:tracePt t="276643" x="7310438" y="5907088"/>
          <p14:tracePt t="276659" x="7246938" y="5919788"/>
          <p14:tracePt t="276677" x="7159625" y="5919788"/>
          <p14:tracePt t="276690" x="7046913" y="5932488"/>
          <p14:tracePt t="276707" x="6959600" y="5956300"/>
          <p14:tracePt t="276726" x="6884988" y="5956300"/>
          <p14:tracePt t="276738" x="6834188" y="5956300"/>
          <p14:tracePt t="276755" x="6808788" y="5907088"/>
          <p14:tracePt t="276770" x="6784975" y="5881688"/>
          <p14:tracePt t="276791" x="6708775" y="5794375"/>
          <p14:tracePt t="276807" x="6708775" y="5768975"/>
          <p14:tracePt t="276825" x="6659563" y="5681663"/>
          <p14:tracePt t="276838" x="6646863" y="5656263"/>
          <p14:tracePt t="276854" x="6621463" y="5607050"/>
          <p14:tracePt t="276869" x="6621463" y="5556250"/>
          <p14:tracePt t="276889" x="6584950" y="5456238"/>
          <p14:tracePt t="276905" x="6584950" y="5418138"/>
          <p14:tracePt t="276928" x="6584950" y="5381625"/>
          <p14:tracePt t="276942" x="6584950" y="5368925"/>
          <p14:tracePt t="276958" x="6584950" y="5330825"/>
          <p14:tracePt t="276974" x="6596063" y="5294313"/>
          <p14:tracePt t="276975" x="6621463" y="5268913"/>
          <p14:tracePt t="276993" x="6634163" y="5243513"/>
          <p14:tracePt t="277007" x="6659563" y="5205413"/>
          <p14:tracePt t="277027" x="6734175" y="5130800"/>
          <p14:tracePt t="277045" x="6846888" y="5043488"/>
          <p14:tracePt t="277060" x="6934200" y="4956175"/>
          <p14:tracePt t="277077" x="6972300" y="4918075"/>
          <p14:tracePt t="277092" x="7072313" y="4818063"/>
          <p14:tracePt t="277108" x="7110413" y="4779963"/>
          <p14:tracePt t="277127" x="7172325" y="4718050"/>
          <p14:tracePt t="277142" x="7185025" y="4718050"/>
          <p14:tracePt t="277160" x="7210425" y="4679950"/>
          <p14:tracePt t="277177" x="7210425" y="4667250"/>
          <p14:tracePt t="277196" x="7210425" y="4643438"/>
          <p14:tracePt t="277214" x="7235825" y="4618038"/>
          <p14:tracePt t="277216" x="7235825" y="4605338"/>
          <p14:tracePt t="277256" x="7246938" y="4605338"/>
          <p14:tracePt t="277425" x="7246938" y="4579938"/>
          <p14:tracePt t="277455" x="7223125" y="4567238"/>
          <p14:tracePt t="277486" x="7185025" y="4554538"/>
          <p14:tracePt t="277501" x="7146925" y="4530725"/>
          <p14:tracePt t="277530" x="7059613" y="4518025"/>
          <p14:tracePt t="277542" x="7021513" y="4518025"/>
          <p14:tracePt t="277558" x="6946900" y="4505325"/>
          <p14:tracePt t="277576" x="6808788" y="4505325"/>
          <p14:tracePt t="277592" x="6696075" y="4505325"/>
          <p14:tracePt t="277609" x="6596063" y="4505325"/>
          <p14:tracePt t="277626" x="6521450" y="4505325"/>
          <p14:tracePt t="277640" x="6472238" y="4505325"/>
          <p14:tracePt t="277656" x="6370638" y="4505325"/>
          <p14:tracePt t="277673" x="6321425" y="4492625"/>
          <p14:tracePt t="277696" x="6234113" y="4492625"/>
          <p14:tracePt t="277711" x="6208713" y="4492625"/>
          <p14:tracePt t="277715" x="6196013" y="4492625"/>
          <p14:tracePt t="277737" x="6170613" y="4492625"/>
          <p14:tracePt t="277768" x="6146800" y="4492625"/>
          <p14:tracePt t="277808" x="6121400" y="4492625"/>
          <p14:tracePt t="277827" x="6108700" y="4492625"/>
          <p14:tracePt t="277842" x="6070600" y="4505325"/>
          <p14:tracePt t="277857" x="6057900" y="4505325"/>
          <p14:tracePt t="277876" x="6034088" y="4518025"/>
          <p14:tracePt t="277891" x="5983288" y="4518025"/>
          <p14:tracePt t="277906" x="5957888" y="4530725"/>
          <p14:tracePt t="277923" x="5945188" y="4530725"/>
          <p14:tracePt t="277978" x="5932488" y="4530725"/>
          <p14:tracePt t="278089" x="5921375" y="4530725"/>
          <p14:tracePt t="278104" x="5883275" y="4530725"/>
          <p14:tracePt t="278123" x="5870575" y="4518025"/>
          <p14:tracePt t="278140" x="5870575" y="4505325"/>
          <p14:tracePt t="278156" x="5857875" y="4492625"/>
          <p14:tracePt t="278173" x="5845175" y="4492625"/>
          <p14:tracePt t="278201" x="5845175" y="4479925"/>
          <p14:tracePt t="279067" x="5832475" y="4530725"/>
          <p14:tracePt t="279081" x="5832475" y="4592638"/>
          <p14:tracePt t="279093" x="5832475" y="4630738"/>
          <p14:tracePt t="279109" x="5832475" y="4692650"/>
          <p14:tracePt t="279133" x="5832475" y="4730750"/>
          <p14:tracePt t="279177" x="5821363" y="4756150"/>
          <p14:tracePt t="279189" x="5808663" y="4756150"/>
          <p14:tracePt t="279232" x="5795963" y="4756150"/>
          <p14:tracePt t="279248" x="5770563" y="4756150"/>
          <p14:tracePt t="279265" x="5708650" y="4756150"/>
          <p14:tracePt t="279281" x="5695950" y="4756150"/>
          <p14:tracePt t="279324" x="5645150" y="4756150"/>
          <p14:tracePt t="279341" x="5595938" y="4756150"/>
          <p14:tracePt t="279357" x="5545138" y="4743450"/>
          <p14:tracePt t="279373" x="5507038" y="4743450"/>
          <p14:tracePt t="279388" x="5457825" y="4730750"/>
          <p14:tracePt t="279421" x="5370513" y="4692650"/>
          <p14:tracePt t="279440" x="5345113" y="4679950"/>
          <p14:tracePt t="279471" x="5332413" y="4667250"/>
          <p14:tracePt t="279499" x="5319713" y="4618038"/>
          <p14:tracePt t="279513" x="5319713" y="4592638"/>
          <p14:tracePt t="279538" x="5319713" y="4554538"/>
          <p14:tracePt t="279553" x="5319713" y="4530725"/>
          <p14:tracePt t="279571" x="5307013" y="4518025"/>
          <p14:tracePt t="279600" x="5307013" y="4479925"/>
          <p14:tracePt t="279616" x="5307013" y="4467225"/>
          <p14:tracePt t="279637" x="5307013" y="4443413"/>
          <p14:tracePt t="279652" x="5307013" y="4418013"/>
          <p14:tracePt t="279670" x="5307013" y="4405313"/>
          <p14:tracePt t="279685" x="5319713" y="4354513"/>
          <p14:tracePt t="279700" x="5357813" y="4318000"/>
          <p14:tracePt t="279715" x="5383213" y="4279900"/>
          <p14:tracePt t="279736" x="5445125" y="4241800"/>
          <p14:tracePt t="279750" x="5470525" y="4230688"/>
          <p14:tracePt t="279766" x="5519738" y="4179888"/>
          <p14:tracePt t="279782" x="5532438" y="4167188"/>
          <p14:tracePt t="279798" x="5557838" y="4141788"/>
          <p14:tracePt t="279812" x="5570538" y="4141788"/>
          <p14:tracePt t="279832" x="5595938" y="4129088"/>
          <p14:tracePt t="279889" x="5607050" y="4129088"/>
          <p14:tracePt t="279917" x="5619750" y="4129088"/>
          <p14:tracePt t="280269" x="5632450" y="4129088"/>
          <p14:tracePt t="280285" x="5645150" y="4129088"/>
          <p14:tracePt t="280299" x="5645150" y="4141788"/>
          <p14:tracePt t="280314" x="5670550" y="4167188"/>
          <p14:tracePt t="280334" x="5670550" y="4192588"/>
          <p14:tracePt t="280353" x="5683250" y="4230688"/>
          <p14:tracePt t="280370" x="5695950" y="4267200"/>
          <p14:tracePt t="280385" x="5719763" y="4318000"/>
          <p14:tracePt t="280400" x="5732463" y="4341813"/>
          <p14:tracePt t="280414" x="5732463" y="4379913"/>
          <p14:tracePt t="280435" x="5757863" y="4443413"/>
          <p14:tracePt t="280450" x="5770563" y="4479925"/>
          <p14:tracePt t="280467" x="5770563" y="4518025"/>
          <p14:tracePt t="280483" x="5783263" y="4567238"/>
          <p14:tracePt t="280498" x="5795963" y="4605338"/>
          <p14:tracePt t="280511" x="5795963" y="4643438"/>
          <p14:tracePt t="280512" x="5808663" y="4656138"/>
          <p14:tracePt t="280531" x="5808663" y="4692650"/>
          <p14:tracePt t="280548" x="5808663" y="4718050"/>
          <p14:tracePt t="280563" x="5808663" y="4743450"/>
          <p14:tracePt t="280578" x="5808663" y="4779963"/>
          <p14:tracePt t="280593" x="5808663" y="4818063"/>
          <p14:tracePt t="280607" x="5808663" y="4843463"/>
          <p14:tracePt t="280608" x="5808663" y="4868863"/>
          <p14:tracePt t="280630" x="5795963" y="4930775"/>
          <p14:tracePt t="280632" x="5783263" y="4943475"/>
          <p14:tracePt t="280649" x="5745163" y="4992688"/>
          <p14:tracePt t="280665" x="5708650" y="5005388"/>
          <p14:tracePt t="280681" x="5657850" y="5030788"/>
          <p14:tracePt t="280697" x="5619750" y="5030788"/>
          <p14:tracePt t="280708" x="5583238" y="5030788"/>
          <p14:tracePt t="280747" x="5357813" y="5030788"/>
          <p14:tracePt t="280772" x="5294313" y="5030788"/>
          <p14:tracePt t="280789" x="5257800" y="5030788"/>
          <p14:tracePt t="280832" x="5219700" y="5018088"/>
          <p14:tracePt t="280848" x="5219700" y="5005388"/>
          <p14:tracePt t="280877" x="5194300" y="4956175"/>
          <p14:tracePt t="280903" x="5181600" y="4918075"/>
          <p14:tracePt t="280982" x="5181600" y="4879975"/>
          <p14:tracePt t="280994" x="5181600" y="4856163"/>
          <p14:tracePt t="281023" x="5181600" y="4792663"/>
          <p14:tracePt t="281042" x="5181600" y="4756150"/>
          <p14:tracePt t="281072" x="5181600" y="4718050"/>
          <p14:tracePt t="281148" x="5181600" y="4705350"/>
          <p14:tracePt t="281174" x="5194300" y="4705350"/>
          <p14:tracePt t="281191" x="5219700" y="4692650"/>
          <p14:tracePt t="281219" x="5245100" y="4667250"/>
          <p14:tracePt t="281237" x="5270500" y="4667250"/>
          <p14:tracePt t="281354" x="5281613" y="4667250"/>
          <p14:tracePt t="281369" x="5307013" y="4630738"/>
          <p14:tracePt t="281387" x="5319713" y="4630738"/>
          <p14:tracePt t="281400" x="5319713" y="4618038"/>
          <p14:tracePt t="281415" x="5332413" y="4618038"/>
          <p14:tracePt t="281452" x="5332413" y="4605338"/>
          <p14:tracePt t="281483" x="5332413" y="4592638"/>
          <p14:tracePt t="281522" x="5345113" y="4579938"/>
          <p14:tracePt t="281849" x="5357813" y="4567238"/>
          <p14:tracePt t="281873" x="5419725" y="4567238"/>
          <p14:tracePt t="281892" x="5470525" y="4592638"/>
          <p14:tracePt t="281924" x="5595938" y="4643438"/>
          <p14:tracePt t="281939" x="5619750" y="4692650"/>
          <p14:tracePt t="281957" x="5645150" y="4718050"/>
          <p14:tracePt t="281972" x="5657850" y="4743450"/>
          <p14:tracePt t="281990" x="5683250" y="4768850"/>
          <p14:tracePt t="282005" x="5708650" y="4768850"/>
          <p14:tracePt t="282023" x="5732463" y="4792663"/>
          <p14:tracePt t="282040" x="5745163" y="4818063"/>
          <p14:tracePt t="282056" x="5757863" y="4830763"/>
          <p14:tracePt t="282071" x="5770563" y="4856163"/>
          <p14:tracePt t="282089" x="5795963" y="4879975"/>
          <p14:tracePt t="282105" x="5821363" y="4905375"/>
          <p14:tracePt t="282120" x="5845175" y="4918075"/>
          <p14:tracePt t="282146" x="5845175" y="4930775"/>
          <p14:tracePt t="282435" x="5870575" y="4943475"/>
          <p14:tracePt t="282467" x="5895975" y="4968875"/>
          <p14:tracePt t="282499" x="5895975" y="4981575"/>
          <p14:tracePt t="283202" x="5908675" y="4981575"/>
          <p14:tracePt t="283345" x="5908675" y="4968875"/>
          <p14:tracePt t="283677" x="5921375" y="4968875"/>
          <p14:tracePt t="283694" x="5932488" y="4968875"/>
          <p14:tracePt t="283713" x="5957888" y="5005388"/>
          <p14:tracePt t="283727" x="5957888" y="5018088"/>
          <p14:tracePt t="283728" x="5957888" y="5030788"/>
          <p14:tracePt t="283744" x="5995988" y="5068888"/>
          <p14:tracePt t="283782" x="6008688" y="5081588"/>
          <p14:tracePt t="283796" x="6008688" y="5092700"/>
          <p14:tracePt t="283855" x="5570538" y="5092700"/>
          <p14:tracePt t="283857" x="5281613" y="5056188"/>
          <p14:tracePt t="283885" x="4181475" y="4792663"/>
          <p14:tracePt t="283900" x="3517900" y="4656138"/>
          <p14:tracePt t="283916" x="3041650" y="4530725"/>
          <p14:tracePt t="283934" x="2641600" y="4405313"/>
          <p14:tracePt t="283955" x="2378075" y="4267200"/>
          <p14:tracePt t="283969" x="2216150" y="4192588"/>
          <p14:tracePt t="283991" x="2052638" y="4141788"/>
          <p14:tracePt t="283992" x="2027238" y="4117975"/>
          <p14:tracePt t="284009" x="1903413" y="4092575"/>
          <p14:tracePt t="284026" x="1865313" y="4067175"/>
          <p14:tracePt t="284042" x="1827213" y="4054475"/>
          <p14:tracePt t="284081" x="1814513" y="4017963"/>
          <p14:tracePt t="284098" x="1814513" y="3967163"/>
          <p14:tracePt t="284128" x="1814513" y="3829050"/>
          <p14:tracePt t="284146" x="1839913" y="3792538"/>
          <p14:tracePt t="284163" x="1839913" y="3741738"/>
          <p14:tracePt t="284177" x="1878013" y="3667125"/>
          <p14:tracePt t="284195" x="1927225" y="3603625"/>
          <p14:tracePt t="284207" x="1939925" y="3579813"/>
          <p14:tracePt t="284208" x="1965325" y="3541713"/>
          <p14:tracePt t="284222" x="1978025" y="3516313"/>
          <p14:tracePt t="284226" x="1990725" y="3503613"/>
          <p14:tracePt t="284242" x="1990725" y="3490913"/>
          <p14:tracePt t="284264" x="2014538" y="3467100"/>
          <p14:tracePt t="284282" x="2027238" y="3454400"/>
          <p14:tracePt t="284311" x="2127250" y="3416300"/>
          <p14:tracePt t="284327" x="2178050" y="3390900"/>
          <p14:tracePt t="284350" x="2252663" y="3378200"/>
          <p14:tracePt t="284351" x="2265363" y="3378200"/>
          <p14:tracePt t="284364" x="2339975" y="3378200"/>
          <p14:tracePt t="284384" x="2565400" y="3378200"/>
          <p14:tracePt t="284403" x="2703513" y="3378200"/>
          <p14:tracePt t="284417" x="2979738" y="3416300"/>
          <p14:tracePt t="284435" x="3116263" y="3441700"/>
          <p14:tracePt t="284449" x="3205163" y="3467100"/>
          <p14:tracePt t="284464" x="3279775" y="3479800"/>
          <p14:tracePt t="284482" x="3367088" y="3479800"/>
          <p14:tracePt t="284498" x="3392488" y="3479800"/>
          <p14:tracePt t="284529" x="3405188" y="3479800"/>
          <p14:tracePt t="285285" x="3467100" y="3516313"/>
          <p14:tracePt t="285300" x="3530600" y="3529013"/>
          <p14:tracePt t="285315" x="3567113" y="3541713"/>
          <p14:tracePt t="285329" x="3630613" y="3567113"/>
          <p14:tracePt t="285351" x="3692525" y="3567113"/>
          <p14:tracePt t="285352" x="3756025" y="3603625"/>
          <p14:tracePt t="285368" x="3968750" y="3641725"/>
          <p14:tracePt t="285385" x="4130675" y="3667125"/>
          <p14:tracePt t="285402" x="4205288" y="3729038"/>
          <p14:tracePt t="285432" x="4468813" y="3654425"/>
          <p14:tracePt t="285451" x="4594225" y="3603625"/>
          <p14:tracePt t="285466" x="4719638" y="3567113"/>
          <p14:tracePt t="285483" x="4806950" y="3541713"/>
          <p14:tracePt t="285502" x="4968875" y="3503613"/>
          <p14:tracePt t="285515" x="5132388" y="3467100"/>
          <p14:tracePt t="285534" x="5219700" y="3454400"/>
          <p14:tracePt t="285556" x="5432425" y="3390900"/>
          <p14:tracePt t="285582" x="5695950" y="3341688"/>
          <p14:tracePt t="285598" x="5883275" y="3328988"/>
          <p14:tracePt t="285620" x="6296025" y="3328988"/>
          <p14:tracePt t="285636" x="6646863" y="3316288"/>
          <p14:tracePt t="285651" x="6985000" y="3316288"/>
          <p14:tracePt t="285665" x="7223125" y="3316288"/>
          <p14:tracePt t="285682" x="7410450" y="3354388"/>
          <p14:tracePt t="285699" x="7597775" y="3390900"/>
          <p14:tracePt t="285714" x="7673975" y="3403600"/>
          <p14:tracePt t="285729" x="7773988" y="3416300"/>
          <p14:tracePt t="285755" x="8086725" y="3429000"/>
          <p14:tracePt t="285766" x="8199438" y="3454400"/>
          <p14:tracePt t="285783" x="8512175" y="3479800"/>
          <p14:tracePt t="285799" x="8724900" y="3516313"/>
          <p14:tracePt t="285813" x="8763000" y="3529013"/>
          <p14:tracePt t="285828" x="8937625" y="3541713"/>
          <p14:tracePt t="285849" x="9124950" y="3541713"/>
          <p14:tracePt t="285864" x="9224963" y="3541713"/>
          <p14:tracePt t="285881" x="9288463" y="3541713"/>
          <p14:tracePt t="285896" x="9337675" y="3503613"/>
          <p14:tracePt t="285913" x="9363075" y="3479800"/>
          <p14:tracePt t="285925" x="9401175" y="3454400"/>
          <p14:tracePt t="285945" x="9413875" y="3441700"/>
          <p14:tracePt t="285962" x="9424988" y="3429000"/>
          <p14:tracePt t="285979" x="9450388" y="3429000"/>
          <p14:tracePt t="285997" x="9501188" y="3429000"/>
          <p14:tracePt t="286016" x="9588500" y="3429000"/>
          <p14:tracePt t="286032" x="9626600" y="3429000"/>
          <p14:tracePt t="286050" x="9650413" y="3429000"/>
          <p14:tracePt t="286062" x="9663113" y="3429000"/>
          <p14:tracePt t="286312" x="9613900" y="3503613"/>
          <p14:tracePt t="286325" x="9537700" y="3554413"/>
          <p14:tracePt t="286345" x="9324975" y="3692525"/>
          <p14:tracePt t="286364" x="9099550" y="3792538"/>
          <p14:tracePt t="286380" x="8812213" y="3879850"/>
          <p14:tracePt t="286400" x="8612188" y="3905250"/>
          <p14:tracePt t="286416" x="8299450" y="3941763"/>
          <p14:tracePt t="286431" x="7773988" y="3954463"/>
          <p14:tracePt t="286450" x="7297738" y="3967163"/>
          <p14:tracePt t="286462" x="7034213" y="4017963"/>
          <p14:tracePt t="286478" x="6559550" y="4041775"/>
          <p14:tracePt t="286493" x="6108700" y="4054475"/>
          <p14:tracePt t="286508" x="5908675" y="4054475"/>
          <p14:tracePt t="286534" x="5619750" y="4079875"/>
          <p14:tracePt t="286555" x="5445125" y="4079875"/>
          <p14:tracePt t="286568" x="5357813" y="4079875"/>
          <p14:tracePt t="286584" x="5207000" y="4079875"/>
          <p14:tracePt t="286609" x="5045075" y="4105275"/>
          <p14:tracePt t="286625" x="4994275" y="4105275"/>
          <p14:tracePt t="286655" x="4894263" y="4105275"/>
          <p14:tracePt t="286957" x="4906963" y="4029075"/>
          <p14:tracePt t="286968" x="4981575" y="3929063"/>
          <p14:tracePt t="286984" x="5045075" y="3879850"/>
          <p14:tracePt t="287006" x="5157788" y="3816350"/>
          <p14:tracePt t="287009" x="5245100" y="3754438"/>
          <p14:tracePt t="287027" x="5294313" y="3716338"/>
          <p14:tracePt t="287046" x="5445125" y="3667125"/>
          <p14:tracePt t="287074" x="5732463" y="3590925"/>
          <p14:tracePt t="287090" x="5870575" y="3541713"/>
          <p14:tracePt t="287110" x="5983288" y="3503613"/>
          <p14:tracePt t="287126" x="6096000" y="3454400"/>
          <p14:tracePt t="287156" x="6270625" y="3416300"/>
          <p14:tracePt t="287169" x="6446838" y="3416300"/>
          <p14:tracePt t="287194" x="6708775" y="3416300"/>
          <p14:tracePt t="287212" x="6846888" y="3416300"/>
          <p14:tracePt t="287228" x="7034213" y="3416300"/>
          <p14:tracePt t="287247" x="7146925" y="3429000"/>
          <p14:tracePt t="287248" x="7185025" y="3454400"/>
          <p14:tracePt t="287263" x="7223125" y="3467100"/>
          <p14:tracePt t="287293" x="7435850" y="3503613"/>
          <p14:tracePt t="287322" x="7661275" y="3579813"/>
          <p14:tracePt t="287358" x="7848600" y="3641725"/>
          <p14:tracePt t="287371" x="7886700" y="3667125"/>
          <p14:tracePt t="287388" x="7910513" y="3692525"/>
          <p14:tracePt t="287405" x="7935913" y="3703638"/>
          <p14:tracePt t="287425" x="7986713" y="3754438"/>
          <p14:tracePt t="287456" x="8023225" y="3829050"/>
          <p14:tracePt t="287467" x="8023225" y="3841750"/>
          <p14:tracePt t="287481" x="8035925" y="3867150"/>
          <p14:tracePt t="287498" x="8035925" y="3892550"/>
          <p14:tracePt t="287520" x="8035925" y="3916363"/>
          <p14:tracePt t="287522" x="8035925" y="3929063"/>
          <p14:tracePt t="287538" x="8035925" y="3941763"/>
          <p14:tracePt t="287556" x="8035925" y="3954463"/>
          <p14:tracePt t="287582" x="8035925" y="3967163"/>
          <p14:tracePt t="287689" x="8035925" y="3954463"/>
          <p14:tracePt t="287704" x="8035925" y="3816350"/>
          <p14:tracePt t="287716" x="8074025" y="3767138"/>
          <p14:tracePt t="287730" x="8148638" y="3641725"/>
          <p14:tracePt t="287749" x="8324850" y="3541713"/>
          <p14:tracePt t="287771" x="8524875" y="3416300"/>
          <p14:tracePt t="287788" x="8624888" y="3378200"/>
          <p14:tracePt t="287806" x="8699500" y="3341688"/>
          <p14:tracePt t="287808" x="8712200" y="3328988"/>
          <p14:tracePt t="287827" x="8724900" y="3328988"/>
          <p14:tracePt t="287949" x="8737600" y="3328988"/>
          <p14:tracePt t="288002" x="8724900" y="3341688"/>
          <p14:tracePt t="288028" x="8699500" y="3367088"/>
          <p14:tracePt t="288045" x="8661400" y="3378200"/>
          <p14:tracePt t="288065" x="8624888" y="3416300"/>
          <p14:tracePt t="288099" x="8574088" y="3479800"/>
          <p14:tracePt t="288112" x="8537575" y="3529013"/>
          <p14:tracePt t="288128" x="8524875" y="3567113"/>
          <p14:tracePt t="288149" x="8499475" y="3603625"/>
          <p14:tracePt t="288169" x="8499475" y="3667125"/>
          <p14:tracePt t="288184" x="8499475" y="3692525"/>
          <p14:tracePt t="288207" x="8499475" y="3741738"/>
          <p14:tracePt t="288238" x="8499475" y="3767138"/>
          <p14:tracePt t="288240" x="8499475" y="3779838"/>
          <p14:tracePt t="288265" x="8499475" y="3792538"/>
          <p14:tracePt t="288374" x="8499475" y="3779838"/>
          <p14:tracePt t="288386" x="8499475" y="3716338"/>
          <p14:tracePt t="288402" x="8499475" y="3654425"/>
          <p14:tracePt t="288417" x="8499475" y="3603625"/>
          <p14:tracePt t="288449" x="8486775" y="3567113"/>
          <p14:tracePt t="288464" x="8474075" y="3554413"/>
          <p14:tracePt t="288493" x="8461375" y="3554413"/>
          <p14:tracePt t="288522" x="8448675" y="3554413"/>
          <p14:tracePt t="288536" x="8424863" y="3554413"/>
          <p14:tracePt t="288583" x="8412163" y="3554413"/>
          <p14:tracePt t="288598" x="8386763" y="3554413"/>
          <p14:tracePt t="288620" x="8374063" y="3590925"/>
          <p14:tracePt t="288633" x="8361363" y="3629025"/>
          <p14:tracePt t="288655" x="8361363" y="3641725"/>
          <p14:tracePt t="288992" x="8361363" y="3654425"/>
          <p14:tracePt t="289043" x="8348663" y="3679825"/>
          <p14:tracePt t="289140" x="8335963" y="3692525"/>
          <p14:tracePt t="289156" x="8324850" y="3703638"/>
          <p14:tracePt t="289173" x="8324850" y="3716338"/>
          <p14:tracePt t="289189" x="8299450" y="3729038"/>
          <p14:tracePt t="289209" x="8274050" y="3754438"/>
          <p14:tracePt t="289224" x="8235950" y="3754438"/>
          <p14:tracePt t="289242" x="8212138" y="3767138"/>
          <p14:tracePt t="289264" x="8174038" y="3767138"/>
          <p14:tracePt t="289281" x="8148638" y="3767138"/>
          <p14:tracePt t="289302" x="8099425" y="3767138"/>
          <p14:tracePt t="289304" x="8074025" y="3767138"/>
          <p14:tracePt t="289322" x="8048625" y="3767138"/>
          <p14:tracePt t="289337" x="8023225" y="3729038"/>
          <p14:tracePt t="289362" x="7999413" y="3716338"/>
          <p14:tracePt t="289363" x="7974013" y="3692525"/>
          <p14:tracePt t="289378" x="7974013" y="3654425"/>
          <p14:tracePt t="289396" x="7961313" y="3616325"/>
          <p14:tracePt t="289415" x="7961313" y="3579813"/>
          <p14:tracePt t="289417" x="7935913" y="3516313"/>
          <p14:tracePt t="289433" x="7935913" y="3429000"/>
          <p14:tracePt t="289452" x="7961313" y="3367088"/>
          <p14:tracePt t="289470" x="8035925" y="3254375"/>
          <p14:tracePt t="289472" x="8061325" y="3216275"/>
          <p14:tracePt t="289505" x="8212138" y="3141663"/>
          <p14:tracePt t="289525" x="8299450" y="3103563"/>
          <p14:tracePt t="289546" x="8386763" y="3103563"/>
          <p14:tracePt t="289576" x="8399463" y="3103563"/>
          <p14:tracePt t="289592" x="8412163" y="3103563"/>
          <p14:tracePt t="289611" x="8424863" y="3103563"/>
          <p14:tracePt t="289643" x="8435975" y="3103563"/>
          <p14:tracePt t="289776" x="8448675" y="3116263"/>
          <p14:tracePt t="289811" x="8461375" y="3141663"/>
          <p14:tracePt t="289825" x="8461375" y="3154363"/>
          <p14:tracePt t="289846" x="8474075" y="3165475"/>
          <p14:tracePt t="289859" x="8486775" y="3178175"/>
          <p14:tracePt t="289873" x="8499475" y="3190875"/>
          <p14:tracePt t="289907" x="8524875" y="3216275"/>
          <p14:tracePt t="289974" x="8524875" y="3228975"/>
          <p14:tracePt t="289988" x="8548688" y="3241675"/>
          <p14:tracePt t="290005" x="8548688" y="3254375"/>
          <p14:tracePt t="290043" x="8548688" y="3278188"/>
          <p14:tracePt t="290063" x="8548688" y="3303588"/>
          <p14:tracePt t="290077" x="8548688" y="3316288"/>
          <p14:tracePt t="290097" x="8548688" y="3367088"/>
          <p14:tracePt t="290127" x="8548688" y="3390900"/>
          <p14:tracePt t="290127" x="8524875" y="3416300"/>
          <p14:tracePt t="290142" x="8499475" y="3429000"/>
          <p14:tracePt t="290161" x="8448675" y="3441700"/>
          <p14:tracePt t="290177" x="8399463" y="3467100"/>
          <p14:tracePt t="290195" x="8361363" y="3479800"/>
          <p14:tracePt t="290212" x="8324850" y="3490913"/>
          <p14:tracePt t="290230" x="8324850" y="3503613"/>
          <p14:tracePt t="290262" x="8223250" y="3579813"/>
          <p14:tracePt t="290276" x="8123238" y="3603625"/>
          <p14:tracePt t="290293" x="8074025" y="3616325"/>
          <p14:tracePt t="290311" x="7923213" y="3679825"/>
          <p14:tracePt t="290329" x="7848600" y="3716338"/>
          <p14:tracePt t="290346" x="7823200" y="3716338"/>
          <p14:tracePt t="290360" x="7710488" y="3754438"/>
          <p14:tracePt t="290375" x="7673975" y="3767138"/>
          <p14:tracePt t="290375" x="7585075" y="3803650"/>
          <p14:tracePt t="290392" x="7497763" y="3803650"/>
          <p14:tracePt t="290411" x="7410450" y="3829050"/>
          <p14:tracePt t="290420" x="7397750" y="3854450"/>
          <p14:tracePt t="290437" x="7285038" y="3867150"/>
          <p14:tracePt t="290457" x="7123113" y="3905250"/>
          <p14:tracePt t="290471" x="7072313" y="3905250"/>
          <p14:tracePt t="290472" x="7021513" y="3905250"/>
          <p14:tracePt t="290488" x="6797675" y="3929063"/>
          <p14:tracePt t="290505" x="6708775" y="3929063"/>
          <p14:tracePt t="290525" x="6584950" y="3929063"/>
          <p14:tracePt t="290539" x="6459538" y="3929063"/>
          <p14:tracePt t="290994" x="6572250" y="3892550"/>
          <p14:tracePt t="291011" x="6584950" y="3879850"/>
          <p14:tracePt t="291325" x="6508750" y="3929063"/>
          <p14:tracePt t="291569" x="6708775" y="3816350"/>
          <p14:tracePt t="291579" x="6784975" y="3754438"/>
          <p14:tracePt t="291595" x="6897688" y="3641725"/>
          <p14:tracePt t="291620" x="7072313" y="3454400"/>
          <p14:tracePt t="291638" x="7134225" y="3354388"/>
          <p14:tracePt t="291640" x="7159625" y="3303588"/>
          <p14:tracePt t="291655" x="7159625" y="3290888"/>
          <p14:tracePt t="291655" x="7159625" y="3254375"/>
          <p14:tracePt t="291670" x="7172325" y="3228975"/>
          <p14:tracePt t="291681" x="7172325" y="3190875"/>
          <p14:tracePt t="291696" x="7172325" y="3141663"/>
          <p14:tracePt t="291716" x="7172325" y="3128963"/>
          <p14:tracePt t="291735" x="7172325" y="3103563"/>
          <p14:tracePt t="291763" x="7172325" y="3090863"/>
          <p14:tracePt t="291982" x="7172325" y="3103563"/>
          <p14:tracePt t="292034" x="7185025" y="3116263"/>
          <p14:tracePt t="292049" x="7235825" y="3128963"/>
          <p14:tracePt t="292067" x="7323138" y="3128963"/>
          <p14:tracePt t="292082" x="7397750" y="3128963"/>
          <p14:tracePt t="292095" x="7561263" y="3128963"/>
          <p14:tracePt t="292118" x="7610475" y="3128963"/>
          <p14:tracePt t="292136" x="7735888" y="3103563"/>
          <p14:tracePt t="292164" x="7797800" y="3078163"/>
          <p14:tracePt t="292384" x="7797800" y="3103563"/>
          <p14:tracePt t="292398" x="7810500" y="3128963"/>
          <p14:tracePt t="292419" x="7861300" y="3165475"/>
          <p14:tracePt t="292435" x="7910513" y="3165475"/>
          <p14:tracePt t="292465" x="7923213" y="3178175"/>
          <p14:tracePt t="292532" x="7935913" y="3178175"/>
          <p14:tracePt t="292643" x="7948613" y="3178175"/>
          <p14:tracePt t="292662" x="7948613" y="3190875"/>
          <p14:tracePt t="292718" x="7961313" y="3190875"/>
          <p14:tracePt t="292809" x="7961313" y="3203575"/>
          <p14:tracePt t="292826" x="7935913" y="3203575"/>
          <p14:tracePt t="292843" x="7848600" y="3203575"/>
          <p14:tracePt t="292865" x="7735888" y="3328988"/>
          <p14:tracePt t="292882" x="7623175" y="3378200"/>
          <p14:tracePt t="292898" x="7548563" y="3454400"/>
          <p14:tracePt t="292916" x="7435850" y="3541713"/>
          <p14:tracePt t="292928" x="7385050" y="3590925"/>
          <p14:tracePt t="292943" x="7348538" y="3629025"/>
          <p14:tracePt t="292964" x="7348538" y="3654425"/>
          <p14:tracePt t="293059" x="7348538" y="3667125"/>
          <p14:tracePt t="293088" x="7348538" y="3692525"/>
          <p14:tracePt t="293122" x="7397750" y="3692525"/>
          <p14:tracePt t="293140" x="7435850" y="3692525"/>
          <p14:tracePt t="293172" x="7823200" y="3467100"/>
          <p14:tracePt t="293185" x="7923213" y="3378200"/>
          <p14:tracePt t="293202" x="8061325" y="3316288"/>
          <p14:tracePt t="293222" x="8086725" y="3303588"/>
          <p14:tracePt t="293317" x="8099425" y="3290888"/>
          <p14:tracePt t="293356" x="8110538" y="3290888"/>
          <p14:tracePt t="293402" x="8110538" y="3278188"/>
          <p14:tracePt t="293419" x="8123238" y="3316288"/>
          <p14:tracePt t="293434" x="8123238" y="3354388"/>
          <p14:tracePt t="293446" x="8123238" y="3367088"/>
          <p14:tracePt t="293448" x="8123238" y="3403600"/>
          <p14:tracePt t="293467" x="8123238" y="3441700"/>
          <p14:tracePt t="293481" x="8123238" y="3467100"/>
          <p14:tracePt t="293508" x="8110538" y="3490913"/>
          <p14:tracePt t="293540" x="8035925" y="3490913"/>
          <p14:tracePt t="293556" x="7897813" y="3454400"/>
          <p14:tracePt t="293572" x="7648575" y="3316288"/>
          <p14:tracePt t="293585" x="7235825" y="3165475"/>
          <p14:tracePt t="293600" x="6934200" y="3090863"/>
          <p14:tracePt t="293617" x="6797675" y="3003550"/>
          <p14:tracePt t="293637" x="6734175" y="2978150"/>
          <p14:tracePt t="293652" x="6721475" y="2952750"/>
          <p14:tracePt t="293821" x="6746875" y="2952750"/>
          <p14:tracePt t="293833" x="6784975" y="2965450"/>
          <p14:tracePt t="293874" x="6859588" y="3016250"/>
          <p14:tracePt t="293886" x="6872288" y="3016250"/>
          <p14:tracePt t="293933" x="6897688" y="3041650"/>
          <p14:tracePt t="293948" x="6921500" y="3041650"/>
          <p14:tracePt t="293976" x="6934200" y="3054350"/>
          <p14:tracePt t="294017" x="6946900" y="3054350"/>
          <p14:tracePt t="294091" x="6959600" y="3065463"/>
          <p14:tracePt t="294608" x="6959600" y="3090863"/>
          <p14:tracePt t="294624" x="6946900" y="3154363"/>
          <p14:tracePt t="294639" x="6897688" y="3203575"/>
          <p14:tracePt t="294655" x="6746875" y="3267075"/>
          <p14:tracePt t="294675" x="6684963" y="3303588"/>
          <p14:tracePt t="294687" x="6472238" y="3378200"/>
          <p14:tracePt t="294703" x="6234113" y="3479800"/>
          <p14:tracePt t="294723" x="6070600" y="3529013"/>
          <p14:tracePt t="294742" x="5770563" y="3579813"/>
          <p14:tracePt t="294760" x="5332413" y="3667125"/>
          <p14:tracePt t="294773" x="5294313" y="3679825"/>
          <p14:tracePt t="294788" x="5219700" y="3679825"/>
          <p14:tracePt t="294805" x="5145088" y="3679825"/>
          <p14:tracePt t="294824" x="4843463" y="3729038"/>
          <p14:tracePt t="294840" x="4643438" y="3767138"/>
          <p14:tracePt t="294857" x="4530725" y="3779838"/>
          <p14:tracePt t="294876" x="4430713" y="3779838"/>
          <p14:tracePt t="294891" x="4343400" y="3779838"/>
          <p14:tracePt t="294908" x="4256088" y="3792538"/>
          <p14:tracePt t="294928" x="4230688" y="3816350"/>
          <p14:tracePt t="295739" x="3930650" y="3879850"/>
          <p14:tracePt t="295755" x="3830638" y="3941763"/>
          <p14:tracePt t="295779" x="3767138" y="4005263"/>
          <p14:tracePt t="295791" x="3767138" y="4041775"/>
          <p14:tracePt t="295807" x="3767138" y="4067175"/>
          <p14:tracePt t="295808" x="3767138" y="4079875"/>
          <p14:tracePt t="295826" x="3767138" y="4129088"/>
          <p14:tracePt t="295838" x="3767138" y="4154488"/>
          <p14:tracePt t="295855" x="3792538" y="4192588"/>
          <p14:tracePt t="295877" x="3817938" y="4217988"/>
          <p14:tracePt t="295888" x="3830638" y="4241800"/>
          <p14:tracePt t="296635" x="3830638" y="4279900"/>
          <p14:tracePt t="296664" x="3830638" y="4367213"/>
          <p14:tracePt t="296682" x="3830638" y="4379913"/>
          <p14:tracePt t="296699" x="3830638" y="4443413"/>
          <p14:tracePt t="296716" x="3830638" y="4479925"/>
          <p14:tracePt t="296742" x="3830638" y="4543425"/>
          <p14:tracePt t="296755" x="3830638" y="4567238"/>
          <p14:tracePt t="296775" x="3830638" y="4592638"/>
          <p14:tracePt t="296787" x="3830638" y="4605338"/>
          <p14:tracePt t="296819" x="3830638" y="4618038"/>
          <p14:tracePt t="296839" x="3830638" y="4630738"/>
          <p14:tracePt t="296871" x="3830638" y="4643438"/>
          <p14:tracePt t="296940" x="3692525" y="4567238"/>
          <p14:tracePt t="296956" x="3530600" y="4479925"/>
          <p14:tracePt t="296973" x="3328988" y="4443413"/>
          <p14:tracePt t="296988" x="3205163" y="4405313"/>
          <p14:tracePt t="297018" x="3067050" y="4379913"/>
          <p14:tracePt t="297035" x="3067050" y="4367213"/>
          <p14:tracePt t="297083" x="3067050" y="4330700"/>
          <p14:tracePt t="297097" x="3067050" y="4267200"/>
          <p14:tracePt t="297115" x="3067050" y="4179888"/>
          <p14:tracePt t="297131" x="3067050" y="4092575"/>
          <p14:tracePt t="297146" x="3067050" y="4054475"/>
          <p14:tracePt t="297180" x="3054350" y="4029075"/>
          <p14:tracePt t="297195" x="3016250" y="3992563"/>
          <p14:tracePt t="297208" x="3003550" y="3967163"/>
          <p14:tracePt t="297227" x="2992438" y="3954463"/>
          <p14:tracePt t="297239" x="2967038" y="3929063"/>
          <p14:tracePt t="297255" x="2941638" y="3892550"/>
          <p14:tracePt t="297274" x="2916238" y="3841750"/>
          <p14:tracePt t="297291" x="2890838" y="3829050"/>
          <p14:tracePt t="297306" x="2854325" y="3779838"/>
          <p14:tracePt t="297326" x="2854325" y="3767138"/>
          <p14:tracePt t="297328" x="2841625" y="3754438"/>
          <p14:tracePt t="297379" x="2841625" y="3741738"/>
          <p14:tracePt t="297432" x="2828925" y="3741738"/>
          <p14:tracePt t="297447" x="2816225" y="3741738"/>
          <p14:tracePt t="297463" x="2803525" y="3729038"/>
          <p14:tracePt t="297483" x="2803525" y="3703638"/>
          <p14:tracePt t="297536" x="2803525" y="3692525"/>
          <p14:tracePt t="305758" x="2803525" y="3729038"/>
          <p14:tracePt t="305773" x="2803525" y="3754438"/>
          <p14:tracePt t="305790" x="2816225" y="3816350"/>
          <p14:tracePt t="305805" x="2828925" y="3829050"/>
          <p14:tracePt t="305818" x="2828925" y="3841750"/>
          <p14:tracePt t="305835" x="2828925" y="3867150"/>
          <p14:tracePt t="305853" x="2841625" y="3867150"/>
          <p14:tracePt t="305872" x="2841625" y="3892550"/>
          <p14:tracePt t="305904" x="2854325" y="3929063"/>
          <p14:tracePt t="305929" x="2854325" y="3954463"/>
          <p14:tracePt t="305948" x="2854325" y="3967163"/>
          <p14:tracePt t="305963" x="2854325" y="3992563"/>
          <p14:tracePt t="305980" x="2867025" y="4005263"/>
          <p14:tracePt t="306018" x="2867025" y="4029075"/>
          <p14:tracePt t="306046" x="2867025" y="4054475"/>
          <p14:tracePt t="306061" x="2867025" y="4079875"/>
          <p14:tracePt t="306078" x="2867025" y="4117975"/>
          <p14:tracePt t="306096" x="2867025" y="4154488"/>
          <p14:tracePt t="306153" x="2867025" y="4179888"/>
          <p14:tracePt t="306169" x="2867025" y="4192588"/>
          <p14:tracePt t="306222" x="2867025" y="4217988"/>
          <p14:tracePt t="306270" x="2867025" y="4230688"/>
          <p14:tracePt t="306718" x="2879725" y="4217988"/>
          <p14:tracePt t="306729" x="2890838" y="4217988"/>
          <p14:tracePt t="306746" x="2890838" y="4205288"/>
          <p14:tracePt t="306761" x="2903538" y="4205288"/>
          <p14:tracePt t="306792" x="2903538" y="4192588"/>
          <p14:tracePt t="306835" x="2916238" y="4179888"/>
          <p14:tracePt t="307007" x="2928938" y="4179888"/>
          <p14:tracePt t="307049" x="2941638" y="4192588"/>
          <p14:tracePt t="307107" x="2954338" y="4205288"/>
          <p14:tracePt t="307119" x="2967038" y="4217988"/>
          <p14:tracePt t="307134" x="2967038" y="4230688"/>
          <p14:tracePt t="307162" x="2967038" y="4254500"/>
          <p14:tracePt t="307177" x="2967038" y="4267200"/>
          <p14:tracePt t="307212" x="2967038" y="4292600"/>
          <p14:tracePt t="307225" x="2967038" y="4305300"/>
          <p14:tracePt t="307256" x="2967038" y="4341813"/>
          <p14:tracePt t="307280" x="2967038" y="4354513"/>
          <p14:tracePt t="307300" x="2967038" y="4379913"/>
          <p14:tracePt t="307342" x="2967038" y="4392613"/>
          <p14:tracePt t="307377" x="2941638" y="4392613"/>
          <p14:tracePt t="307407" x="2916238" y="4392613"/>
          <p14:tracePt t="307447" x="2903538" y="4367213"/>
          <p14:tracePt t="307478" x="2890838" y="4341813"/>
          <p14:tracePt t="307480" x="2890838" y="4330700"/>
          <p14:tracePt t="307500" x="2890838" y="4305300"/>
          <p14:tracePt t="307525" x="2890838" y="4241800"/>
          <p14:tracePt t="307540" x="2890838" y="4205288"/>
          <p14:tracePt t="307559" x="2890838" y="4154488"/>
          <p14:tracePt t="307571" x="2916238" y="4117975"/>
          <p14:tracePt t="307587" x="2941638" y="4054475"/>
          <p14:tracePt t="307603" x="2967038" y="4017963"/>
          <p14:tracePt t="307622" x="3003550" y="3979863"/>
          <p14:tracePt t="307636" x="3003550" y="3954463"/>
          <p14:tracePt t="307654" x="3041650" y="3929063"/>
          <p14:tracePt t="307666" x="3054350" y="3916363"/>
          <p14:tracePt t="308087" x="2992438" y="3916363"/>
          <p14:tracePt t="308110" x="2941638" y="3929063"/>
          <p14:tracePt t="308125" x="2916238" y="3929063"/>
          <p14:tracePt t="308143" x="2867025" y="3954463"/>
          <p14:tracePt t="308163" x="2854325" y="3967163"/>
          <p14:tracePt t="308183" x="2841625" y="3967163"/>
          <p14:tracePt t="308201" x="2828925" y="3967163"/>
          <p14:tracePt t="308226" x="2790825" y="3967163"/>
          <p14:tracePt t="308243" x="2778125" y="3954463"/>
          <p14:tracePt t="308261" x="2778125" y="3929063"/>
          <p14:tracePt t="308276" x="2741613" y="3879850"/>
          <p14:tracePt t="308294" x="2741613" y="3867150"/>
          <p14:tracePt t="308314" x="2741613" y="3854450"/>
          <p14:tracePt t="310491" x="2778125" y="3854450"/>
          <p14:tracePt t="310512" x="2816225" y="3892550"/>
          <p14:tracePt t="310525" x="2828925" y="3905250"/>
          <p14:tracePt t="310541" x="2867025" y="3941763"/>
          <p14:tracePt t="310556" x="2903538" y="3967163"/>
          <p14:tracePt t="310571" x="2941638" y="3992563"/>
          <p14:tracePt t="310592" x="2992438" y="4017963"/>
          <p14:tracePt t="310610" x="3041650" y="4054475"/>
          <p14:tracePt t="310625" x="3103563" y="4067175"/>
          <p14:tracePt t="310643" x="3167063" y="4092575"/>
          <p14:tracePt t="310657" x="3292475" y="4105275"/>
          <p14:tracePt t="310673" x="3379788" y="4129088"/>
          <p14:tracePt t="310698" x="3479800" y="4154488"/>
          <p14:tracePt t="310713" x="3554413" y="4154488"/>
          <p14:tracePt t="310726" x="3579813" y="4167188"/>
          <p14:tracePt t="310744" x="3767138" y="4217988"/>
          <p14:tracePt t="310758" x="3817938" y="4217988"/>
          <p14:tracePt t="310772" x="3930650" y="4230688"/>
          <p14:tracePt t="310792" x="4005263" y="4254500"/>
          <p14:tracePt t="310813" x="4081463" y="4254500"/>
          <p14:tracePt t="310826" x="4156075" y="4254500"/>
          <p14:tracePt t="310844" x="4205288" y="4254500"/>
          <p14:tracePt t="310857" x="4243388" y="4254500"/>
          <p14:tracePt t="310872" x="4294188" y="4254500"/>
          <p14:tracePt t="310891" x="4343400" y="4254500"/>
          <p14:tracePt t="310913" x="4406900" y="4254500"/>
          <p14:tracePt t="310943" x="4418013" y="4254500"/>
          <p14:tracePt t="310983" x="4456113" y="4254500"/>
          <p14:tracePt t="311000" x="4543425" y="4254500"/>
          <p14:tracePt t="311017" x="4706938" y="4254500"/>
          <p14:tracePt t="311036" x="4806950" y="4267200"/>
          <p14:tracePt t="324551" x="4819650" y="4279900"/>
          <p14:tracePt t="324552" x="4832350" y="4292600"/>
          <p14:tracePt t="324563" x="4832350" y="4330700"/>
          <p14:tracePt t="324591" x="4843463" y="4367213"/>
          <p14:tracePt t="324592" x="4843463" y="4379913"/>
          <p14:tracePt t="324620" x="4856163" y="4392613"/>
          <p14:tracePt t="324645" x="4856163" y="4405313"/>
          <p14:tracePt t="324660" x="4856163" y="4418013"/>
          <p14:tracePt t="325265" x="4932363" y="4605338"/>
          <p14:tracePt t="325281" x="4968875" y="4743450"/>
          <p14:tracePt t="325298" x="5006975" y="4792663"/>
          <p14:tracePt t="325314" x="5032375" y="4843463"/>
          <p14:tracePt t="325334" x="5032375" y="4892675"/>
          <p14:tracePt t="325347" x="5057775" y="4918075"/>
          <p14:tracePt t="327017" x="5057775" y="5030788"/>
          <p14:tracePt t="327033" x="5057775" y="5230813"/>
          <p14:tracePt t="327058" x="5057775" y="5507038"/>
          <p14:tracePt t="327072" x="5057775" y="5668963"/>
          <p14:tracePt t="327093" x="4968875" y="5868988"/>
          <p14:tracePt t="327096" x="4919663" y="5981700"/>
          <p14:tracePt t="327114" x="4756150" y="6219825"/>
          <p14:tracePt t="327132" x="4606925" y="6419850"/>
          <p14:tracePt t="327157" x="4343400" y="6619875"/>
          <p14:tracePt t="327171" x="4181475" y="6696075"/>
          <p14:tracePt t="327193" x="3968750" y="6783388"/>
          <p14:tracePt t="327208" x="3856038" y="6807200"/>
          <p14:tracePt t="327223" x="3805238" y="6819900"/>
          <p14:tracePt t="327246" x="3756025" y="6845300"/>
          <p14:tracePt t="327259" x="3743325" y="6845300"/>
          <p14:tracePt t="327275" x="3730625" y="6845300"/>
          <p14:tracePt t="327339" x="3692525" y="6819900"/>
          <p14:tracePt t="327353" x="3643313" y="6757988"/>
          <p14:tracePt t="327368" x="3630613" y="6696075"/>
          <p14:tracePt t="327383" x="3617913" y="6683375"/>
          <p14:tracePt t="327402" x="3617913" y="6632575"/>
          <p14:tracePt t="327499" x="3605213" y="6594475"/>
          <p14:tracePt t="327514" x="3579813" y="6557963"/>
          <p14:tracePt t="327531" x="3567113" y="6483350"/>
          <p14:tracePt t="327557" x="3541713" y="6432550"/>
          <p14:tracePt t="327572" x="3530600" y="6381750"/>
          <p14:tracePt t="327595" x="3454400" y="6332538"/>
          <p14:tracePt t="327607" x="3429000" y="6281738"/>
          <p14:tracePt t="327621" x="3392488" y="6269038"/>
          <p14:tracePt t="327642" x="3354388" y="6232525"/>
          <p14:tracePt t="327658" x="3328988" y="6219825"/>
          <p14:tracePt t="327674" x="3317875" y="6194425"/>
          <p14:tracePt t="327690" x="3279775" y="6169025"/>
          <p14:tracePt t="327705" x="3241675" y="6145213"/>
          <p14:tracePt t="327721" x="3216275" y="6094413"/>
          <p14:tracePt t="327737" x="3205163" y="6069013"/>
          <p14:tracePt t="327753" x="3179763" y="6056313"/>
          <p14:tracePt t="327782" x="3179763" y="6045200"/>
          <p14:tracePt t="327784" x="3167063" y="6032500"/>
          <p14:tracePt t="327800" x="3154363" y="6007100"/>
          <p14:tracePt t="327818" x="3141663" y="6007100"/>
          <p14:tracePt t="327834" x="3141663" y="5994400"/>
          <p14:tracePt t="327860" x="3116263" y="5956300"/>
          <p14:tracePt t="327909" x="3116263" y="5945188"/>
          <p14:tracePt t="328033" x="3103563" y="5945188"/>
          <p14:tracePt t="328212" x="3092450" y="5932488"/>
          <p14:tracePt t="328228" x="3079750" y="5932488"/>
          <p14:tracePt t="328247" x="3041650" y="5932488"/>
          <p14:tracePt t="328262" x="2992438" y="5919788"/>
          <p14:tracePt t="328276" x="2890838" y="5919788"/>
          <p14:tracePt t="328301" x="2728913" y="5881688"/>
          <p14:tracePt t="328320" x="2616200" y="5881688"/>
          <p14:tracePt t="328337" x="2590800" y="5881688"/>
          <p14:tracePt t="328365" x="2565400" y="5881688"/>
          <p14:tracePt t="328381" x="2554288" y="5881688"/>
          <p14:tracePt t="328405" x="2528888" y="5881688"/>
          <p14:tracePt t="328421" x="2490788" y="5881688"/>
          <p14:tracePt t="328442" x="2352675" y="5894388"/>
          <p14:tracePt t="328461" x="2278063" y="5907088"/>
          <p14:tracePt t="328480" x="2228850" y="5907088"/>
          <p14:tracePt t="328497" x="2178050" y="5919788"/>
          <p14:tracePt t="328515" x="2139950" y="5919788"/>
          <p14:tracePt t="328561" x="2103438" y="5919788"/>
          <p14:tracePt t="328598" x="2078038" y="5919788"/>
          <p14:tracePt t="328615" x="2065338" y="5932488"/>
          <p14:tracePt t="328619" x="2039938" y="5932488"/>
          <p14:tracePt t="328640" x="2003425" y="5932488"/>
          <p14:tracePt t="328656" x="1990725" y="5932488"/>
          <p14:tracePt t="328738" x="1978025" y="5932488"/>
          <p14:tracePt t="328916" x="1965325" y="5932488"/>
          <p14:tracePt t="329080" x="1965325" y="5919788"/>
          <p14:tracePt t="329120" x="2003425" y="5919788"/>
          <p14:tracePt t="329137" x="2039938" y="5907088"/>
          <p14:tracePt t="329166" x="2065338" y="5894388"/>
          <p14:tracePt t="329204" x="2078038" y="5894388"/>
          <p14:tracePt t="329219" x="2116138" y="5881688"/>
          <p14:tracePt t="329240" x="2252663" y="5832475"/>
          <p14:tracePt t="329258" x="2365375" y="5819775"/>
          <p14:tracePt t="329274" x="2503488" y="5807075"/>
          <p14:tracePt t="329293" x="2641600" y="5768975"/>
          <p14:tracePt t="329308" x="2728913" y="5768975"/>
          <p14:tracePt t="329324" x="2803525" y="5768975"/>
          <p14:tracePt t="329345" x="2867025" y="5768975"/>
          <p14:tracePt t="329358" x="2879725" y="5768975"/>
          <p14:tracePt t="329360" x="2890838" y="5768975"/>
          <p14:tracePt t="329374" x="2890838" y="5743575"/>
          <p14:tracePt t="329393" x="2928938" y="5743575"/>
          <p14:tracePt t="329414" x="3028950" y="5743575"/>
          <p14:tracePt t="329430" x="3141663" y="5743575"/>
          <p14:tracePt t="329449" x="3441700" y="5743575"/>
          <p14:tracePt t="329462" x="3554413" y="5743575"/>
          <p14:tracePt t="329478" x="3730625" y="5756275"/>
          <p14:tracePt t="329496" x="3830638" y="5756275"/>
          <p14:tracePt t="329519" x="3905250" y="5756275"/>
          <p14:tracePt t="329535" x="4005263" y="5781675"/>
          <p14:tracePt t="329564" x="4092575" y="5781675"/>
          <p14:tracePt t="329578" x="4130675" y="5794375"/>
          <p14:tracePt t="329597" x="4168775" y="5794375"/>
          <p14:tracePt t="329613" x="4205288" y="5794375"/>
          <p14:tracePt t="329629" x="4268788" y="5807075"/>
          <p14:tracePt t="329632" x="4305300" y="5832475"/>
          <p14:tracePt t="329648" x="4368800" y="5843588"/>
          <p14:tracePt t="329666" x="4443413" y="5881688"/>
          <p14:tracePt t="329679" x="4506913" y="5894388"/>
          <p14:tracePt t="329698" x="4556125" y="5919788"/>
          <p14:tracePt t="329711" x="4581525" y="5932488"/>
          <p14:tracePt t="329712" x="4606925" y="5945188"/>
          <p14:tracePt t="329726" x="4630738" y="5945188"/>
          <p14:tracePt t="329745" x="4881563" y="5981700"/>
          <p14:tracePt t="329763" x="5081588" y="5994400"/>
          <p14:tracePt t="329777" x="5232400" y="5994400"/>
          <p14:tracePt t="329795" x="5294313" y="5994400"/>
          <p14:tracePt t="329806" x="5307013" y="5994400"/>
          <p14:tracePt t="329836" x="5332413" y="5994400"/>
          <p14:tracePt t="329854" x="5345113" y="6007100"/>
          <p14:tracePt t="329962" x="5383213" y="5994400"/>
          <p14:tracePt t="329977" x="5394325" y="5981700"/>
          <p14:tracePt t="329994" x="5432425" y="5945188"/>
          <p14:tracePt t="330033" x="5457825" y="5919788"/>
          <p14:tracePt t="330053" x="5470525" y="5907088"/>
          <p14:tracePt t="330107" x="5470525" y="5868988"/>
          <p14:tracePt t="330136" x="5483225" y="5843588"/>
          <p14:tracePt t="330169" x="5495925" y="5832475"/>
          <p14:tracePt t="330201" x="5507038" y="5781675"/>
          <p14:tracePt t="330230" x="5532438" y="5768975"/>
          <p14:tracePt t="330249" x="5557838" y="5756275"/>
          <p14:tracePt t="330267" x="5607050" y="5743575"/>
          <p14:tracePt t="330280" x="5683250" y="5743575"/>
          <p14:tracePt t="330298" x="5719763" y="5743575"/>
          <p14:tracePt t="330311" x="5808663" y="5719763"/>
          <p14:tracePt t="330323" x="5845175" y="5719763"/>
          <p14:tracePt t="330328" x="5857875" y="5707063"/>
          <p14:tracePt t="330346" x="5895975" y="5707063"/>
          <p14:tracePt t="330365" x="5921375" y="5707063"/>
          <p14:tracePt t="330378" x="5932488" y="5707063"/>
          <p14:tracePt t="330395" x="5945188" y="5707063"/>
          <p14:tracePt t="330502" x="5957888" y="5707063"/>
          <p14:tracePt t="330544" x="5970588" y="5707063"/>
          <p14:tracePt t="330560" x="5983288" y="5707063"/>
          <p14:tracePt t="330588" x="6008688" y="5707063"/>
          <p14:tracePt t="330604" x="6021388" y="5707063"/>
          <p14:tracePt t="330617" x="6034088" y="5707063"/>
          <p14:tracePt t="330797" x="6045200" y="5707063"/>
          <p14:tracePt t="330810" x="6057900" y="5707063"/>
          <p14:tracePt t="330835" x="6070600" y="5707063"/>
          <p14:tracePt t="330850" x="6083300" y="5707063"/>
          <p14:tracePt t="330865" x="6096000" y="5707063"/>
          <p14:tracePt t="331497" x="6083300" y="5707063"/>
          <p14:tracePt t="331567" x="6070600" y="5707063"/>
          <p14:tracePt t="331580" x="6057900" y="5707063"/>
          <p14:tracePt t="331601" x="6034088" y="5707063"/>
          <p14:tracePt t="331614" x="6021388" y="5707063"/>
          <p14:tracePt t="331631" x="6008688" y="5707063"/>
          <p14:tracePt t="331648" x="5957888" y="5707063"/>
          <p14:tracePt t="331663" x="5945188" y="5707063"/>
          <p14:tracePt t="331664" x="5921375" y="5707063"/>
          <p14:tracePt t="331690" x="5770563" y="5719763"/>
          <p14:tracePt t="331713" x="5695950" y="5743575"/>
          <p14:tracePt t="331798" x="5683250" y="5743575"/>
          <p14:tracePt t="331838" x="5657850" y="5794375"/>
          <p14:tracePt t="331855" x="5657850" y="5807075"/>
          <p14:tracePt t="331858" x="5632450" y="5819775"/>
          <p14:tracePt t="331872" x="5595938" y="5843588"/>
          <p14:tracePt t="331886" x="5557838" y="5856288"/>
          <p14:tracePt t="331909" x="5432425" y="5894388"/>
          <p14:tracePt t="331933" x="5257800" y="5945188"/>
          <p14:tracePt t="331953" x="5094288" y="5969000"/>
          <p14:tracePt t="331971" x="4945063" y="5994400"/>
          <p14:tracePt t="331987" x="4868863" y="6032500"/>
          <p14:tracePt t="332004" x="4781550" y="6056313"/>
          <p14:tracePt t="332019" x="4719638" y="6056313"/>
          <p14:tracePt t="332035" x="4630738" y="6081713"/>
          <p14:tracePt t="332053" x="4518025" y="6119813"/>
          <p14:tracePt t="332056" x="4481513" y="6119813"/>
          <p14:tracePt t="332069" x="4443413" y="6132513"/>
          <p14:tracePt t="332084" x="4381500" y="6157913"/>
          <p14:tracePt t="332112" x="4281488" y="6207125"/>
          <p14:tracePt t="332128" x="4230688" y="6207125"/>
          <p14:tracePt t="332148" x="4192588" y="6219825"/>
          <p14:tracePt t="332533" x="4192588" y="6207125"/>
          <p14:tracePt t="332581" x="4192588" y="6194425"/>
          <p14:tracePt t="332598" x="4243388" y="6169025"/>
          <p14:tracePt t="332613" x="4268788" y="6157913"/>
          <p14:tracePt t="332642" x="4318000" y="6132513"/>
          <p14:tracePt t="332676" x="4356100" y="6119813"/>
          <p14:tracePt t="332690" x="4368800" y="6119813"/>
          <p14:tracePt t="332710" x="4394200" y="6094413"/>
          <p14:tracePt t="332719" x="4406900" y="6094413"/>
          <p14:tracePt t="332733" x="4406900" y="6081713"/>
          <p14:tracePt t="332753" x="4443413" y="6056313"/>
          <p14:tracePt t="332785" x="4468813" y="6045200"/>
          <p14:tracePt t="332816" x="4468813" y="6032500"/>
          <p14:tracePt t="332831" x="4481513" y="6019800"/>
          <p14:tracePt t="332832" x="4481513" y="6007100"/>
          <p14:tracePt t="332850" x="4506913" y="6007100"/>
          <p14:tracePt t="332876" x="4518025" y="5994400"/>
          <p14:tracePt t="332909" x="4543425" y="5969000"/>
          <p14:tracePt t="332968" x="4568825" y="5969000"/>
          <p14:tracePt t="332983" x="4594225" y="5969000"/>
          <p14:tracePt t="332999" x="4619625" y="5969000"/>
          <p14:tracePt t="333015" x="4630738" y="5969000"/>
          <p14:tracePt t="333015" x="4643438" y="5956300"/>
          <p14:tracePt t="333044" x="4681538" y="5945188"/>
          <p14:tracePt t="333077" x="4706938" y="5932488"/>
          <p14:tracePt t="333090" x="4719638" y="5932488"/>
          <p14:tracePt t="333536" x="4743450" y="5919788"/>
          <p14:tracePt t="333745" x="4768850" y="5932488"/>
          <p14:tracePt t="333763" x="4819650" y="5981700"/>
          <p14:tracePt t="333781" x="4832350" y="6007100"/>
          <p14:tracePt t="333795" x="4843463" y="6032500"/>
          <p14:tracePt t="333815" x="4856163" y="6056313"/>
          <p14:tracePt t="333845" x="4881563" y="6056313"/>
          <p14:tracePt t="334099" x="4856163" y="6056313"/>
          <p14:tracePt t="334115" x="4843463" y="6056313"/>
          <p14:tracePt t="334144" x="4806950" y="6056313"/>
          <p14:tracePt t="334162" x="4794250" y="6056313"/>
          <p14:tracePt t="334179" x="4768850" y="6056313"/>
          <p14:tracePt t="334210" x="4756150" y="6056313"/>
          <p14:tracePt t="334223" x="4743450" y="6056313"/>
          <p14:tracePt t="334271" x="4732338" y="6056313"/>
          <p14:tracePt t="334417" x="4719638" y="6056313"/>
          <p14:tracePt t="334451" x="4706938" y="6056313"/>
          <p14:tracePt t="334473" x="4681538" y="6056313"/>
          <p14:tracePt t="334504" x="4668838" y="6056313"/>
          <p14:tracePt t="334739" x="4656138" y="6056313"/>
          <p14:tracePt t="334814" x="4643438" y="6069013"/>
          <p14:tracePt t="334873" x="4630738" y="6069013"/>
          <p14:tracePt t="335212" x="4630738" y="6081713"/>
          <p14:tracePt t="335254" x="4630738" y="6094413"/>
          <p14:tracePt t="335281" x="4643438" y="6094413"/>
          <p14:tracePt t="335297" x="4656138" y="6107113"/>
          <p14:tracePt t="335315" x="4694238" y="6107113"/>
          <p14:tracePt t="335328" x="4732338" y="6132513"/>
          <p14:tracePt t="335346" x="4781550" y="6132513"/>
          <p14:tracePt t="335379" x="4794250" y="6132513"/>
          <p14:tracePt t="335395" x="4819650" y="6145213"/>
          <p14:tracePt t="335412" x="4832350" y="6145213"/>
          <p14:tracePt t="335425" x="4856163" y="6145213"/>
          <p14:tracePt t="335441" x="4894263" y="6145213"/>
          <p14:tracePt t="335477" x="4945063" y="6132513"/>
          <p14:tracePt t="335490" x="5145088" y="6056313"/>
          <p14:tracePt t="335509" x="5245100" y="6007100"/>
          <p14:tracePt t="335522" x="5370513" y="5919788"/>
          <p14:tracePt t="335550" x="5483225" y="5832475"/>
          <p14:tracePt t="335554" x="5557838" y="5807075"/>
          <p14:tracePt t="335588" x="5745163" y="5719763"/>
          <p14:tracePt t="335616" x="5757863" y="5719763"/>
          <p14:tracePt t="335764" x="5757863" y="5781675"/>
          <p14:tracePt t="335779" x="5757863" y="5807075"/>
          <p14:tracePt t="335796" x="5757863" y="5832475"/>
          <p14:tracePt t="335813" x="5757863" y="5856288"/>
          <p14:tracePt t="335829" x="5732463" y="5894388"/>
          <p14:tracePt t="335843" x="5695950" y="5932488"/>
          <p14:tracePt t="335864" x="5632450" y="5969000"/>
          <p14:tracePt t="335880" x="5519738" y="5994400"/>
          <p14:tracePt t="335897" x="5407025" y="5994400"/>
          <p14:tracePt t="335917" x="5245100" y="6007100"/>
          <p14:tracePt t="335929" x="5057775" y="6032500"/>
          <p14:tracePt t="335946" x="4945063" y="6032500"/>
          <p14:tracePt t="335971" x="4856163" y="5994400"/>
          <p14:tracePt t="335983" x="4832350" y="5981700"/>
          <p14:tracePt t="336004" x="4832350" y="5945188"/>
          <p14:tracePt t="336030" x="4832350" y="5907088"/>
          <p14:tracePt t="336047" x="4881563" y="5819775"/>
          <p14:tracePt t="336066" x="4968875" y="5743575"/>
          <p14:tracePt t="336084" x="5057775" y="5694363"/>
          <p14:tracePt t="336106" x="5270500" y="5594350"/>
          <p14:tracePt t="336122" x="5445125" y="5518150"/>
          <p14:tracePt t="336149" x="5583238" y="5456238"/>
          <p14:tracePt t="336183" x="5708650" y="5430838"/>
          <p14:tracePt t="336200" x="5745163" y="5430838"/>
          <p14:tracePt t="336218" x="5757863" y="5430838"/>
          <p14:tracePt t="336468" x="5783263" y="5430838"/>
          <p14:tracePt t="336481" x="5808663" y="5430838"/>
          <p14:tracePt t="336496" x="5821363" y="5430838"/>
          <p14:tracePt t="336514" x="5895975" y="5443538"/>
          <p14:tracePt t="336527" x="5921375" y="5443538"/>
          <p14:tracePt t="336528" x="5970588" y="5443538"/>
          <p14:tracePt t="336542" x="6045200" y="5468938"/>
          <p14:tracePt t="336562" x="6234113" y="5481638"/>
          <p14:tracePt t="336581" x="6396038" y="5494338"/>
          <p14:tracePt t="336595" x="6496050" y="5494338"/>
          <p14:tracePt t="336613" x="6584950" y="5494338"/>
          <p14:tracePt t="336629" x="6672263" y="5494338"/>
          <p14:tracePt t="336643" x="6721475" y="5494338"/>
          <p14:tracePt t="336664" x="6834188" y="5494338"/>
          <p14:tracePt t="336680" x="6859588" y="5494338"/>
          <p14:tracePt t="336697" x="6921500" y="5494338"/>
          <p14:tracePt t="336713" x="7010400" y="5494338"/>
          <p14:tracePt t="336728" x="7097713" y="5494338"/>
          <p14:tracePt t="336742" x="7146925" y="5494338"/>
          <p14:tracePt t="336763" x="7323138" y="5494338"/>
          <p14:tracePt t="336779" x="7423150" y="5507038"/>
          <p14:tracePt t="336795" x="7548563" y="5507038"/>
          <p14:tracePt t="336813" x="7648575" y="5507038"/>
          <p14:tracePt t="336828" x="7723188" y="5507038"/>
          <p14:tracePt t="336842" x="7735888" y="5507038"/>
          <p14:tracePt t="336861" x="7748588" y="5507038"/>
          <p14:tracePt t="336932" x="7761288" y="5507038"/>
          <p14:tracePt t="336946" x="7773988" y="5507038"/>
          <p14:tracePt t="336968" x="7785100" y="5518150"/>
          <p14:tracePt t="337049" x="7797800" y="5518150"/>
          <p14:tracePt t="337304" x="7810500" y="5518150"/>
          <p14:tracePt t="337340" x="7835900" y="5518150"/>
          <p14:tracePt t="337358" x="7848600" y="5530850"/>
          <p14:tracePt t="337417" x="7861300" y="5543550"/>
          <p14:tracePt t="337459" x="7861300" y="5556250"/>
          <p14:tracePt t="337479" x="7861300" y="5607050"/>
          <p14:tracePt t="337523" x="7861300" y="5630863"/>
          <p14:tracePt t="337536" x="7861300" y="5643563"/>
          <p14:tracePt t="337549" x="7861300" y="5656263"/>
          <p14:tracePt t="337554" x="7835900" y="5668963"/>
          <p14:tracePt t="337572" x="7785100" y="5681663"/>
          <p14:tracePt t="337589" x="7723188" y="5707063"/>
          <p14:tracePt t="337603" x="7673975" y="5707063"/>
          <p14:tracePt t="337621" x="7610475" y="5756275"/>
          <p14:tracePt t="337634" x="7485063" y="5819775"/>
          <p14:tracePt t="337647" x="7448550" y="5843588"/>
          <p14:tracePt t="337648" x="7410450" y="5856288"/>
          <p14:tracePt t="337671" x="7348538" y="5868988"/>
          <p14:tracePt t="337689" x="7297738" y="5907088"/>
          <p14:tracePt t="337704" x="7285038" y="5907088"/>
          <p14:tracePt t="337725" x="7259638" y="5932488"/>
          <p14:tracePt t="337754" x="7223125" y="5945188"/>
          <p14:tracePt t="337772" x="7210425" y="5956300"/>
          <p14:tracePt t="337789" x="7172325" y="5981700"/>
          <p14:tracePt t="337804" x="7159625" y="5994400"/>
          <p14:tracePt t="337823" x="7123113" y="6019800"/>
          <p14:tracePt t="337824" x="7097713" y="6032500"/>
          <p14:tracePt t="337837" x="7059613" y="6056313"/>
          <p14:tracePt t="337855" x="7010400" y="6069013"/>
          <p14:tracePt t="337857" x="6985000" y="6081713"/>
          <p14:tracePt t="337891" x="6934200" y="6094413"/>
          <p14:tracePt t="338114" x="6921500" y="6094413"/>
          <p14:tracePt t="338146" x="6897688" y="6094413"/>
          <p14:tracePt t="347752" x="6659563" y="6307138"/>
          <p14:tracePt t="347765" x="6383338" y="6483350"/>
          <p14:tracePt t="347784" x="5170488" y="6807200"/>
          <p14:tracePt t="347817" x="4494213" y="6845300"/>
          <p14:tracePt t="347833" x="3992563" y="6745288"/>
          <p14:tracePt t="347851" x="3128963" y="6594475"/>
          <p14:tracePt t="347864" x="2416175" y="6494463"/>
          <p14:tracePt t="347880" x="2039938" y="6457950"/>
          <p14:tracePt t="347899" x="1939925" y="6445250"/>
          <p14:tracePt t="348113" x="2003425" y="6419850"/>
          <p14:tracePt t="348126" x="2052638" y="6407150"/>
          <p14:tracePt t="348145" x="2278063" y="6332538"/>
          <p14:tracePt t="348161" x="2428875" y="6294438"/>
          <p14:tracePt t="348179" x="2641600" y="6269038"/>
          <p14:tracePt t="348199" x="2916238" y="6257925"/>
          <p14:tracePt t="348216" x="3079750" y="6219825"/>
          <p14:tracePt t="348230" x="3128963" y="6207125"/>
          <p14:tracePt t="348248" x="3228975" y="6207125"/>
          <p14:tracePt t="348261" x="3254375" y="6207125"/>
          <p14:tracePt t="348276" x="3279775" y="6207125"/>
          <p14:tracePt t="348294" x="3317875" y="6181725"/>
          <p14:tracePt t="348326" x="3328988" y="6181725"/>
          <p14:tracePt t="348342" x="3367088" y="6169025"/>
          <p14:tracePt t="348367" x="3441700" y="6169025"/>
          <p14:tracePt t="348382" x="3454400" y="6157913"/>
          <p14:tracePt t="348397" x="3517900" y="6132513"/>
          <p14:tracePt t="348412" x="3592513" y="6107113"/>
          <p14:tracePt t="348428" x="3667125" y="6069013"/>
          <p14:tracePt t="348444" x="3730625" y="6056313"/>
          <p14:tracePt t="348466" x="3779838" y="6045200"/>
          <p14:tracePt t="348480" x="3843338" y="6019800"/>
          <p14:tracePt t="348498" x="3856038" y="5981700"/>
          <p14:tracePt t="348511" x="3879850" y="5969000"/>
          <p14:tracePt t="348512" x="3879850" y="5956300"/>
          <p14:tracePt t="348528" x="3917950" y="5907088"/>
          <p14:tracePt t="348543" x="3930650" y="5894388"/>
          <p14:tracePt t="348565" x="3943350" y="5894388"/>
          <p14:tracePt t="348603" x="3943350" y="5881688"/>
          <p14:tracePt t="348632" x="3956050" y="5868988"/>
          <p14:tracePt t="349329" x="3968750" y="5868988"/>
          <p14:tracePt t="349347" x="3979863" y="5868988"/>
          <p14:tracePt t="349367" x="4005263" y="5868988"/>
          <p14:tracePt t="349414" x="4017963" y="5881688"/>
          <p14:tracePt t="349428" x="4043363" y="5894388"/>
          <p14:tracePt t="349447" x="4056063" y="5907088"/>
          <p14:tracePt t="349477" x="4068763" y="5919788"/>
          <p14:tracePt t="349494" x="4092575" y="5932488"/>
          <p14:tracePt t="349496" x="4105275" y="5945188"/>
          <p14:tracePt t="349516" x="4117975" y="5956300"/>
          <p14:tracePt t="349530" x="4143375" y="5981700"/>
          <p14:tracePt t="349548" x="4156075" y="5994400"/>
          <p14:tracePt t="349561" x="4205288" y="6007100"/>
          <p14:tracePt t="349577" x="4230688" y="6019800"/>
          <p14:tracePt t="349593" x="4256088" y="6032500"/>
          <p14:tracePt t="349619" x="4281488" y="6032500"/>
          <p14:tracePt t="349650" x="4305300" y="6032500"/>
          <p14:tracePt t="349668" x="4330700" y="6032500"/>
          <p14:tracePt t="349682" x="4356100" y="6032500"/>
          <p14:tracePt t="349699" x="4381500" y="6032500"/>
          <p14:tracePt t="349714" x="4418013" y="6032500"/>
          <p14:tracePt t="349728" x="4430713" y="6032500"/>
          <p14:tracePt t="349746" x="4456113" y="6032500"/>
          <p14:tracePt t="349767" x="4468813" y="6032500"/>
          <p14:tracePt t="349768" x="4481513" y="6032500"/>
          <p14:tracePt t="349782" x="4506913" y="6032500"/>
          <p14:tracePt t="349804" x="4556125" y="6032500"/>
          <p14:tracePt t="349819" x="4594225" y="6032500"/>
          <p14:tracePt t="349834" x="4619625" y="6019800"/>
          <p14:tracePt t="349851" x="4668838" y="6007100"/>
          <p14:tracePt t="349865" x="4681538" y="5994400"/>
          <p14:tracePt t="349880" x="4706938" y="5981700"/>
          <p14:tracePt t="349899" x="4719638" y="5981700"/>
          <p14:tracePt t="349918" x="4732338" y="5981700"/>
          <p14:tracePt t="350058" x="4743450" y="5981700"/>
          <p14:tracePt t="350896" x="4756150" y="5981700"/>
          <p14:tracePt t="350918" x="4768850" y="5981700"/>
          <p14:tracePt t="350933" x="4794250" y="5981700"/>
          <p14:tracePt t="350959" x="4843463" y="5981700"/>
          <p14:tracePt t="350960" x="4868863" y="5981700"/>
          <p14:tracePt t="350974" x="4881563" y="5969000"/>
          <p14:tracePt t="350992" x="4932363" y="5969000"/>
          <p14:tracePt t="351011" x="4956175" y="5969000"/>
          <p14:tracePt t="351027" x="5006975" y="5956300"/>
          <p14:tracePt t="351041" x="5045075" y="5956300"/>
          <p14:tracePt t="351059" x="5106988" y="5956300"/>
          <p14:tracePt t="351072" x="5157788" y="5932488"/>
          <p14:tracePt t="351090" x="5181600" y="5932488"/>
          <p14:tracePt t="351107" x="5207000" y="5932488"/>
          <p14:tracePt t="351122" x="5245100" y="5932488"/>
          <p14:tracePt t="352523" x="5194300" y="5969000"/>
          <p14:tracePt t="352551" x="5157788" y="5969000"/>
          <p14:tracePt t="352648" x="5157788" y="6181725"/>
          <p14:tracePt t="352662" x="5157788" y="6281738"/>
          <p14:tracePt t="352677" x="5194300" y="6545263"/>
          <p14:tracePt t="352691" x="5245100" y="6770688"/>
          <p14:tracePt t="353587" x="6408738" y="6445250"/>
          <p14:tracePt t="353609" x="6572250" y="6056313"/>
          <p14:tracePt t="353622" x="6621463" y="5956300"/>
          <p14:tracePt t="353641" x="6808788" y="5668963"/>
          <p14:tracePt t="353656" x="6910388" y="5530850"/>
          <p14:tracePt t="353674" x="6997700" y="5394325"/>
          <p14:tracePt t="353690" x="7172325" y="5218113"/>
          <p14:tracePt t="353706" x="7335838" y="5092700"/>
          <p14:tracePt t="353731" x="7710488" y="4879975"/>
          <p14:tracePt t="353755" x="8086725" y="4718050"/>
          <p14:tracePt t="353771" x="8223250" y="4692650"/>
          <p14:tracePt t="353788" x="8335963" y="4679950"/>
          <p14:tracePt t="353810" x="8361363" y="4679950"/>
          <p14:tracePt t="353847" x="8399463" y="4679950"/>
          <p14:tracePt t="353876" x="8474075" y="4730750"/>
          <p14:tracePt t="353895" x="8512175" y="4805363"/>
          <p14:tracePt t="353896" x="8561388" y="4843463"/>
          <p14:tracePt t="353917" x="8650288" y="4956175"/>
          <p14:tracePt t="353931" x="8674100" y="5030788"/>
          <p14:tracePt t="353950" x="8686800" y="5105400"/>
          <p14:tracePt t="353963" x="8686800" y="5181600"/>
          <p14:tracePt t="353979" x="8686800" y="5243513"/>
          <p14:tracePt t="354003" x="8699500" y="5343525"/>
          <p14:tracePt t="354030" x="8699500" y="5456238"/>
          <p14:tracePt t="354033" x="8674100" y="5530850"/>
          <p14:tracePt t="354051" x="8650288" y="5619750"/>
          <p14:tracePt t="354084" x="8612188" y="5707063"/>
          <p14:tracePt t="354111" x="8561388" y="5794375"/>
          <p14:tracePt t="354127" x="8561388" y="5819775"/>
          <p14:tracePt t="354148" x="8548688" y="5881688"/>
          <p14:tracePt t="354152" x="8548688" y="5907088"/>
          <p14:tracePt t="354164" x="8548688" y="5932488"/>
          <p14:tracePt t="354179" x="8548688" y="5994400"/>
          <p14:tracePt t="354201" x="8548688" y="6094413"/>
          <p14:tracePt t="354228" x="8548688" y="6181725"/>
          <p14:tracePt t="354241" x="8574088" y="6245225"/>
          <p14:tracePt t="354255" x="8586788" y="6281738"/>
          <p14:tracePt t="354256" x="8612188" y="6319838"/>
          <p14:tracePt t="354281" x="8661400" y="6381750"/>
          <p14:tracePt t="354302" x="8686800" y="6394450"/>
          <p14:tracePt t="354319" x="8699500" y="6407150"/>
          <p14:tracePt t="354320" x="8712200" y="6407150"/>
          <p14:tracePt t="354352" x="8763000" y="6407150"/>
          <p14:tracePt t="354363" x="8786813" y="6394450"/>
          <p14:tracePt t="354377" x="8786813" y="6357938"/>
          <p14:tracePt t="354400" x="8863013" y="6245225"/>
          <p14:tracePt t="354427" x="8899525" y="6094413"/>
          <p14:tracePt t="354444" x="8899525" y="6056313"/>
          <p14:tracePt t="354464" x="8899525" y="6019800"/>
          <p14:tracePt t="354480" x="8899525" y="5994400"/>
          <p14:tracePt t="354497" x="8899525" y="5981700"/>
          <p14:tracePt t="362734" x="8912225" y="5981700"/>
          <p14:tracePt t="364299" x="8924925" y="5981700"/>
          <p14:tracePt t="364316" x="8937625" y="5969000"/>
          <p14:tracePt t="364364" x="8950325" y="5956300"/>
          <p14:tracePt t="364392" x="8963025" y="5945188"/>
          <p14:tracePt t="364406" x="8924925" y="5969000"/>
          <p14:tracePt t="364521" x="8912225" y="5969000"/>
          <p14:tracePt t="364568" x="8899525" y="5956300"/>
          <p14:tracePt t="364609" x="8899525" y="5945188"/>
          <p14:tracePt t="364733" x="8886825" y="5932488"/>
          <p14:tracePt t="364833" x="8874125" y="5907088"/>
          <p14:tracePt t="366738" x="8886825" y="5907088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9BBBA-6006-40A3-AE77-FA181B467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852" y="359764"/>
            <a:ext cx="11632367" cy="6250898"/>
          </a:xfrm>
        </p:spPr>
        <p:txBody>
          <a:bodyPr>
            <a:normAutofit/>
          </a:bodyPr>
          <a:lstStyle/>
          <a:p>
            <a:pPr fontAlgn="auto">
              <a:spcAft>
                <a:spcPct val="20000"/>
              </a:spcAft>
              <a:buFontTx/>
              <a:buChar char="•"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culture: </a:t>
            </a:r>
          </a:p>
          <a:p>
            <a:pPr lvl="2">
              <a:spcAft>
                <a:spcPct val="20000"/>
              </a:spcAft>
              <a:buFontTx/>
              <a:buChar char="•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Encompasses set of assumptions that define goal and product</a:t>
            </a:r>
          </a:p>
          <a:p>
            <a:pPr marL="1085850" lvl="2">
              <a:spcAft>
                <a:spcPct val="20000"/>
              </a:spcAft>
              <a:buFontTx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products the organization should produce</a:t>
            </a:r>
          </a:p>
          <a:p>
            <a:pPr marL="1085850" lvl="2">
              <a:spcAft>
                <a:spcPct val="20000"/>
              </a:spcAft>
              <a:buFontTx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and where it should be produced</a:t>
            </a:r>
          </a:p>
          <a:p>
            <a:pPr marL="1085850" lvl="2">
              <a:spcAft>
                <a:spcPct val="20000"/>
              </a:spcAft>
              <a:buFontTx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whom the products should be produced</a:t>
            </a:r>
          </a:p>
          <a:p>
            <a:pPr marL="1085850" lvl="2">
              <a:spcAft>
                <a:spcPct val="20000"/>
              </a:spcAft>
              <a:buFontTx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be powerful unifying force as well as restraint on change </a:t>
            </a:r>
          </a:p>
          <a:p>
            <a:pPr marL="457200" lvl="1" indent="0" algn="just" fontAlgn="auto">
              <a:spcAft>
                <a:spcPct val="20000"/>
              </a:spcAft>
              <a:buNone/>
              <a:defRPr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ct val="20000"/>
              </a:spcAft>
              <a:buFontTx/>
              <a:buChar char="•"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environments:</a:t>
            </a:r>
          </a:p>
          <a:p>
            <a:pPr lvl="1" algn="just" fontAlgn="auto">
              <a:spcAft>
                <a:spcPct val="20000"/>
              </a:spcAft>
              <a:buFontTx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can influence their environments</a:t>
            </a:r>
          </a:p>
          <a:p>
            <a:pPr lvl="1" algn="just" fontAlgn="auto">
              <a:spcAft>
                <a:spcPct val="20000"/>
              </a:spcAft>
              <a:buFontTx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Environments generally change faster than organizations</a:t>
            </a:r>
          </a:p>
          <a:p>
            <a:pPr lvl="1" algn="just" fontAlgn="auto">
              <a:spcAft>
                <a:spcPct val="20000"/>
              </a:spcAft>
              <a:buFontTx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can be instrument of environmental scanning, act as a lens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0373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611667">
        <p14:prism isInverted="1"/>
      </p:transition>
    </mc:Choice>
    <mc:Fallback xmlns="">
      <p:transition spd="slow" advTm="61166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503" x="12117388" y="4267200"/>
          <p14:tracePt t="8525" x="12079288" y="4254500"/>
          <p14:tracePt t="8527" x="12066588" y="4254500"/>
          <p14:tracePt t="8545" x="12041188" y="4230688"/>
          <p14:tracePt t="8590" x="11866563" y="4217988"/>
          <p14:tracePt t="8608" x="11715750" y="4217988"/>
          <p14:tracePt t="8634" x="11490325" y="4205288"/>
          <p14:tracePt t="8651" x="11403013" y="4179888"/>
          <p14:tracePt t="8673" x="11228388" y="4167188"/>
          <p14:tracePt t="8698" x="11028363" y="4167188"/>
          <p14:tracePt t="8719" x="10828338" y="4154488"/>
          <p14:tracePt t="8742" x="10802938" y="4154488"/>
          <p14:tracePt t="8780" x="10664825" y="4129088"/>
          <p14:tracePt t="8801" x="10614025" y="4129088"/>
          <p14:tracePt t="8822" x="10564813" y="4129088"/>
          <p14:tracePt t="8843" x="10277475" y="4067175"/>
          <p14:tracePt t="8882" x="9401175" y="3954463"/>
          <p14:tracePt t="8906" x="8474075" y="3703638"/>
          <p14:tracePt t="8931" x="7034213" y="3390900"/>
          <p14:tracePt t="8952" x="5545138" y="2978150"/>
          <p14:tracePt t="8973" x="4768850" y="2765425"/>
          <p14:tracePt t="9001" x="3843338" y="2465388"/>
          <p14:tracePt t="9024" x="3592513" y="2390775"/>
          <p14:tracePt t="9027" x="3517900" y="2365375"/>
          <p14:tracePt t="9045" x="3429000" y="2327275"/>
          <p14:tracePt t="9065" x="3417888" y="2303463"/>
          <p14:tracePt t="9087" x="3392488" y="2290763"/>
          <p14:tracePt t="9161" x="3392488" y="2278063"/>
          <p14:tracePt t="9300" x="3392488" y="2265363"/>
          <p14:tracePt t="9370" x="3392488" y="2252663"/>
          <p14:tracePt t="9394" x="3429000" y="2214563"/>
          <p14:tracePt t="9417" x="3567113" y="2178050"/>
          <p14:tracePt t="9438" x="3643313" y="2152650"/>
          <p14:tracePt t="9455" x="3792538" y="2152650"/>
          <p14:tracePt t="9481" x="4005263" y="2127250"/>
          <p14:tracePt t="9507" x="4130675" y="2127250"/>
          <p14:tracePt t="9530" x="4217988" y="2127250"/>
          <p14:tracePt t="9550" x="4256088" y="2127250"/>
          <p14:tracePt t="9699" x="4281488" y="2127250"/>
          <p14:tracePt t="9813" x="4294188" y="2127250"/>
          <p14:tracePt t="9833" x="4318000" y="2127250"/>
          <p14:tracePt t="9853" x="4330700" y="2127250"/>
          <p14:tracePt t="9871" x="4356100" y="2127250"/>
          <p14:tracePt t="9898" x="4394200" y="2127250"/>
          <p14:tracePt t="9916" x="4406900" y="2127250"/>
          <p14:tracePt t="9941" x="4430713" y="2127250"/>
          <p14:tracePt t="9956" x="4443413" y="2127250"/>
          <p14:tracePt t="9979" x="4456113" y="2127250"/>
          <p14:tracePt t="11338" x="4481513" y="2127250"/>
          <p14:tracePt t="11355" x="4494213" y="2127250"/>
          <p14:tracePt t="11398" x="4506913" y="2127250"/>
          <p14:tracePt t="11417" x="4518025" y="2127250"/>
          <p14:tracePt t="11892" x="4530725" y="2127250"/>
          <p14:tracePt t="11929" x="4543425" y="2127250"/>
          <p14:tracePt t="11950" x="4556125" y="2127250"/>
          <p14:tracePt t="12008" x="4581525" y="2127250"/>
          <p14:tracePt t="12236" x="4594225" y="2127250"/>
          <p14:tracePt t="12256" x="4643438" y="2127250"/>
          <p14:tracePt t="12278" x="4706938" y="2114550"/>
          <p14:tracePt t="12279" x="4719638" y="2114550"/>
          <p14:tracePt t="12299" x="4756150" y="2114550"/>
          <p14:tracePt t="12319" x="4819650" y="2114550"/>
          <p14:tracePt t="12341" x="4881563" y="2114550"/>
          <p14:tracePt t="12362" x="4981575" y="2114550"/>
          <p14:tracePt t="12380" x="5057775" y="2114550"/>
          <p14:tracePt t="12408" x="5157788" y="2127250"/>
          <p14:tracePt t="12427" x="5332413" y="2178050"/>
          <p14:tracePt t="12451" x="5570538" y="2201863"/>
          <p14:tracePt t="12492" x="6034088" y="2278063"/>
          <p14:tracePt t="12516" x="6296025" y="2365375"/>
          <p14:tracePt t="12540" x="6608763" y="2390775"/>
          <p14:tracePt t="12557" x="6772275" y="2427288"/>
          <p14:tracePt t="12560" x="6821488" y="2427288"/>
          <p14:tracePt t="12578" x="6834188" y="2427288"/>
          <p14:tracePt t="12609" x="6834188" y="2414588"/>
          <p14:tracePt t="12627" x="6696075" y="2365375"/>
          <p14:tracePt t="12653" x="6672263" y="2352675"/>
          <p14:tracePt t="12765" x="6546850" y="2414588"/>
          <p14:tracePt t="12784" x="6346825" y="2503488"/>
          <p14:tracePt t="12811" x="6334125" y="2503488"/>
          <p14:tracePt t="12949" x="6334125" y="2527300"/>
          <p14:tracePt t="12966" x="6396038" y="2590800"/>
          <p14:tracePt t="12967" x="6408738" y="2603500"/>
          <p14:tracePt t="12989" x="6459538" y="2652713"/>
          <p14:tracePt t="13011" x="6584950" y="2716213"/>
          <p14:tracePt t="13035" x="6646863" y="2740025"/>
          <p14:tracePt t="13060" x="6659563" y="2752725"/>
          <p14:tracePt t="13081" x="6684963" y="2752725"/>
          <p14:tracePt t="13121" x="6696075" y="2752725"/>
          <p14:tracePt t="13160" x="6708775" y="2752725"/>
          <p14:tracePt t="13178" x="6721475" y="2752725"/>
          <p14:tracePt t="13209" x="6734175" y="2740025"/>
          <p14:tracePt t="13250" x="6746875" y="2728913"/>
          <p14:tracePt t="13267" x="6759575" y="2703513"/>
          <p14:tracePt t="13423" x="6772275" y="2703513"/>
          <p14:tracePt t="13468" x="6772275" y="2665413"/>
          <p14:tracePt t="13654" x="6772275" y="2652713"/>
          <p14:tracePt t="13691" x="6734175" y="2616200"/>
          <p14:tracePt t="13716" x="6708775" y="2578100"/>
          <p14:tracePt t="13740" x="6672263" y="2565400"/>
          <p14:tracePt t="13757" x="6634163" y="2552700"/>
          <p14:tracePt t="13778" x="6584950" y="2540000"/>
          <p14:tracePt t="13806" x="6483350" y="2527300"/>
          <p14:tracePt t="13827" x="6408738" y="2516188"/>
          <p14:tracePt t="13851" x="6359525" y="2490788"/>
          <p14:tracePt t="13857" x="6334125" y="2490788"/>
          <p14:tracePt t="13899" x="6196013" y="2452688"/>
          <p14:tracePt t="13916" x="6157913" y="2452688"/>
          <p14:tracePt t="13943" x="6134100" y="2439988"/>
          <p14:tracePt t="13963" x="6121400" y="2439988"/>
          <p14:tracePt t="13983" x="6070600" y="2414588"/>
          <p14:tracePt t="14010" x="6008688" y="2414588"/>
          <p14:tracePt t="14032" x="5921375" y="2403475"/>
          <p14:tracePt t="14053" x="5908675" y="2390775"/>
          <p14:tracePt t="14056" x="5870575" y="2378075"/>
          <p14:tracePt t="14098" x="5683250" y="2378075"/>
          <p14:tracePt t="14122" x="5483225" y="2378075"/>
          <p14:tracePt t="14149" x="5194300" y="2365375"/>
          <p14:tracePt t="14166" x="5045075" y="2365375"/>
          <p14:tracePt t="14569" x="5045075" y="2339975"/>
          <p14:tracePt t="14588" x="5157788" y="2303463"/>
          <p14:tracePt t="14615" x="5432425" y="2239963"/>
          <p14:tracePt t="14635" x="5570538" y="2214563"/>
          <p14:tracePt t="14658" x="5795963" y="2190750"/>
          <p14:tracePt t="14675" x="5908675" y="2152650"/>
          <p14:tracePt t="14701" x="5957888" y="2139950"/>
          <p14:tracePt t="14705" x="5983288" y="2139950"/>
          <p14:tracePt t="14727" x="5995988" y="2127250"/>
          <p14:tracePt t="14782" x="6021388" y="2127250"/>
          <p14:tracePt t="15174" x="6045200" y="2114550"/>
          <p14:tracePt t="15175" x="6070600" y="2114550"/>
          <p14:tracePt t="15193" x="6121400" y="2114550"/>
          <p14:tracePt t="15217" x="6221413" y="2114550"/>
          <p14:tracePt t="15235" x="6283325" y="2114550"/>
          <p14:tracePt t="15264" x="6296025" y="2114550"/>
          <p14:tracePt t="16051" x="5245100" y="1827213"/>
          <p14:tracePt t="16224" x="5232400" y="1901825"/>
          <p14:tracePt t="16245" x="5232400" y="1914525"/>
          <p14:tracePt t="16299" x="5245100" y="1914525"/>
          <p14:tracePt t="16324" x="5307013" y="1889125"/>
          <p14:tracePt t="16348" x="5407025" y="1852613"/>
          <p14:tracePt t="16369" x="5595938" y="1801813"/>
          <p14:tracePt t="16390" x="5708650" y="1776413"/>
          <p14:tracePt t="16391" x="5821363" y="1752600"/>
          <p14:tracePt t="16413" x="6008688" y="1727200"/>
          <p14:tracePt t="16434" x="6334125" y="1714500"/>
          <p14:tracePt t="16456" x="6659563" y="1676400"/>
          <p14:tracePt t="16481" x="6910388" y="1627188"/>
          <p14:tracePt t="16507" x="7110413" y="1589088"/>
          <p14:tracePt t="16529" x="7246938" y="1552575"/>
          <p14:tracePt t="16553" x="7423150" y="1539875"/>
          <p14:tracePt t="16577" x="7761288" y="1489075"/>
          <p14:tracePt t="16599" x="8161338" y="1489075"/>
          <p14:tracePt t="16617" x="8248650" y="1489075"/>
          <p14:tracePt t="16639" x="8612188" y="1476375"/>
          <p14:tracePt t="16663" x="8724900" y="1476375"/>
          <p14:tracePt t="16680" x="8763000" y="1489075"/>
          <p14:tracePt t="16704" x="8786813" y="1489075"/>
          <p14:tracePt t="17133" x="8750300" y="1489075"/>
          <p14:tracePt t="17135" x="8737600" y="1489075"/>
          <p14:tracePt t="17160" x="8699500" y="1489075"/>
          <p14:tracePt t="17180" x="8674100" y="1489075"/>
          <p14:tracePt t="17201" x="8624888" y="1489075"/>
          <p14:tracePt t="17222" x="8586788" y="1463675"/>
          <p14:tracePt t="17269" x="8548688" y="1450975"/>
          <p14:tracePt t="17287" x="8524875" y="1439863"/>
          <p14:tracePt t="17794" x="8524875" y="1427163"/>
          <p14:tracePt t="18620" x="8512175" y="1414463"/>
          <p14:tracePt t="18640" x="8499475" y="1414463"/>
          <p14:tracePt t="18663" x="8474075" y="1414463"/>
          <p14:tracePt t="18679" x="8461375" y="1414463"/>
          <p14:tracePt t="18702" x="8435975" y="1427163"/>
          <p14:tracePt t="18729" x="8424863" y="1450975"/>
          <p14:tracePt t="18752" x="8399463" y="1463675"/>
          <p14:tracePt t="18776" x="8399463" y="1489075"/>
          <p14:tracePt t="18853" x="8386763" y="1501775"/>
          <p14:tracePt t="18875" x="8386763" y="1527175"/>
          <p14:tracePt t="18896" x="8386763" y="1552575"/>
          <p14:tracePt t="18920" x="8386763" y="1563688"/>
          <p14:tracePt t="18939" x="8386763" y="1576388"/>
          <p14:tracePt t="19722" x="8399463" y="1576388"/>
          <p14:tracePt t="22519" x="8424863" y="1563688"/>
          <p14:tracePt t="22536" x="8435975" y="1563688"/>
          <p14:tracePt t="22557" x="8461375" y="1563688"/>
          <p14:tracePt t="22603" x="8499475" y="1563688"/>
          <p14:tracePt t="22624" x="8537575" y="1576388"/>
          <p14:tracePt t="22641" x="8561388" y="1589088"/>
          <p14:tracePt t="22665" x="8650288" y="1663700"/>
          <p14:tracePt t="22692" x="8699500" y="1663700"/>
          <p14:tracePt t="22712" x="8712200" y="1601788"/>
          <p14:tracePt t="22921" x="8837613" y="1589088"/>
          <p14:tracePt t="22940" x="8850313" y="1589088"/>
          <p14:tracePt t="22986" x="8863013" y="1589088"/>
          <p14:tracePt t="23003" x="8886825" y="1589088"/>
          <p14:tracePt t="23027" x="8924925" y="1589088"/>
          <p14:tracePt t="23042" x="8950325" y="1589088"/>
          <p14:tracePt t="23071" x="9037638" y="1589088"/>
          <p14:tracePt t="23091" x="9075738" y="1589088"/>
          <p14:tracePt t="23112" x="9099550" y="1589088"/>
          <p14:tracePt t="24510" x="9037638" y="1563688"/>
          <p14:tracePt t="24896" x="9601200" y="2327275"/>
          <p14:tracePt t="24914" x="10264775" y="2890838"/>
          <p14:tracePt t="24939" x="11153775" y="3241675"/>
          <p14:tracePt t="24958" x="11466513" y="3290888"/>
          <p14:tracePt t="24960" x="11553825" y="3290888"/>
          <p14:tracePt t="24987" x="11666538" y="3254375"/>
          <p14:tracePt t="25008" x="11703050" y="2941638"/>
          <p14:tracePt t="25032" x="11703050" y="2540000"/>
          <p14:tracePt t="25050" x="11666538" y="2278063"/>
          <p14:tracePt t="25075" x="11528425" y="2014538"/>
          <p14:tracePt t="25096" x="11403013" y="1852613"/>
          <p14:tracePt t="25121" x="11353800" y="1727200"/>
          <p14:tracePt t="25144" x="11128375" y="1514475"/>
          <p14:tracePt t="25166" x="11028363" y="1401763"/>
          <p14:tracePt t="25168" x="10939463" y="1327150"/>
          <p14:tracePt t="25186" x="10902950" y="1276350"/>
          <p14:tracePt t="25226" x="10802938" y="1238250"/>
          <p14:tracePt t="25288" x="10752138" y="1250950"/>
          <p14:tracePt t="25305" x="10726738" y="1301750"/>
          <p14:tracePt t="25331" x="10715625" y="1350963"/>
          <p14:tracePt t="25349" x="10715625" y="1376363"/>
          <p14:tracePt t="25373" x="10702925" y="1414463"/>
          <p14:tracePt t="25396" x="10702925" y="1439863"/>
          <p14:tracePt t="25418" x="10677525" y="1463675"/>
          <p14:tracePt t="25438" x="10677525" y="1476375"/>
          <p14:tracePt t="25440" x="10664825" y="1476375"/>
          <p14:tracePt t="25456" x="10664825" y="1489075"/>
          <p14:tracePt t="25488" x="10639425" y="1501775"/>
          <p14:tracePt t="25673" x="10577513" y="1552575"/>
          <p14:tracePt t="25696" x="10464800" y="1601788"/>
          <p14:tracePt t="25721" x="10188575" y="1714500"/>
          <p14:tracePt t="25739" x="9952038" y="1789113"/>
          <p14:tracePt t="25758" x="9663113" y="1839913"/>
          <p14:tracePt t="25762" x="9488488" y="1889125"/>
          <p14:tracePt t="25786" x="8574088" y="1978025"/>
          <p14:tracePt t="25806" x="8074025" y="2027238"/>
          <p14:tracePt t="25829" x="7046913" y="2027238"/>
          <p14:tracePt t="25849" x="5583238" y="2014538"/>
          <p14:tracePt t="25872" x="4819650" y="1978025"/>
          <p14:tracePt t="25900" x="4330700" y="1952625"/>
          <p14:tracePt t="25919" x="4281488" y="1914525"/>
          <p14:tracePt t="26093" x="4281488" y="1889125"/>
          <p14:tracePt t="26113" x="4294188" y="1827213"/>
          <p14:tracePt t="26136" x="4418013" y="1739900"/>
          <p14:tracePt t="26156" x="4518025" y="1663700"/>
          <p14:tracePt t="26180" x="4743450" y="1527175"/>
          <p14:tracePt t="26204" x="4868863" y="1427163"/>
          <p14:tracePt t="26226" x="5032375" y="1376363"/>
          <p14:tracePt t="26247" x="5181600" y="1314450"/>
          <p14:tracePt t="26266" x="5257800" y="1314450"/>
          <p14:tracePt t="26295" x="5394325" y="1314450"/>
          <p14:tracePt t="26296" x="5432425" y="1314450"/>
          <p14:tracePt t="26314" x="5607050" y="1314450"/>
          <p14:tracePt t="26341" x="5770563" y="1339850"/>
          <p14:tracePt t="26360" x="5995988" y="1376363"/>
          <p14:tracePt t="26384" x="6121400" y="1414463"/>
          <p14:tracePt t="26401" x="6134100" y="1439863"/>
          <p14:tracePt t="26426" x="6259513" y="1489075"/>
          <p14:tracePt t="26444" x="6296025" y="1501775"/>
          <p14:tracePt t="26465" x="6408738" y="1552575"/>
          <p14:tracePt t="26487" x="6546850" y="1627188"/>
          <p14:tracePt t="26512" x="6708775" y="1739900"/>
          <p14:tracePt t="26535" x="6797675" y="1827213"/>
          <p14:tracePt t="26556" x="6821488" y="1889125"/>
          <p14:tracePt t="26581" x="6821488" y="1939925"/>
          <p14:tracePt t="26605" x="6834188" y="2001838"/>
          <p14:tracePt t="26626" x="6834188" y="2027238"/>
          <p14:tracePt t="26648" x="6834188" y="2065338"/>
          <p14:tracePt t="26667" x="6821488" y="2089150"/>
          <p14:tracePt t="26694" x="6821488" y="2114550"/>
          <p14:tracePt t="26712" x="6821488" y="2152650"/>
          <p14:tracePt t="26737" x="6821488" y="2165350"/>
          <p14:tracePt t="26754" x="6821488" y="2190750"/>
          <p14:tracePt t="26777" x="6821488" y="2201863"/>
          <p14:tracePt t="26799" x="6821488" y="2214563"/>
          <p14:tracePt t="26861" x="6834188" y="2227263"/>
          <p14:tracePt t="30912" x="6797675" y="2252663"/>
          <p14:tracePt t="30932" x="6784975" y="2265363"/>
          <p14:tracePt t="30960" x="6672263" y="2352675"/>
          <p14:tracePt t="30979" x="6621463" y="2390775"/>
          <p14:tracePt t="31008" x="6584950" y="2403475"/>
          <p14:tracePt t="31050" x="6572250" y="2414588"/>
          <p14:tracePt t="31089" x="6559550" y="2414588"/>
          <p14:tracePt t="32099" x="6534150" y="2414588"/>
          <p14:tracePt t="32143" x="6508750" y="2414588"/>
          <p14:tracePt t="32165" x="6483350" y="2414588"/>
          <p14:tracePt t="32190" x="6472238" y="2414588"/>
          <p14:tracePt t="32208" x="6446838" y="2414588"/>
          <p14:tracePt t="32230" x="6434138" y="2414588"/>
          <p14:tracePt t="32255" x="6408738" y="2414588"/>
          <p14:tracePt t="32299" x="6370638" y="2414588"/>
          <p14:tracePt t="32317" x="6359525" y="2414588"/>
          <p14:tracePt t="32340" x="6346825" y="2414588"/>
          <p14:tracePt t="32527" x="6321425" y="2403475"/>
          <p14:tracePt t="32548" x="6308725" y="2403475"/>
          <p14:tracePt t="32572" x="6259513" y="2390775"/>
          <p14:tracePt t="32594" x="6170613" y="2378075"/>
          <p14:tracePt t="32614" x="6096000" y="2365375"/>
          <p14:tracePt t="32615" x="6057900" y="2365375"/>
          <p14:tracePt t="32632" x="5983288" y="2327275"/>
          <p14:tracePt t="32660" x="5821363" y="2327275"/>
          <p14:tracePt t="32680" x="5732463" y="2327275"/>
          <p14:tracePt t="32705" x="5632450" y="2327275"/>
          <p14:tracePt t="32722" x="5595938" y="2327275"/>
          <p14:tracePt t="32747" x="5483225" y="2327275"/>
          <p14:tracePt t="32770" x="5383213" y="2327275"/>
          <p14:tracePt t="32794" x="5319713" y="2327275"/>
          <p14:tracePt t="32813" x="5245100" y="2327275"/>
          <p14:tracePt t="32834" x="5157788" y="2339975"/>
          <p14:tracePt t="32861" x="5045075" y="2339975"/>
          <p14:tracePt t="32890" x="4894263" y="2352675"/>
          <p14:tracePt t="32909" x="4806950" y="2352675"/>
          <p14:tracePt t="32931" x="4668838" y="2352675"/>
          <p14:tracePt t="32954" x="4506913" y="2352675"/>
          <p14:tracePt t="32979" x="4318000" y="2352675"/>
          <p14:tracePt t="33001" x="4105275" y="2352675"/>
          <p14:tracePt t="33021" x="3930650" y="2352675"/>
          <p14:tracePt t="33042" x="3717925" y="2352675"/>
          <p14:tracePt t="33069" x="3505200" y="2352675"/>
          <p14:tracePt t="33090" x="3454400" y="2352675"/>
          <p14:tracePt t="33112" x="3328988" y="2352675"/>
          <p14:tracePt t="33131" x="3279775" y="2352675"/>
          <p14:tracePt t="33157" x="3267075" y="2352675"/>
          <p14:tracePt t="33221" x="3254375" y="2339975"/>
          <p14:tracePt t="33262" x="3254375" y="2314575"/>
          <p14:tracePt t="33305" x="3241675" y="2303463"/>
          <p14:tracePt t="33385" x="3241675" y="2265363"/>
          <p14:tracePt t="33406" x="3241675" y="2239963"/>
          <p14:tracePt t="33408" x="3254375" y="2201863"/>
          <p14:tracePt t="33427" x="3341688" y="2165350"/>
          <p14:tracePt t="33452" x="3467100" y="2127250"/>
          <p14:tracePt t="33479" x="3767138" y="2014538"/>
          <p14:tracePt t="33500" x="3930650" y="1989138"/>
          <p14:tracePt t="33521" x="4168775" y="1978025"/>
          <p14:tracePt t="33540" x="4356100" y="1978025"/>
          <p14:tracePt t="33570" x="4668838" y="1978025"/>
          <p14:tracePt t="33589" x="4719638" y="1978025"/>
          <p14:tracePt t="33616" x="4919663" y="1978025"/>
          <p14:tracePt t="33635" x="5019675" y="1978025"/>
          <p14:tracePt t="33659" x="5219700" y="1978025"/>
          <p14:tracePt t="33678" x="5345113" y="2001838"/>
          <p14:tracePt t="33707" x="5545138" y="2027238"/>
          <p14:tracePt t="33725" x="5595938" y="2027238"/>
          <p14:tracePt t="33750" x="5632450" y="2052638"/>
          <p14:tracePt t="33751" x="5645150" y="2052638"/>
          <p14:tracePt t="33840" x="5657850" y="2052638"/>
          <p14:tracePt t="33864" x="5670550" y="2052638"/>
          <p14:tracePt t="33923" x="5695950" y="2052638"/>
          <p14:tracePt t="33944" x="5745163" y="2052638"/>
          <p14:tracePt t="33973" x="5821363" y="2052638"/>
          <p14:tracePt t="33992" x="5908675" y="2065338"/>
          <p14:tracePt t="34019" x="5983288" y="2065338"/>
          <p14:tracePt t="34038" x="6008688" y="2065338"/>
          <p14:tracePt t="34061" x="6021388" y="2065338"/>
          <p14:tracePt t="34079" x="6034088" y="2065338"/>
          <p14:tracePt t="34104" x="6057900" y="2065338"/>
          <p14:tracePt t="34160" x="6070600" y="2065338"/>
          <p14:tracePt t="34277" x="6083300" y="2065338"/>
          <p14:tracePt t="34335" x="6108700" y="2065338"/>
          <p14:tracePt t="34381" x="6121400" y="2065338"/>
          <p14:tracePt t="34404" x="6134100" y="2065338"/>
          <p14:tracePt t="34463" x="6146800" y="2065338"/>
          <p14:tracePt t="36377" x="6157913" y="2065338"/>
          <p14:tracePt t="36511" x="6170613" y="2052638"/>
          <p14:tracePt t="37082" x="6208713" y="2039938"/>
          <p14:tracePt t="37129" x="6221413" y="2039938"/>
          <p14:tracePt t="37146" x="6221413" y="2027238"/>
          <p14:tracePt t="37169" x="6234113" y="2027238"/>
          <p14:tracePt t="37186" x="6246813" y="2027238"/>
          <p14:tracePt t="37211" x="6259513" y="2014538"/>
          <p14:tracePt t="37232" x="6270625" y="2014538"/>
          <p14:tracePt t="37312" x="6283325" y="2001838"/>
          <p14:tracePt t="37332" x="6283325" y="1989138"/>
          <p14:tracePt t="37356" x="6308725" y="1978025"/>
          <p14:tracePt t="37374" x="6308725" y="1965325"/>
          <p14:tracePt t="37375" x="6321425" y="1965325"/>
          <p14:tracePt t="37402" x="6370638" y="1939925"/>
          <p14:tracePt t="37423" x="6421438" y="1927225"/>
          <p14:tracePt t="37446" x="6446838" y="1927225"/>
          <p14:tracePt t="37466" x="6483350" y="1927225"/>
          <p14:tracePt t="37486" x="6508750" y="1927225"/>
          <p14:tracePt t="37488" x="6521450" y="1927225"/>
          <p14:tracePt t="37510" x="6534150" y="1927225"/>
          <p14:tracePt t="37535" x="6559550" y="1914525"/>
          <p14:tracePt t="37556" x="6572250" y="1914525"/>
          <p14:tracePt t="37577" x="6596063" y="1914525"/>
          <p14:tracePt t="37624" x="6646863" y="1914525"/>
          <p14:tracePt t="37642" x="6672263" y="1914525"/>
          <p14:tracePt t="37667" x="6708775" y="1914525"/>
          <p14:tracePt t="37708" x="6721475" y="1914525"/>
          <p14:tracePt t="39060" x="6746875" y="1914525"/>
          <p14:tracePt t="39121" x="6759575" y="1914525"/>
          <p14:tracePt t="39139" x="6759575" y="1927225"/>
          <p14:tracePt t="44987" x="6759575" y="1939925"/>
          <p14:tracePt t="45003" x="6759575" y="1965325"/>
          <p14:tracePt t="45030" x="6759575" y="1989138"/>
          <p14:tracePt t="45050" x="6759575" y="2001838"/>
          <p14:tracePt t="45072" x="6746875" y="2014538"/>
          <p14:tracePt t="45112" x="6708775" y="2039938"/>
          <p14:tracePt t="45133" x="6708775" y="2052638"/>
          <p14:tracePt t="45180" x="6584950" y="2139950"/>
          <p14:tracePt t="45198" x="6459538" y="2227263"/>
          <p14:tracePt t="45199" x="6359525" y="2265363"/>
          <p14:tracePt t="45224" x="6070600" y="2290763"/>
          <p14:tracePt t="45246" x="5908675" y="2327275"/>
          <p14:tracePt t="45247" x="5808663" y="2339975"/>
          <p14:tracePt t="45269" x="5619750" y="2352675"/>
          <p14:tracePt t="45290" x="5432425" y="2352675"/>
          <p14:tracePt t="45312" x="5245100" y="2352675"/>
          <p14:tracePt t="45334" x="5094288" y="2352675"/>
          <p14:tracePt t="45360" x="4668838" y="2390775"/>
          <p14:tracePt t="45381" x="4494213" y="2403475"/>
          <p14:tracePt t="45403" x="4256088" y="2414588"/>
          <p14:tracePt t="45426" x="4068763" y="2414588"/>
          <p14:tracePt t="45450" x="3879850" y="2365375"/>
          <p14:tracePt t="45474" x="3717925" y="2239963"/>
          <p14:tracePt t="45497" x="3617913" y="2127250"/>
          <p14:tracePt t="45516" x="3592513" y="2101850"/>
          <p14:tracePt t="45545" x="3567113" y="2065338"/>
          <p14:tracePt t="45564" x="3554413" y="2039938"/>
          <p14:tracePt t="45588" x="3530600" y="1989138"/>
          <p14:tracePt t="45607" x="3530600" y="1939925"/>
          <p14:tracePt t="45632" x="3479800" y="1839913"/>
          <p14:tracePt t="45655" x="3454400" y="1752600"/>
          <p14:tracePt t="45677" x="3441700" y="1727200"/>
          <p14:tracePt t="45699" x="3441700" y="1689100"/>
          <p14:tracePt t="45727" x="3429000" y="1663700"/>
          <p14:tracePt t="45727" x="3429000" y="1652588"/>
          <p14:tracePt t="45746" x="3429000" y="1627188"/>
          <p14:tracePt t="45768" x="3429000" y="1601788"/>
          <p14:tracePt t="45789" x="3429000" y="1576388"/>
          <p14:tracePt t="45814" x="3467100" y="1527175"/>
          <p14:tracePt t="45835" x="3492500" y="1476375"/>
          <p14:tracePt t="45853" x="3530600" y="1450975"/>
          <p14:tracePt t="45877" x="3579813" y="1401763"/>
          <p14:tracePt t="45899" x="3630613" y="1376363"/>
          <p14:tracePt t="46230" x="3756025" y="1376363"/>
          <p14:tracePt t="46248" x="3956050" y="1427163"/>
          <p14:tracePt t="46269" x="4081463" y="1450975"/>
          <p14:tracePt t="46291" x="4192588" y="1501775"/>
          <p14:tracePt t="46310" x="4243388" y="1539875"/>
          <p14:tracePt t="46311" x="4294188" y="1576388"/>
          <p14:tracePt t="46332" x="4406900" y="1627188"/>
          <p14:tracePt t="46357" x="4543425" y="1689100"/>
          <p14:tracePt t="46379" x="4656138" y="1752600"/>
          <p14:tracePt t="46401" x="4794250" y="1814513"/>
          <p14:tracePt t="46423" x="4868863" y="1901825"/>
          <p14:tracePt t="46450" x="5006975" y="2014538"/>
          <p14:tracePt t="46467" x="5068888" y="2089150"/>
          <p14:tracePt t="46495" x="5145088" y="2190750"/>
          <p14:tracePt t="46514" x="5170488" y="2239963"/>
          <p14:tracePt t="46539" x="5170488" y="2290763"/>
          <p14:tracePt t="46557" x="5170488" y="2327275"/>
          <p14:tracePt t="46583" x="5170488" y="2390775"/>
          <p14:tracePt t="46605" x="5170488" y="2439988"/>
          <p14:tracePt t="46630" x="5170488" y="2478088"/>
          <p14:tracePt t="46649" x="5157788" y="2516188"/>
          <p14:tracePt t="46668" x="5132388" y="2552700"/>
          <p14:tracePt t="46691" x="5106988" y="2578100"/>
          <p14:tracePt t="46713" x="5081588" y="2603500"/>
          <p14:tracePt t="46738" x="5068888" y="2627313"/>
          <p14:tracePt t="46759" x="5045075" y="2652713"/>
          <p14:tracePt t="46780" x="5019675" y="2678113"/>
          <p14:tracePt t="46801" x="4994275" y="2690813"/>
          <p14:tracePt t="46820" x="4968875" y="2690813"/>
          <p14:tracePt t="46849" x="4932363" y="2703513"/>
          <p14:tracePt t="46867" x="4881563" y="2703513"/>
          <p14:tracePt t="46895" x="4806950" y="2703513"/>
          <p14:tracePt t="46916" x="4743450" y="2703513"/>
          <p14:tracePt t="46942" x="4656138" y="2703513"/>
          <p14:tracePt t="46943" x="4619625" y="2703513"/>
          <p14:tracePt t="46962" x="4568825" y="2703513"/>
          <p14:tracePt t="46986" x="4418013" y="2665413"/>
          <p14:tracePt t="47004" x="4318000" y="2652713"/>
          <p14:tracePt t="47026" x="4192588" y="2578100"/>
          <p14:tracePt t="47053" x="4105275" y="2527300"/>
          <p14:tracePt t="47076" x="4043363" y="2465388"/>
          <p14:tracePt t="47096" x="4005263" y="2378075"/>
          <p14:tracePt t="47119" x="4005263" y="2339975"/>
          <p14:tracePt t="47145" x="3992563" y="2303463"/>
          <p14:tracePt t="47165" x="3992563" y="2278063"/>
          <p14:tracePt t="47189" x="3992563" y="2227263"/>
          <p14:tracePt t="47209" x="3992563" y="2165350"/>
          <p14:tracePt t="47232" x="3992563" y="2101850"/>
          <p14:tracePt t="47256" x="3992563" y="2078038"/>
          <p14:tracePt t="47276" x="4017963" y="2027238"/>
          <p14:tracePt t="47305" x="4056063" y="1978025"/>
          <p14:tracePt t="47325" x="4068763" y="1965325"/>
          <p14:tracePt t="47346" x="4092575" y="1927225"/>
          <p14:tracePt t="47363" x="4117975" y="1876425"/>
          <p14:tracePt t="47388" x="4192588" y="1839913"/>
          <p14:tracePt t="47406" x="4268788" y="1827213"/>
          <p14:tracePt t="47407" x="4281488" y="1827213"/>
          <p14:tracePt t="47432" x="4356100" y="1801813"/>
          <p14:tracePt t="47455" x="4481513" y="1789113"/>
          <p14:tracePt t="47478" x="4556125" y="1789113"/>
          <p14:tracePt t="47497" x="4681538" y="1776413"/>
          <p14:tracePt t="47519" x="4806950" y="1752600"/>
          <p14:tracePt t="47543" x="4956175" y="1739900"/>
          <p14:tracePt t="47586" x="5181600" y="1739900"/>
          <p14:tracePt t="47605" x="5281613" y="1739900"/>
          <p14:tracePt t="47630" x="5557838" y="1827213"/>
          <p14:tracePt t="47631" x="5583238" y="1839913"/>
          <p14:tracePt t="47655" x="5683250" y="1914525"/>
          <p14:tracePt t="47655" x="5732463" y="1965325"/>
          <p14:tracePt t="47677" x="5883275" y="2039938"/>
          <p14:tracePt t="47704" x="6134100" y="2227263"/>
          <p14:tracePt t="47729" x="6183313" y="2378075"/>
          <p14:tracePt t="47747" x="6221413" y="2452688"/>
          <p14:tracePt t="47791" x="6221413" y="2603500"/>
          <p14:tracePt t="47809" x="6221413" y="2627313"/>
          <p14:tracePt t="47835" x="6208713" y="2690813"/>
          <p14:tracePt t="47856" x="6170613" y="2752725"/>
          <p14:tracePt t="47882" x="6121400" y="2778125"/>
          <p14:tracePt t="47903" x="6083300" y="2803525"/>
          <p14:tracePt t="47931" x="6021388" y="2840038"/>
          <p14:tracePt t="47953" x="5932488" y="2865438"/>
          <p14:tracePt t="47973" x="5845175" y="2865438"/>
          <p14:tracePt t="47994" x="5657850" y="2865438"/>
          <p14:tracePt t="48015" x="5507038" y="2865438"/>
          <p14:tracePt t="48016" x="5407025" y="2865438"/>
          <p14:tracePt t="48041" x="5219700" y="2878138"/>
          <p14:tracePt t="48062" x="5068888" y="2878138"/>
          <p14:tracePt t="48063" x="4981575" y="2890838"/>
          <p14:tracePt t="48084" x="4843463" y="2890838"/>
          <p14:tracePt t="48110" x="4581525" y="2890838"/>
          <p14:tracePt t="48111" x="4481513" y="2890838"/>
          <p14:tracePt t="48133" x="4256088" y="2865438"/>
          <p14:tracePt t="48155" x="3956050" y="2778125"/>
          <p14:tracePt t="48174" x="3843338" y="2690813"/>
          <p14:tracePt t="48175" x="3779838" y="2665413"/>
          <p14:tracePt t="48200" x="3643313" y="2578100"/>
          <p14:tracePt t="48218" x="3592513" y="2540000"/>
          <p14:tracePt t="48247" x="3541713" y="2427288"/>
          <p14:tracePt t="48291" x="3505200" y="2239963"/>
          <p14:tracePt t="48311" x="3505200" y="2152650"/>
          <p14:tracePt t="48338" x="3505200" y="2052638"/>
          <p14:tracePt t="48362" x="3505200" y="1989138"/>
          <p14:tracePt t="48389" x="3554413" y="1939925"/>
          <p14:tracePt t="48410" x="3567113" y="1914525"/>
          <p14:tracePt t="48439" x="3605213" y="1852613"/>
          <p14:tracePt t="48463" x="3643313" y="1801813"/>
          <p14:tracePt t="48490" x="3705225" y="1776413"/>
          <p14:tracePt t="48512" x="3767138" y="1752600"/>
          <p14:tracePt t="48538" x="3805238" y="1739900"/>
          <p14:tracePt t="48555" x="3843338" y="1714500"/>
          <p14:tracePt t="48578" x="3892550" y="1714500"/>
          <p14:tracePt t="48598" x="3905250" y="1714500"/>
          <p14:tracePt t="48599" x="3930650" y="1714500"/>
          <p14:tracePt t="48620" x="3992563" y="1714500"/>
          <p14:tracePt t="48646" x="4105275" y="1714500"/>
          <p14:tracePt t="48648" x="4130675" y="1714500"/>
          <p14:tracePt t="48690" x="4243388" y="1752600"/>
          <p14:tracePt t="48709" x="4305300" y="1765300"/>
          <p14:tracePt t="48733" x="4368800" y="1765300"/>
          <p14:tracePt t="48756" x="4443413" y="1801813"/>
          <p14:tracePt t="48778" x="4481513" y="1814513"/>
          <p14:tracePt t="48799" x="4518025" y="1839913"/>
          <p14:tracePt t="48841" x="4556125" y="1865313"/>
          <p14:tracePt t="48863" x="4594225" y="1876425"/>
          <p14:tracePt t="48887" x="4606925" y="1889125"/>
          <p14:tracePt t="48911" x="4630738" y="1914525"/>
          <p14:tracePt t="48937" x="4656138" y="1927225"/>
          <p14:tracePt t="48956" x="4694238" y="1978025"/>
          <p14:tracePt t="48981" x="4732338" y="2078038"/>
          <p14:tracePt t="49001" x="4743450" y="2190750"/>
          <p14:tracePt t="49042" x="4794250" y="2365375"/>
          <p14:tracePt t="49064" x="4794250" y="2414588"/>
          <p14:tracePt t="49090" x="4794250" y="2439988"/>
          <p14:tracePt t="49108" x="4794250" y="2478088"/>
          <p14:tracePt t="49131" x="4756150" y="2540000"/>
          <p14:tracePt t="49155" x="4681538" y="2627313"/>
          <p14:tracePt t="49176" x="4568825" y="2728913"/>
          <p14:tracePt t="49198" x="4494213" y="2778125"/>
          <p14:tracePt t="49216" x="4381500" y="2828925"/>
          <p14:tracePt t="49244" x="4256088" y="2865438"/>
          <p14:tracePt t="49269" x="4056063" y="2878138"/>
          <p14:tracePt t="49291" x="3779838" y="2878138"/>
          <p14:tracePt t="49318" x="3541713" y="2890838"/>
          <p14:tracePt t="49320" x="3492500" y="2890838"/>
          <p14:tracePt t="49341" x="3454400" y="2890838"/>
          <p14:tracePt t="49362" x="3354388" y="2890838"/>
          <p14:tracePt t="49383" x="3341688" y="2890838"/>
          <p14:tracePt t="49384" x="3317875" y="2890838"/>
          <p14:tracePt t="49405" x="3292475" y="2878138"/>
          <p14:tracePt t="49425" x="3279775" y="2828925"/>
          <p14:tracePt t="49453" x="3241675" y="2716213"/>
          <p14:tracePt t="49496" x="3241675" y="2527300"/>
          <p14:tracePt t="49513" x="3241675" y="2478088"/>
          <p14:tracePt t="49540" x="3241675" y="2414588"/>
          <p14:tracePt t="49562" x="3241675" y="2390775"/>
          <p14:tracePt t="49586" x="3241675" y="2352675"/>
          <p14:tracePt t="49607" x="3305175" y="2290763"/>
          <p14:tracePt t="49629" x="3354388" y="2252663"/>
          <p14:tracePt t="49653" x="3417888" y="2190750"/>
          <p14:tracePt t="49675" x="3441700" y="2114550"/>
          <p14:tracePt t="49700" x="3467100" y="2065338"/>
          <p14:tracePt t="49723" x="3479800" y="2039938"/>
          <p14:tracePt t="49745" x="3567113" y="1965325"/>
          <p14:tracePt t="49764" x="3654425" y="1927225"/>
          <p14:tracePt t="49787" x="3767138" y="1914525"/>
          <p14:tracePt t="49813" x="3905250" y="1889125"/>
          <p14:tracePt t="49835" x="4030663" y="1889125"/>
          <p14:tracePt t="49855" x="4268788" y="1889125"/>
          <p14:tracePt t="49875" x="4430713" y="1939925"/>
          <p14:tracePt t="49902" x="4619625" y="1965325"/>
          <p14:tracePt t="49925" x="4856163" y="2014538"/>
          <p14:tracePt t="49947" x="5006975" y="2039938"/>
          <p14:tracePt t="49969" x="5170488" y="2089150"/>
          <p14:tracePt t="49970" x="5245100" y="2114550"/>
          <p14:tracePt t="49992" x="5419725" y="2178050"/>
          <p14:tracePt t="50019" x="5570538" y="2265363"/>
          <p14:tracePt t="50041" x="5695950" y="2327275"/>
          <p14:tracePt t="50063" x="5795963" y="2403475"/>
          <p14:tracePt t="50083" x="5857875" y="2439988"/>
          <p14:tracePt t="50110" x="5932488" y="2478088"/>
          <p14:tracePt t="50130" x="5945188" y="2503488"/>
          <p14:tracePt t="50154" x="5957888" y="2552700"/>
          <p14:tracePt t="50195" x="5957888" y="2690813"/>
          <p14:tracePt t="50220" x="5957888" y="2740025"/>
          <p14:tracePt t="50245" x="5957888" y="2816225"/>
          <p14:tracePt t="50263" x="5957888" y="2840038"/>
          <p14:tracePt t="50264" x="5945188" y="2852738"/>
          <p14:tracePt t="50286" x="5921375" y="2878138"/>
          <p14:tracePt t="50288" x="5908675" y="2890838"/>
          <p14:tracePt t="50311" x="5870575" y="2941638"/>
          <p14:tracePt t="50337" x="5821363" y="2978150"/>
          <p14:tracePt t="50354" x="5795963" y="2990850"/>
          <p14:tracePt t="50376" x="5695950" y="3028950"/>
          <p14:tracePt t="50399" x="5619750" y="3054350"/>
          <p14:tracePt t="50423" x="5470525" y="3078163"/>
          <p14:tracePt t="50446" x="5419725" y="3090863"/>
          <p14:tracePt t="50447" x="5345113" y="3128963"/>
          <p14:tracePt t="50465" x="5245100" y="3141663"/>
          <p14:tracePt t="50487" x="4968875" y="3178175"/>
          <p14:tracePt t="50516" x="4681538" y="3178175"/>
          <p14:tracePt t="50537" x="4381500" y="3165475"/>
          <p14:tracePt t="50560" x="4105275" y="3065463"/>
          <p14:tracePt t="50578" x="4017963" y="3041650"/>
          <p14:tracePt t="50607" x="3843338" y="2890838"/>
          <p14:tracePt t="50627" x="3756025" y="2828925"/>
          <p14:tracePt t="50648" x="3667125" y="2690813"/>
          <p14:tracePt t="50668" x="3630613" y="2616200"/>
          <p14:tracePt t="50693" x="3605213" y="2490788"/>
          <p14:tracePt t="50715" x="3605213" y="2390775"/>
          <p14:tracePt t="50741" x="3605213" y="2290763"/>
          <p14:tracePt t="50759" x="3630613" y="2178050"/>
          <p14:tracePt t="50782" x="3643313" y="2114550"/>
          <p14:tracePt t="50804" x="3692525" y="2014538"/>
          <p14:tracePt t="50828" x="3730625" y="1965325"/>
          <p14:tracePt t="50850" x="3792538" y="1901825"/>
          <p14:tracePt t="50871" x="3867150" y="1839913"/>
          <p14:tracePt t="50893" x="3930650" y="1801813"/>
          <p14:tracePt t="50913" x="3992563" y="1765300"/>
          <p14:tracePt t="50939" x="4030663" y="1739900"/>
          <p14:tracePt t="50967" x="4105275" y="1727200"/>
          <p14:tracePt t="50988" x="4181475" y="1714500"/>
          <p14:tracePt t="51017" x="4356100" y="1714500"/>
          <p14:tracePt t="51037" x="4481513" y="1714500"/>
          <p14:tracePt t="51040" x="4556125" y="1714500"/>
          <p14:tracePt t="51059" x="4606925" y="1714500"/>
          <p14:tracePt t="51081" x="4756150" y="1714500"/>
          <p14:tracePt t="51105" x="4856163" y="1727200"/>
          <p14:tracePt t="51127" x="4956175" y="1765300"/>
          <p14:tracePt t="51148" x="5006975" y="1801813"/>
          <p14:tracePt t="51169" x="5157788" y="1852613"/>
          <p14:tracePt t="51191" x="5319713" y="1927225"/>
          <p14:tracePt t="51219" x="5394325" y="1978025"/>
          <p14:tracePt t="51242" x="5519738" y="2027238"/>
          <p14:tracePt t="51263" x="5595938" y="2089150"/>
          <p14:tracePt t="51282" x="5645150" y="2139950"/>
          <p14:tracePt t="51307" x="5695950" y="2239963"/>
          <p14:tracePt t="51327" x="5732463" y="2365375"/>
          <p14:tracePt t="51356" x="5745163" y="2465388"/>
          <p14:tracePt t="51399" x="5745163" y="2590800"/>
          <p14:tracePt t="51420" x="5745163" y="2627313"/>
          <p14:tracePt t="51443" x="5745163" y="2665413"/>
          <p14:tracePt t="51462" x="5732463" y="2690813"/>
          <p14:tracePt t="51463" x="5719763" y="2716213"/>
          <p14:tracePt t="51485" x="5719763" y="2728913"/>
          <p14:tracePt t="51510" x="5695950" y="2790825"/>
          <p14:tracePt t="51513" x="5683250" y="2803525"/>
          <p14:tracePt t="51533" x="5657850" y="2840038"/>
          <p14:tracePt t="51559" x="5607050" y="2890838"/>
          <p14:tracePt t="51578" x="5583238" y="2916238"/>
          <p14:tracePt t="51607" x="5557838" y="2965450"/>
          <p14:tracePt t="51719" x="5345113" y="2878138"/>
          <p14:tracePt t="51739" x="5307013" y="2816225"/>
          <p14:tracePt t="51992" x="5281613" y="2840038"/>
          <p14:tracePt t="52110" x="5532438" y="3078163"/>
          <p14:tracePt t="52111" x="5845175" y="3278188"/>
          <p14:tracePt t="52129" x="6108700" y="3554413"/>
          <p14:tracePt t="52157" x="6434138" y="3792538"/>
          <p14:tracePt t="52176" x="6559550" y="3905250"/>
          <p14:tracePt t="52209" x="6621463" y="3967163"/>
          <p14:tracePt t="52229" x="6659563" y="3992563"/>
          <p14:tracePt t="52253" x="6734175" y="4005263"/>
          <p14:tracePt t="52271" x="6834188" y="4017963"/>
          <p14:tracePt t="52295" x="6997700" y="4017963"/>
          <p14:tracePt t="52319" x="7123113" y="4017963"/>
          <p14:tracePt t="52344" x="7335838" y="4005263"/>
          <p14:tracePt t="52368" x="7497763" y="3992563"/>
          <p14:tracePt t="52392" x="7597775" y="3954463"/>
          <p14:tracePt t="52411" x="7635875" y="3954463"/>
          <p14:tracePt t="52434" x="7735888" y="3941763"/>
          <p14:tracePt t="52455" x="7797800" y="3941763"/>
          <p14:tracePt t="52475" x="7835900" y="3941763"/>
          <p14:tracePt t="52496" x="7848600" y="3941763"/>
          <p14:tracePt t="52687" x="7861300" y="3916363"/>
          <p14:tracePt t="52895" x="7861300" y="3905250"/>
          <p14:tracePt t="52995" x="7861300" y="3892550"/>
          <p14:tracePt t="53042" x="7823200" y="3892550"/>
          <p14:tracePt t="53060" x="7810500" y="3879850"/>
          <p14:tracePt t="53103" x="7723188" y="3841750"/>
          <p14:tracePt t="53223" x="7710488" y="3841750"/>
          <p14:tracePt t="53244" x="7697788" y="3841750"/>
          <p14:tracePt t="53267" x="7661275" y="3841750"/>
          <p14:tracePt t="53285" x="7597775" y="3841750"/>
          <p14:tracePt t="53313" x="7523163" y="3829050"/>
          <p14:tracePt t="53331" x="7497763" y="3803650"/>
          <p14:tracePt t="53355" x="7472363" y="3767138"/>
          <p14:tracePt t="53373" x="7448550" y="3703638"/>
          <p14:tracePt t="53396" x="7385050" y="3579813"/>
          <p14:tracePt t="53420" x="7297738" y="3429000"/>
          <p14:tracePt t="53443" x="7223125" y="3290888"/>
          <p14:tracePt t="53462" x="7172325" y="3228975"/>
          <p14:tracePt t="53464" x="7146925" y="3203575"/>
          <p14:tracePt t="53485" x="7134225" y="3154363"/>
          <p14:tracePt t="53505" x="7110413" y="3103563"/>
          <p14:tracePt t="53533" x="7059613" y="3054350"/>
          <p14:tracePt t="53558" x="7046913" y="3003550"/>
          <p14:tracePt t="53560" x="7021513" y="2978150"/>
          <p14:tracePt t="53602" x="6972300" y="2890838"/>
          <p14:tracePt t="53621" x="6972300" y="2878138"/>
          <p14:tracePt t="53644" x="6946900" y="2840038"/>
          <p14:tracePt t="53723" x="6934200" y="2840038"/>
          <p14:tracePt t="53766" x="6921500" y="2840038"/>
          <p14:tracePt t="53767" x="6910388" y="2852738"/>
          <p14:tracePt t="53785" x="6910388" y="2890838"/>
          <p14:tracePt t="53815" x="6910388" y="3003550"/>
          <p14:tracePt t="53834" x="6910388" y="3054350"/>
          <p14:tracePt t="53858" x="6946900" y="3154363"/>
          <p14:tracePt t="53874" x="6959600" y="3203575"/>
          <p14:tracePt t="53902" x="6985000" y="3241675"/>
          <p14:tracePt t="53926" x="6997700" y="3290888"/>
          <p14:tracePt t="53953" x="6997700" y="3354388"/>
          <p14:tracePt t="53976" x="6997700" y="3416300"/>
          <p14:tracePt t="54001" x="6997700" y="3479800"/>
          <p14:tracePt t="54020" x="6997700" y="3516313"/>
          <p14:tracePt t="54042" x="6997700" y="3529013"/>
          <p14:tracePt t="54063" x="6997700" y="3541713"/>
          <p14:tracePt t="54328" x="7059613" y="3541713"/>
          <p14:tracePt t="54351" x="7259638" y="3541713"/>
          <p14:tracePt t="54376" x="7572375" y="3541713"/>
          <p14:tracePt t="54396" x="7710488" y="3541713"/>
          <p14:tracePt t="54401" x="7785100" y="3541713"/>
          <p14:tracePt t="54421" x="7886700" y="3541713"/>
          <p14:tracePt t="54444" x="7897813" y="3541713"/>
          <p14:tracePt t="54463" x="7923213" y="3541713"/>
          <p14:tracePt t="54576" x="7974013" y="3541713"/>
          <p14:tracePt t="54597" x="8010525" y="3541713"/>
          <p14:tracePt t="54623" x="8286750" y="3590925"/>
          <p14:tracePt t="54646" x="8424863" y="3590925"/>
          <p14:tracePt t="54666" x="8586788" y="3590925"/>
          <p14:tracePt t="54708" x="8724900" y="3590925"/>
          <p14:tracePt t="54731" x="8737600" y="3590925"/>
          <p14:tracePt t="54777" x="8763000" y="3590925"/>
          <p14:tracePt t="54796" x="8774113" y="3590925"/>
          <p14:tracePt t="54835" x="8799513" y="3579813"/>
          <p14:tracePt t="54856" x="8812213" y="3567113"/>
          <p14:tracePt t="54892" x="8863013" y="3567113"/>
          <p14:tracePt t="54918" x="8937625" y="3554413"/>
          <p14:tracePt t="54919" x="8975725" y="3554413"/>
          <p14:tracePt t="54946" x="9012238" y="3554413"/>
          <p14:tracePt t="54966" x="9075738" y="3554413"/>
          <p14:tracePt t="55008" x="9137650" y="3554413"/>
          <p14:tracePt t="55184" x="9150350" y="3554413"/>
          <p14:tracePt t="55205" x="9175750" y="3541713"/>
          <p14:tracePt t="55520" x="9150350" y="3541713"/>
          <p14:tracePt t="58098" x="9150350" y="3529013"/>
          <p14:tracePt t="58123" x="9012238" y="3429000"/>
          <p14:tracePt t="58145" x="8924925" y="3403600"/>
          <p14:tracePt t="58169" x="8863013" y="3403600"/>
          <p14:tracePt t="58194" x="8799513" y="3390900"/>
          <p14:tracePt t="58217" x="8750300" y="3390900"/>
          <p14:tracePt t="58237" x="8737600" y="3390900"/>
          <p14:tracePt t="58261" x="8712200" y="3390900"/>
          <p14:tracePt t="58287" x="8661400" y="3367088"/>
          <p14:tracePt t="58309" x="8586788" y="3367088"/>
          <p14:tracePt t="58312" x="8561388" y="3354388"/>
          <p14:tracePt t="58330" x="8474075" y="3303588"/>
          <p14:tracePt t="58354" x="8324850" y="3267075"/>
          <p14:tracePt t="58374" x="8261350" y="3241675"/>
          <p14:tracePt t="58375" x="8235950" y="3241675"/>
          <p14:tracePt t="58415" x="8223250" y="3241675"/>
          <p14:tracePt t="58437" x="8212138" y="3241675"/>
          <p14:tracePt t="58462" x="8212138" y="3403600"/>
          <p14:tracePt t="58479" x="8261350" y="3616325"/>
          <p14:tracePt t="58501" x="8261350" y="3692525"/>
          <p14:tracePt t="58526" x="8286750" y="3729038"/>
          <p14:tracePt t="58527" x="8299450" y="3754438"/>
          <p14:tracePt t="58550" x="8299450" y="3767138"/>
          <p14:tracePt t="58576" x="8299450" y="3792538"/>
          <p14:tracePt t="58773" x="8274050" y="3816350"/>
          <p14:tracePt t="58811" x="8261350" y="3816350"/>
          <p14:tracePt t="59370" x="8361363" y="3803650"/>
          <p14:tracePt t="59391" x="8474075" y="3729038"/>
          <p14:tracePt t="59392" x="8586788" y="3679825"/>
          <p14:tracePt t="59485" x="8637588" y="3692525"/>
          <p14:tracePt t="59548" x="8637588" y="3667125"/>
          <p14:tracePt t="59569" x="8612188" y="3654425"/>
          <p14:tracePt t="59588" x="8599488" y="3641725"/>
          <p14:tracePt t="59612" x="8548688" y="3629025"/>
          <p14:tracePt t="59640" x="8448675" y="3603625"/>
          <p14:tracePt t="59664" x="8261350" y="3603625"/>
          <p14:tracePt t="59686" x="8074025" y="3603625"/>
          <p14:tracePt t="59687" x="7935913" y="3616325"/>
          <p14:tracePt t="59706" x="7697788" y="3692525"/>
          <p14:tracePt t="59735" x="7397750" y="3803650"/>
          <p14:tracePt t="59735" x="7348538" y="3816350"/>
          <p14:tracePt t="59756" x="7235825" y="3841750"/>
          <p14:tracePt t="59784" x="6959600" y="3954463"/>
          <p14:tracePt t="59804" x="6921500" y="3979863"/>
          <p14:tracePt t="59828" x="6759575" y="4005263"/>
          <p14:tracePt t="59846" x="6634163" y="4005263"/>
          <p14:tracePt t="59870" x="6483350" y="4005263"/>
          <p14:tracePt t="59888" x="6370638" y="4017963"/>
          <p14:tracePt t="59917" x="6346825" y="4029075"/>
          <p14:tracePt t="59943" x="6334125" y="4029075"/>
          <p14:tracePt t="59968" x="6321425" y="4041775"/>
          <p14:tracePt t="60088" x="6308725" y="4017963"/>
          <p14:tracePt t="60108" x="6308725" y="3929063"/>
          <p14:tracePt t="60113" x="6370638" y="3841750"/>
          <p14:tracePt t="60135" x="6584950" y="3567113"/>
          <p14:tracePt t="60156" x="6734175" y="3316288"/>
          <p14:tracePt t="60184" x="6997700" y="2852738"/>
          <p14:tracePt t="60203" x="7123113" y="2703513"/>
          <p14:tracePt t="60228" x="7159625" y="2652713"/>
          <p14:tracePt t="60293" x="7159625" y="2627313"/>
          <p14:tracePt t="60314" x="7159625" y="2616200"/>
          <p14:tracePt t="60352" x="7110413" y="2616200"/>
          <p14:tracePt t="60376" x="7072313" y="2590800"/>
          <p14:tracePt t="60399" x="6997700" y="2578100"/>
          <p14:tracePt t="60421" x="6897688" y="2578100"/>
          <p14:tracePt t="60439" x="6834188" y="2590800"/>
          <p14:tracePt t="60441" x="6784975" y="2603500"/>
          <p14:tracePt t="60463" x="6708775" y="2665413"/>
          <p14:tracePt t="60490" x="6608763" y="2752725"/>
          <p14:tracePt t="60508" x="6546850" y="2803525"/>
          <p14:tracePt t="60533" x="6446838" y="2878138"/>
          <p14:tracePt t="60552" x="6283325" y="2965450"/>
          <p14:tracePt t="60580" x="6096000" y="3054350"/>
          <p14:tracePt t="60599" x="5957888" y="3065463"/>
          <p14:tracePt t="60625" x="5795963" y="3041650"/>
          <p14:tracePt t="60643" x="5770563" y="3016250"/>
          <p14:tracePt t="60669" x="5708650" y="2952750"/>
          <p14:tracePt t="60693" x="5632450" y="2865438"/>
          <p14:tracePt t="60716" x="5570538" y="2765425"/>
          <p14:tracePt t="60735" x="5519738" y="2640013"/>
          <p14:tracePt t="60759" x="5495925" y="2590800"/>
          <p14:tracePt t="60760" x="5495925" y="2552700"/>
          <p14:tracePt t="60784" x="5495925" y="2414588"/>
          <p14:tracePt t="60803" x="5495925" y="2327275"/>
          <p14:tracePt t="60827" x="5557838" y="2201863"/>
          <p14:tracePt t="60847" x="5583238" y="2127250"/>
          <p14:tracePt t="60875" x="5708650" y="2065338"/>
          <p14:tracePt t="60897" x="5832475" y="1965325"/>
          <p14:tracePt t="60919" x="6021388" y="1901825"/>
          <p14:tracePt t="60945" x="6234113" y="1814513"/>
          <p14:tracePt t="60969" x="6370638" y="1789113"/>
          <p14:tracePt t="60997" x="6483350" y="1776413"/>
          <p14:tracePt t="61020" x="6572250" y="1776413"/>
          <p14:tracePt t="61041" x="6659563" y="1776413"/>
          <p14:tracePt t="61064" x="6808788" y="1776413"/>
          <p14:tracePt t="61091" x="6959600" y="1827213"/>
          <p14:tracePt t="61110" x="6985000" y="1865313"/>
          <p14:tracePt t="61111" x="7034213" y="1889125"/>
          <p14:tracePt t="61136" x="7110413" y="2014538"/>
          <p14:tracePt t="61154" x="7259638" y="2127250"/>
          <p14:tracePt t="61183" x="7459663" y="2278063"/>
          <p14:tracePt t="61203" x="7523163" y="2378075"/>
          <p14:tracePt t="61229" x="7535863" y="2503488"/>
          <p14:tracePt t="61250" x="7548563" y="2627313"/>
          <p14:tracePt t="61275" x="7548563" y="2740025"/>
          <p14:tracePt t="61299" x="7548563" y="2816225"/>
          <p14:tracePt t="61322" x="7523163" y="2916238"/>
          <p14:tracePt t="61342" x="7510463" y="2965450"/>
          <p14:tracePt t="61344" x="7485063" y="2990850"/>
          <p14:tracePt t="61367" x="7435850" y="3054350"/>
          <p14:tracePt t="61397" x="7385050" y="3065463"/>
          <p14:tracePt t="61420" x="7185025" y="3078163"/>
          <p14:tracePt t="61441" x="6846888" y="3078163"/>
          <p14:tracePt t="61460" x="6721475" y="3078163"/>
          <p14:tracePt t="61492" x="6521450" y="2978150"/>
          <p14:tracePt t="61511" x="6421438" y="2878138"/>
          <p14:tracePt t="61535" x="6396038" y="2752725"/>
          <p14:tracePt t="61553" x="6383338" y="2640013"/>
          <p14:tracePt t="61583" x="6346825" y="2427288"/>
          <p14:tracePt t="61601" x="6334125" y="2339975"/>
          <p14:tracePt t="61627" x="6334125" y="2227263"/>
          <p14:tracePt t="61645" x="6334125" y="2165350"/>
          <p14:tracePt t="61672" x="6421438" y="2039938"/>
          <p14:tracePt t="61695" x="6472238" y="2001838"/>
          <p14:tracePt t="61720" x="6572250" y="1939925"/>
          <p14:tracePt t="61739" x="6659563" y="1914525"/>
          <p14:tracePt t="61788" x="6746875" y="1889125"/>
          <p14:tracePt t="61807" x="6834188" y="1876425"/>
          <p14:tracePt t="61832" x="6897688" y="1865313"/>
          <p14:tracePt t="61851" x="6934200" y="1865313"/>
          <p14:tracePt t="61881" x="7021513" y="1865313"/>
          <p14:tracePt t="61900" x="7134225" y="1865313"/>
          <p14:tracePt t="61926" x="7197725" y="1865313"/>
          <p14:tracePt t="62123" x="7197725" y="1889125"/>
          <p14:tracePt t="62159" x="7223125" y="1889125"/>
          <p14:tracePt t="62224" x="7223125" y="1901825"/>
          <p14:tracePt t="62260" x="7235825" y="1901825"/>
          <p14:tracePt t="62302" x="7235825" y="1914525"/>
          <p14:tracePt t="62328" x="7272338" y="1965325"/>
          <p14:tracePt t="62349" x="7285038" y="1989138"/>
          <p14:tracePt t="62371" x="7310438" y="2039938"/>
          <p14:tracePt t="62396" x="7335838" y="2089150"/>
          <p14:tracePt t="62416" x="7372350" y="2139950"/>
          <p14:tracePt t="62441" x="7372350" y="2165350"/>
          <p14:tracePt t="62460" x="7397750" y="2190750"/>
          <p14:tracePt t="62488" x="7410450" y="2227263"/>
          <p14:tracePt t="62509" x="7410450" y="2265363"/>
          <p14:tracePt t="62532" x="7435850" y="2352675"/>
          <p14:tracePt t="62552" x="7435850" y="2427288"/>
          <p14:tracePt t="62577" x="7435850" y="2478088"/>
          <p14:tracePt t="62597" x="7435850" y="2503488"/>
          <p14:tracePt t="62618" x="7397750" y="2540000"/>
          <p14:tracePt t="62646" x="7348538" y="2590800"/>
          <p14:tracePt t="62647" x="7323138" y="2603500"/>
          <p14:tracePt t="62669" x="7259638" y="2627313"/>
          <p14:tracePt t="62673" x="7223125" y="2640013"/>
          <p14:tracePt t="62695" x="7159625" y="2652713"/>
          <p14:tracePt t="62721" x="7097713" y="2665413"/>
          <p14:tracePt t="62739" x="7021513" y="2703513"/>
          <p14:tracePt t="62761" x="6821488" y="2728913"/>
          <p14:tracePt t="62786" x="6396038" y="2828925"/>
          <p14:tracePt t="62807" x="6183313" y="2852738"/>
          <p14:tracePt t="62828" x="6021388" y="2878138"/>
          <p14:tracePt t="62849" x="5857875" y="2916238"/>
          <p14:tracePt t="62871" x="5832475" y="2928938"/>
          <p14:tracePt t="62897" x="5821363" y="2941638"/>
          <p14:tracePt t="62958" x="5808663" y="2941638"/>
          <p14:tracePt t="62979" x="5808663" y="2965450"/>
          <p14:tracePt t="63000" x="5808663" y="3003550"/>
          <p14:tracePt t="63021" x="5832475" y="3028950"/>
          <p14:tracePt t="63049" x="5908675" y="3065463"/>
          <p14:tracePt t="63072" x="5957888" y="3116263"/>
          <p14:tracePt t="63097" x="6070600" y="3154363"/>
          <p14:tracePt t="63117" x="6108700" y="3165475"/>
          <p14:tracePt t="63120" x="6146800" y="3178175"/>
          <p14:tracePt t="63142" x="6208713" y="3178175"/>
          <p14:tracePt t="63161" x="6270625" y="3178175"/>
          <p14:tracePt t="63188" x="6296025" y="3178175"/>
          <p14:tracePt t="63308" x="6308725" y="3178175"/>
          <p14:tracePt t="63329" x="6334125" y="3178175"/>
          <p14:tracePt t="63351" x="6383338" y="3178175"/>
          <p14:tracePt t="63374" x="6483350" y="3190875"/>
          <p14:tracePt t="63375" x="6546850" y="3190875"/>
          <p14:tracePt t="63395" x="6696075" y="3190875"/>
          <p14:tracePt t="63416" x="6872288" y="3203575"/>
          <p14:tracePt t="63443" x="6884988" y="3216275"/>
          <p14:tracePt t="63463" x="6897688" y="3228975"/>
          <p14:tracePt t="63509" x="6921500" y="3241675"/>
          <p14:tracePt t="63532" x="6972300" y="3290888"/>
          <p14:tracePt t="63555" x="7021513" y="3367088"/>
          <p14:tracePt t="63580" x="7123113" y="3429000"/>
          <p14:tracePt t="63605" x="7259638" y="3479800"/>
          <p14:tracePt t="63625" x="7385050" y="3516313"/>
          <p14:tracePt t="63648" x="7535863" y="3529013"/>
          <p14:tracePt t="63669" x="7561263" y="3529013"/>
          <p14:tracePt t="63672" x="7585075" y="3529013"/>
          <p14:tracePt t="63869" x="7597775" y="3529013"/>
          <p14:tracePt t="63895" x="7610475" y="3529013"/>
          <p14:tracePt t="63919" x="7661275" y="3529013"/>
          <p14:tracePt t="63943" x="7735888" y="3529013"/>
          <p14:tracePt t="63967" x="7748588" y="3529013"/>
          <p14:tracePt t="64011" x="7761288" y="3529013"/>
          <p14:tracePt t="64031" x="7773988" y="3541713"/>
          <p14:tracePt t="64050" x="7810500" y="3567113"/>
          <p14:tracePt t="64075" x="7861300" y="3603625"/>
          <p14:tracePt t="64104" x="7935913" y="3641725"/>
          <p14:tracePt t="64426" x="7948613" y="3641725"/>
          <p14:tracePt t="64666" x="7961313" y="3641725"/>
          <p14:tracePt t="65213" x="7948613" y="3641725"/>
          <p14:tracePt t="65240" x="7935913" y="3641725"/>
          <p14:tracePt t="65261" x="7923213" y="3641725"/>
          <p14:tracePt t="65285" x="7910513" y="3641725"/>
          <p14:tracePt t="65305" x="7886700" y="3641725"/>
          <p14:tracePt t="69827" x="7886700" y="3629025"/>
          <p14:tracePt t="69873" x="7874000" y="3603625"/>
          <p14:tracePt t="69977" x="7861300" y="3603625"/>
          <p14:tracePt t="70018" x="7848600" y="3603625"/>
          <p14:tracePt t="70061" x="7835900" y="3603625"/>
          <p14:tracePt t="70175" x="7810500" y="3603625"/>
          <p14:tracePt t="70201" x="7785100" y="3616325"/>
          <p14:tracePt t="70246" x="7773988" y="3616325"/>
          <p14:tracePt t="70267" x="7748588" y="3616325"/>
          <p14:tracePt t="70550" x="7735888" y="3629025"/>
          <p14:tracePt t="70589" x="7723188" y="3641725"/>
          <p14:tracePt t="70613" x="7710488" y="3641725"/>
          <p14:tracePt t="70634" x="7710488" y="3654425"/>
          <p14:tracePt t="70684" x="7648575" y="3654425"/>
          <p14:tracePt t="70705" x="7523163" y="3679825"/>
          <p14:tracePt t="70727" x="7448550" y="3679825"/>
          <p14:tracePt t="70755" x="7397750" y="3679825"/>
          <p14:tracePt t="70779" x="7335838" y="3679825"/>
          <p14:tracePt t="70799" x="7310438" y="3679825"/>
          <p14:tracePt t="70820" x="7285038" y="3679825"/>
          <p14:tracePt t="70842" x="7235825" y="3679825"/>
          <p14:tracePt t="70864" x="7146925" y="3679825"/>
          <p14:tracePt t="70887" x="7085013" y="3679825"/>
          <p14:tracePt t="70889" x="7059613" y="3667125"/>
          <p14:tracePt t="70915" x="7010400" y="3667125"/>
          <p14:tracePt t="70935" x="6997700" y="3654425"/>
          <p14:tracePt t="71002" x="6985000" y="3654425"/>
          <p14:tracePt t="71045" x="6972300" y="3641725"/>
          <p14:tracePt t="71089" x="6959600" y="3616325"/>
          <p14:tracePt t="71108" x="6946900" y="3590925"/>
          <p14:tracePt t="71151" x="6934200" y="3579813"/>
          <p14:tracePt t="71168" x="6921500" y="3567113"/>
          <p14:tracePt t="71358" x="6921500" y="3554413"/>
          <p14:tracePt t="71582" x="6897688" y="3529013"/>
          <p14:tracePt t="71888" x="6846888" y="3529013"/>
          <p14:tracePt t="71909" x="6672263" y="3529013"/>
          <p14:tracePt t="71912" x="6596063" y="3529013"/>
          <p14:tracePt t="71930" x="6496050" y="3454400"/>
          <p14:tracePt t="71955" x="6234113" y="3416300"/>
          <p14:tracePt t="71972" x="5983288" y="3378200"/>
          <p14:tracePt t="71998" x="5732463" y="3278188"/>
          <p14:tracePt t="72020" x="5583238" y="3178175"/>
          <p14:tracePt t="72042" x="5432425" y="3028950"/>
          <p14:tracePt t="72061" x="5357813" y="2878138"/>
          <p14:tracePt t="72064" x="5294313" y="2803525"/>
          <p14:tracePt t="72084" x="5257800" y="2703513"/>
          <p14:tracePt t="72111" x="5132388" y="2490788"/>
          <p14:tracePt t="72132" x="5132388" y="2414588"/>
          <p14:tracePt t="72159" x="5119688" y="2339975"/>
          <p14:tracePt t="72160" x="5119688" y="2327275"/>
          <p14:tracePt t="72177" x="5106988" y="2265363"/>
          <p14:tracePt t="72210" x="5106988" y="2139950"/>
          <p14:tracePt t="72250" x="5181600" y="2001838"/>
          <p14:tracePt t="72273" x="5207000" y="1989138"/>
          <p14:tracePt t="72297" x="5219700" y="1965325"/>
          <p14:tracePt t="72336" x="5245100" y="1965325"/>
          <p14:tracePt t="72365" x="5257800" y="1965325"/>
          <p14:tracePt t="72389" x="5270500" y="1952625"/>
          <p14:tracePt t="72451" x="5294313" y="1952625"/>
          <p14:tracePt t="72474" x="5307013" y="1952625"/>
          <p14:tracePt t="72499" x="5332413" y="1952625"/>
          <p14:tracePt t="72557" x="5345113" y="1952625"/>
          <p14:tracePt t="72578" x="5370513" y="1952625"/>
          <p14:tracePt t="72699" x="5383213" y="1952625"/>
          <p14:tracePt t="72738" x="5394325" y="1952625"/>
          <p14:tracePt t="72785" x="5407025" y="1952625"/>
          <p14:tracePt t="72807" x="5419725" y="1952625"/>
          <p14:tracePt t="72825" x="5432425" y="1952625"/>
          <p14:tracePt t="73025" x="5445125" y="1952625"/>
          <p14:tracePt t="73049" x="5445125" y="1965325"/>
          <p14:tracePt t="73112" x="5457825" y="1978025"/>
          <p14:tracePt t="73153" x="5470525" y="1978025"/>
          <p14:tracePt t="73200" x="5483225" y="1978025"/>
          <p14:tracePt t="73239" x="5532438" y="2001838"/>
          <p14:tracePt t="73263" x="5570538" y="2001838"/>
          <p14:tracePt t="73286" x="5607050" y="2014538"/>
          <p14:tracePt t="73308" x="5645150" y="2014538"/>
          <p14:tracePt t="73328" x="5670550" y="2014538"/>
          <p14:tracePt t="73394" x="5683250" y="2014538"/>
          <p14:tracePt t="73453" x="5708650" y="2014538"/>
          <p14:tracePt t="73477" x="5719763" y="2027238"/>
          <p14:tracePt t="73500" x="5732463" y="2027238"/>
          <p14:tracePt t="73518" x="5757863" y="2027238"/>
          <p14:tracePt t="73539" x="5770563" y="2039938"/>
          <p14:tracePt t="73562" x="5783263" y="2039938"/>
          <p14:tracePt t="73586" x="5821363" y="2039938"/>
          <p14:tracePt t="73609" x="5857875" y="2039938"/>
          <p14:tracePt t="73649" x="5870575" y="2052638"/>
          <p14:tracePt t="73696" x="5895975" y="2052638"/>
          <p14:tracePt t="73718" x="5908675" y="2052638"/>
          <p14:tracePt t="73719" x="5921375" y="2052638"/>
          <p14:tracePt t="73741" x="5945188" y="2052638"/>
          <p14:tracePt t="73764" x="5995988" y="2065338"/>
          <p14:tracePt t="73788" x="6034088" y="2089150"/>
          <p14:tracePt t="73808" x="6070600" y="2114550"/>
          <p14:tracePt t="73828" x="6096000" y="2127250"/>
          <p14:tracePt t="73851" x="6134100" y="2152650"/>
          <p14:tracePt t="73877" x="6146800" y="2152650"/>
          <p14:tracePt t="73958" x="6196013" y="2127250"/>
          <p14:tracePt t="73983" x="6246813" y="2089150"/>
          <p14:tracePt t="74009" x="6259513" y="2065338"/>
          <p14:tracePt t="74026" x="6296025" y="2065338"/>
          <p14:tracePt t="74050" x="6308725" y="2065338"/>
          <p14:tracePt t="74075" x="6359525" y="2078038"/>
          <p14:tracePt t="74097" x="6421438" y="2114550"/>
          <p14:tracePt t="74117" x="6472238" y="2139950"/>
          <p14:tracePt t="74138" x="6521450" y="2201863"/>
          <p14:tracePt t="74161" x="6572250" y="2252663"/>
          <p14:tracePt t="74187" x="6608763" y="2314575"/>
          <p14:tracePt t="74209" x="6621463" y="2390775"/>
          <p14:tracePt t="74229" x="6646863" y="2439988"/>
          <p14:tracePt t="74248" x="6646863" y="2490788"/>
          <p14:tracePt t="74277" x="6672263" y="2565400"/>
          <p14:tracePt t="74296" x="6708775" y="2640013"/>
          <p14:tracePt t="74319" x="6746875" y="2703513"/>
          <p14:tracePt t="74336" x="6784975" y="2765425"/>
          <p14:tracePt t="74368" x="6859588" y="2878138"/>
          <p14:tracePt t="74389" x="6910388" y="2952750"/>
          <p14:tracePt t="74413" x="6959600" y="3103563"/>
          <p14:tracePt t="74432" x="7046913" y="3216275"/>
          <p14:tracePt t="74459" x="7085013" y="3316288"/>
          <p14:tracePt t="74479" x="7097713" y="3328988"/>
          <p14:tracePt t="74556" x="7123113" y="3328988"/>
          <p14:tracePt t="74580" x="7172325" y="3303588"/>
          <p14:tracePt t="74605" x="7246938" y="3254375"/>
          <p14:tracePt t="74623" x="7359650" y="3228975"/>
          <p14:tracePt t="74645" x="7385050" y="3216275"/>
          <p14:tracePt t="74666" x="7510463" y="3216275"/>
          <p14:tracePt t="74687" x="7623175" y="3228975"/>
          <p14:tracePt t="74714" x="7723188" y="3278188"/>
          <p14:tracePt t="74736" x="7773988" y="3328988"/>
          <p14:tracePt t="74764" x="7835900" y="3416300"/>
          <p14:tracePt t="74786" x="7848600" y="3441700"/>
          <p14:tracePt t="74807" x="7874000" y="3454400"/>
          <p14:tracePt t="74888" x="7910513" y="3441700"/>
          <p14:tracePt t="74911" x="7935913" y="3416300"/>
          <p14:tracePt t="74943" x="7986713" y="3378200"/>
          <p14:tracePt t="74968" x="8010525" y="3378200"/>
          <p14:tracePt t="74991" x="8061325" y="3378200"/>
          <p14:tracePt t="75020" x="8135938" y="3378200"/>
          <p14:tracePt t="75026" x="8148638" y="3378200"/>
          <p14:tracePt t="75047" x="8186738" y="3378200"/>
          <p14:tracePt t="75048" x="8212138" y="3378200"/>
          <p14:tracePt t="75071" x="8248650" y="3378200"/>
          <p14:tracePt t="75090" x="8248650" y="3390900"/>
          <p14:tracePt t="75121" x="8261350" y="3403600"/>
          <p14:tracePt t="75173" x="8274050" y="3403600"/>
          <p14:tracePt t="75192" x="8286750" y="3403600"/>
          <p14:tracePt t="75215" x="8299450" y="3403600"/>
          <p14:tracePt t="75234" x="8324850" y="3403600"/>
          <p14:tracePt t="75259" x="8386763" y="3403600"/>
          <p14:tracePt t="75282" x="8448675" y="3403600"/>
          <p14:tracePt t="75308" x="8512175" y="3416300"/>
          <p14:tracePt t="75330" x="8537575" y="3429000"/>
          <p14:tracePt t="75353" x="8561388" y="3429000"/>
          <p14:tracePt t="75374" x="8574088" y="3429000"/>
          <p14:tracePt t="75375" x="8586788" y="3429000"/>
          <p14:tracePt t="75396" x="8612188" y="3441700"/>
          <p14:tracePt t="75551" x="8661400" y="3441700"/>
          <p14:tracePt t="75579" x="8699500" y="3454400"/>
          <p14:tracePt t="75604" x="8724900" y="3454400"/>
          <p14:tracePt t="75623" x="8763000" y="3454400"/>
          <p14:tracePt t="75782" x="8774113" y="3454400"/>
          <p14:tracePt t="76050" x="8786813" y="3454400"/>
          <p14:tracePt t="76097" x="8799513" y="3454400"/>
          <p14:tracePt t="77016" x="8812213" y="3441700"/>
          <p14:tracePt t="77231" x="8824913" y="3441700"/>
          <p14:tracePt t="77296" x="8837613" y="3441700"/>
          <p14:tracePt t="77341" x="8824913" y="3441700"/>
          <p14:tracePt t="77456" x="8824913" y="3429000"/>
          <p14:tracePt t="77560" x="8824913" y="3416300"/>
          <p14:tracePt t="78091" x="8812213" y="3416300"/>
          <p14:tracePt t="79341" x="8812213" y="3403600"/>
          <p14:tracePt t="79745" x="8799513" y="3403600"/>
          <p14:tracePt t="80119" x="8786813" y="3378200"/>
          <p14:tracePt t="80158" x="8774113" y="3378200"/>
          <p14:tracePt t="80205" x="8774113" y="3367088"/>
          <p14:tracePt t="80227" x="8763000" y="3354388"/>
          <p14:tracePt t="80405" x="8750300" y="3341688"/>
          <p14:tracePt t="80427" x="8737600" y="3341688"/>
          <p14:tracePt t="80432" x="8737600" y="3328988"/>
          <p14:tracePt t="80474" x="8724900" y="3328988"/>
          <p14:tracePt t="80519" x="8699500" y="3328988"/>
          <p14:tracePt t="80538" x="8686800" y="3303588"/>
          <p14:tracePt t="80641" x="8674100" y="3303588"/>
          <p14:tracePt t="80686" x="8661400" y="3290888"/>
          <p14:tracePt t="80757" x="8661400" y="3278188"/>
          <p14:tracePt t="80780" x="8650288" y="3278188"/>
          <p14:tracePt t="80820" x="8637588" y="3267075"/>
          <p14:tracePt t="80842" x="8637588" y="3254375"/>
          <p14:tracePt t="80926" x="8624888" y="3254375"/>
          <p14:tracePt t="80990" x="8612188" y="3241675"/>
          <p14:tracePt t="81109" x="8599488" y="3228975"/>
          <p14:tracePt t="81210" x="8586788" y="3228975"/>
          <p14:tracePt t="81234" x="8574088" y="3228975"/>
          <p14:tracePt t="81276" x="8548688" y="3228975"/>
          <p14:tracePt t="81299" x="8524875" y="3228975"/>
          <p14:tracePt t="81326" x="8474075" y="3228975"/>
          <p14:tracePt t="81327" x="8448675" y="3228975"/>
          <p14:tracePt t="81345" x="8399463" y="3228975"/>
          <p14:tracePt t="81370" x="8299450" y="3228975"/>
          <p14:tracePt t="81394" x="8086725" y="3228975"/>
          <p14:tracePt t="81421" x="7861300" y="3267075"/>
          <p14:tracePt t="81440" x="7297738" y="3390900"/>
          <p14:tracePt t="81462" x="7123113" y="3467100"/>
          <p14:tracePt t="81464" x="6972300" y="3503613"/>
          <p14:tracePt t="81488" x="6646863" y="3654425"/>
          <p14:tracePt t="81511" x="6472238" y="3767138"/>
          <p14:tracePt t="81538" x="6396038" y="4179888"/>
          <p14:tracePt t="81561" x="6270625" y="4479925"/>
          <p14:tracePt t="81584" x="6183313" y="4618038"/>
          <p14:tracePt t="81605" x="6157913" y="4656138"/>
          <p14:tracePt t="81634" x="6146800" y="4679950"/>
          <p14:tracePt t="81674" x="6134100" y="4692650"/>
          <p14:tracePt t="81693" x="6121400" y="4692650"/>
          <p14:tracePt t="81717" x="6070600" y="4656138"/>
          <p14:tracePt t="81736" x="6034088" y="4567238"/>
          <p14:tracePt t="81757" x="6008688" y="4530725"/>
          <p14:tracePt t="81786" x="5983288" y="4467225"/>
          <p14:tracePt t="81809" x="5957888" y="4418013"/>
          <p14:tracePt t="81833" x="5945188" y="4341813"/>
          <p14:tracePt t="81854" x="5932488" y="4292600"/>
          <p14:tracePt t="81855" x="5932488" y="4254500"/>
          <p14:tracePt t="81879" x="5921375" y="4141788"/>
          <p14:tracePt t="81909" x="5883275" y="4005263"/>
          <p14:tracePt t="81940" x="5845175" y="3892550"/>
          <p14:tracePt t="81964" x="5845175" y="3816350"/>
          <p14:tracePt t="81987" x="5845175" y="3779838"/>
          <p14:tracePt t="82011" x="5845175" y="3741738"/>
          <p14:tracePt t="82036" x="5857875" y="3703638"/>
          <p14:tracePt t="82137" x="5870575" y="3703638"/>
          <p14:tracePt t="82180" x="5870575" y="3692525"/>
          <p14:tracePt t="82263" x="5883275" y="3679825"/>
          <p14:tracePt t="82286" x="5895975" y="3667125"/>
          <p14:tracePt t="82288" x="5908675" y="3667125"/>
          <p14:tracePt t="82312" x="5995988" y="3629025"/>
          <p14:tracePt t="82335" x="6121400" y="3579813"/>
          <p14:tracePt t="82360" x="6359525" y="3479800"/>
          <p14:tracePt t="82383" x="6759575" y="3367088"/>
          <p14:tracePt t="82404" x="6972300" y="3290888"/>
          <p14:tracePt t="82429" x="7246938" y="3203575"/>
          <p14:tracePt t="82433" x="7372350" y="3165475"/>
          <p14:tracePt t="82455" x="7585075" y="3090863"/>
          <p14:tracePt t="82478" x="7661275" y="3054350"/>
          <p14:tracePt t="82498" x="7685088" y="3041650"/>
          <p14:tracePt t="82523" x="7697788" y="3028950"/>
          <p14:tracePt t="82550" x="7710488" y="3028950"/>
          <p14:tracePt t="82570" x="7710488" y="3016250"/>
          <p14:tracePt t="82655" x="7723188" y="3016250"/>
          <p14:tracePt t="82678" x="7761288" y="3016250"/>
          <p14:tracePt t="82697" x="7810500" y="3016250"/>
          <p14:tracePt t="82724" x="7886700" y="3016250"/>
          <p14:tracePt t="82750" x="8035925" y="3016250"/>
          <p14:tracePt t="82752" x="8086725" y="3016250"/>
          <p14:tracePt t="82774" x="8212138" y="3041650"/>
          <p14:tracePt t="82776" x="8286750" y="3054350"/>
          <p14:tracePt t="82795" x="8374063" y="3054350"/>
          <p14:tracePt t="82819" x="8486775" y="3054350"/>
          <p14:tracePt t="82845" x="8537575" y="3078163"/>
          <p14:tracePt t="82869" x="8599488" y="3090863"/>
          <p14:tracePt t="82891" x="8661400" y="3103563"/>
          <p14:tracePt t="82913" x="8686800" y="3116263"/>
          <p14:tracePt t="82943" x="8724900" y="3128963"/>
          <p14:tracePt t="82963" x="8750300" y="3128963"/>
          <p14:tracePt t="82989" x="8824913" y="3165475"/>
          <p14:tracePt t="82992" x="8850313" y="3178175"/>
          <p14:tracePt t="83012" x="8937625" y="3203575"/>
          <p14:tracePt t="83041" x="9024938" y="3228975"/>
          <p14:tracePt t="83085" x="9075738" y="3228975"/>
          <p14:tracePt t="83127" x="9088438" y="3228975"/>
          <p14:tracePt t="83150" x="9112250" y="3228975"/>
          <p14:tracePt t="83191" x="9163050" y="3216275"/>
          <p14:tracePt t="83210" x="9175750" y="3216275"/>
          <p14:tracePt t="83240" x="9199563" y="3216275"/>
          <p14:tracePt t="83258" x="9237663" y="3216275"/>
          <p14:tracePt t="83282" x="9263063" y="3216275"/>
          <p14:tracePt t="84298" x="9224963" y="3190875"/>
          <p14:tracePt t="84319" x="9175750" y="3178175"/>
          <p14:tracePt t="84348" x="9088438" y="3165475"/>
          <p14:tracePt t="84371" x="9050338" y="3165475"/>
          <p14:tracePt t="84393" x="9024938" y="3154363"/>
          <p14:tracePt t="84413" x="8999538" y="3154363"/>
          <p14:tracePt t="84443" x="8963025" y="3141663"/>
          <p14:tracePt t="84462" x="8937625" y="3141663"/>
          <p14:tracePt t="84491" x="8912225" y="3141663"/>
          <p14:tracePt t="84514" x="8863013" y="3141663"/>
          <p14:tracePt t="84540" x="8824913" y="3141663"/>
          <p14:tracePt t="84563" x="8786813" y="3128963"/>
          <p14:tracePt t="84586" x="8699500" y="3103563"/>
          <p14:tracePt t="84608" x="8650288" y="3065463"/>
          <p14:tracePt t="84632" x="8574088" y="3003550"/>
          <p14:tracePt t="84657" x="8499475" y="2941638"/>
          <p14:tracePt t="84679" x="8461375" y="2903538"/>
          <p14:tracePt t="84680" x="8461375" y="2878138"/>
          <p14:tracePt t="84701" x="8435975" y="2865438"/>
          <p14:tracePt t="84750" x="8424863" y="2865438"/>
          <p14:tracePt t="84793" x="8424863" y="2852738"/>
          <p14:tracePt t="84835" x="8399463" y="2828925"/>
          <p14:tracePt t="84858" x="8386763" y="2816225"/>
          <p14:tracePt t="84882" x="8348663" y="2790825"/>
          <p14:tracePt t="84903" x="8348663" y="2765425"/>
          <p14:tracePt t="84931" x="8324850" y="2752725"/>
          <p14:tracePt t="84954" x="8312150" y="2740025"/>
          <p14:tracePt t="84998" x="8299450" y="2728913"/>
          <p14:tracePt t="85016" x="8299450" y="2716213"/>
          <p14:tracePt t="85043" x="8286750" y="2703513"/>
          <p14:tracePt t="85090" x="8274050" y="2703513"/>
          <p14:tracePt t="85271" x="8261350" y="2678113"/>
          <p14:tracePt t="85293" x="8235950" y="2652713"/>
          <p14:tracePt t="85312" x="8223250" y="2627313"/>
          <p14:tracePt t="85340" x="8186738" y="2590800"/>
          <p14:tracePt t="85365" x="8161338" y="2578100"/>
          <p14:tracePt t="85820" x="8148638" y="2565400"/>
          <p14:tracePt t="87754" x="8110538" y="2565400"/>
          <p14:tracePt t="87773" x="8110538" y="2578100"/>
          <p14:tracePt t="87803" x="8061325" y="2627313"/>
          <p14:tracePt t="87823" x="8048625" y="2652713"/>
          <p14:tracePt t="87848" x="8035925" y="2665413"/>
          <p14:tracePt t="87866" x="8023225" y="2678113"/>
          <p14:tracePt t="87893" x="8010525" y="2690813"/>
          <p14:tracePt t="87912" x="8010525" y="2703513"/>
          <p14:tracePt t="87941" x="8010525" y="2740025"/>
          <p14:tracePt t="87964" x="7999413" y="2778125"/>
          <p14:tracePt t="87989" x="7999413" y="2803525"/>
          <p14:tracePt t="88010" x="7999413" y="2828925"/>
          <p14:tracePt t="88033" x="7986713" y="2852738"/>
          <p14:tracePt t="88060" x="7986713" y="2865438"/>
          <p14:tracePt t="88081" x="7986713" y="2903538"/>
          <p14:tracePt t="88103" x="7974013" y="2941638"/>
          <p14:tracePt t="88126" x="7961313" y="2978150"/>
          <p14:tracePt t="88150" x="7961313" y="2990850"/>
          <p14:tracePt t="88172" x="7948613" y="3016250"/>
          <p14:tracePt t="88195" x="7948613" y="3028950"/>
          <p14:tracePt t="88223" x="7948613" y="3065463"/>
          <p14:tracePt t="88246" x="7948613" y="3090863"/>
          <p14:tracePt t="88247" x="7948613" y="3103563"/>
          <p14:tracePt t="88292" x="7948613" y="3154363"/>
          <p14:tracePt t="88312" x="7948613" y="3178175"/>
          <p14:tracePt t="88337" x="7948613" y="3241675"/>
          <p14:tracePt t="88363" x="7948613" y="3278188"/>
          <p14:tracePt t="88386" x="7948613" y="3290888"/>
          <p14:tracePt t="88409" x="7935913" y="3328988"/>
          <p14:tracePt t="88431" x="7923213" y="3328988"/>
          <p14:tracePt t="88460" x="7897813" y="3328988"/>
          <p14:tracePt t="88481" x="7886700" y="3328988"/>
          <p14:tracePt t="88504" x="7848600" y="3328988"/>
          <p14:tracePt t="88527" x="7810500" y="3328988"/>
          <p14:tracePt t="88555" x="7723188" y="3328988"/>
          <p14:tracePt t="88600" x="7410450" y="3328988"/>
          <p14:tracePt t="88621" x="7335838" y="3328988"/>
          <p14:tracePt t="88626" x="7310438" y="3328988"/>
          <p14:tracePt t="88649" x="7235825" y="3328988"/>
          <p14:tracePt t="88670" x="7197725" y="3328988"/>
          <p14:tracePt t="88693" x="7185025" y="3328988"/>
          <p14:tracePt t="88714" x="7146925" y="3341688"/>
          <p14:tracePt t="88733" x="7110413" y="3367088"/>
          <p14:tracePt t="88736" x="7097713" y="3378200"/>
          <p14:tracePt t="88764" x="7034213" y="3390900"/>
          <p14:tracePt t="88783" x="7010400" y="3403600"/>
          <p14:tracePt t="88809" x="6985000" y="3403600"/>
          <p14:tracePt t="88829" x="6959600" y="3403600"/>
          <p14:tracePt t="88861" x="6934200" y="3403600"/>
          <p14:tracePt t="88880" x="6921500" y="3403600"/>
          <p14:tracePt t="88928" x="6897688" y="3303588"/>
          <p14:tracePt t="88956" x="6834188" y="3116263"/>
          <p14:tracePt t="88960" x="6808788" y="3054350"/>
          <p14:tracePt t="88984" x="6784975" y="2941638"/>
          <p14:tracePt t="89015" x="6784975" y="2865438"/>
          <p14:tracePt t="89015" x="6784975" y="2852738"/>
          <p14:tracePt t="89039" x="6784975" y="2816225"/>
          <p14:tracePt t="89062" x="6784975" y="2778125"/>
          <p14:tracePt t="89082" x="6784975" y="2728913"/>
          <p14:tracePt t="89109" x="6784975" y="2690813"/>
          <p14:tracePt t="89128" x="6784975" y="2678113"/>
          <p14:tracePt t="89156" x="6784975" y="2652713"/>
          <p14:tracePt t="89238" x="6808788" y="2652713"/>
          <p14:tracePt t="89264" x="6897688" y="2652713"/>
          <p14:tracePt t="89287" x="7021513" y="2652713"/>
          <p14:tracePt t="89309" x="7085013" y="2652713"/>
          <p14:tracePt t="89312" x="7134225" y="2652713"/>
          <p14:tracePt t="89333" x="7185025" y="2652713"/>
          <p14:tracePt t="89365" x="7235825" y="2665413"/>
          <p14:tracePt t="89386" x="7246938" y="2678113"/>
          <p14:tracePt t="89416" x="7246938" y="2690813"/>
          <p14:tracePt t="89437" x="7297738" y="2728913"/>
          <p14:tracePt t="89462" x="7323138" y="2752725"/>
          <p14:tracePt t="89481" x="7397750" y="2790825"/>
          <p14:tracePt t="89506" x="7472363" y="2816225"/>
          <p14:tracePt t="89523" x="7510463" y="2840038"/>
          <p14:tracePt t="89550" x="7561263" y="2852738"/>
          <p14:tracePt t="89551" x="7585075" y="2852738"/>
          <p14:tracePt t="89598" x="7597775" y="2852738"/>
          <p14:tracePt t="89628" x="7610475" y="2852738"/>
          <p14:tracePt t="89665" x="7635875" y="2816225"/>
          <p14:tracePt t="89723" x="7635875" y="2778125"/>
          <p14:tracePt t="89763" x="7610475" y="2703513"/>
          <p14:tracePt t="89794" x="7523163" y="2665413"/>
          <p14:tracePt t="89828" x="7510463" y="2665413"/>
          <p14:tracePt t="89952" x="7497763" y="2665413"/>
          <p14:tracePt t="89979" x="7497763" y="2703513"/>
          <p14:tracePt t="89984" x="7485063" y="2728913"/>
          <p14:tracePt t="90016" x="7448550" y="2803525"/>
          <p14:tracePt t="90038" x="7435850" y="2816225"/>
          <p14:tracePt t="90062" x="7423150" y="2828925"/>
          <p14:tracePt t="90186" x="7397750" y="2803525"/>
          <p14:tracePt t="90240" x="7397750" y="2790825"/>
          <p14:tracePt t="90301" x="7372350" y="2765425"/>
          <p14:tracePt t="90319" x="7372350" y="2752725"/>
          <p14:tracePt t="90350" x="7359650" y="2728913"/>
          <p14:tracePt t="90371" x="7348538" y="2728913"/>
          <p14:tracePt t="90394" x="7348538" y="2716213"/>
          <p14:tracePt t="90442" x="7335838" y="2716213"/>
          <p14:tracePt t="90604" x="7372350" y="2690813"/>
          <p14:tracePt t="90626" x="7423150" y="2690813"/>
          <p14:tracePt t="90652" x="7497763" y="2678113"/>
          <p14:tracePt t="90670" x="7523163" y="2665413"/>
          <p14:tracePt t="90671" x="7535863" y="2665413"/>
          <p14:tracePt t="90694" x="7548563" y="2665413"/>
          <p14:tracePt t="90716" x="7572375" y="2665413"/>
          <p14:tracePt t="90739" x="7585075" y="2665413"/>
          <p14:tracePt t="90881" x="7597775" y="2652713"/>
          <p14:tracePt t="90928" x="7623175" y="2652713"/>
          <p14:tracePt t="90952" x="7661275" y="2640013"/>
          <p14:tracePt t="90992" x="7685088" y="2616200"/>
          <p14:tracePt t="91215" x="7648575" y="2627313"/>
          <p14:tracePt t="91236" x="7623175" y="2640013"/>
          <p14:tracePt t="91260" x="7572375" y="2716213"/>
          <p14:tracePt t="91278" x="7535863" y="2728913"/>
          <p14:tracePt t="91279" x="7510463" y="2752725"/>
          <p14:tracePt t="91306" x="7410450" y="2790825"/>
          <p14:tracePt t="91329" x="7335838" y="2840038"/>
          <p14:tracePt t="91355" x="7285038" y="2878138"/>
          <p14:tracePt t="91372" x="7272338" y="2890838"/>
          <p14:tracePt t="91399" x="7146925" y="2941638"/>
          <p14:tracePt t="91419" x="7034213" y="2978150"/>
          <p14:tracePt t="91447" x="6797675" y="3041650"/>
          <p14:tracePt t="91471" x="6496050" y="3041650"/>
          <p14:tracePt t="91494" x="6334125" y="3041650"/>
          <p14:tracePt t="91516" x="6157913" y="3041650"/>
          <p14:tracePt t="91540" x="6057900" y="3041650"/>
          <p14:tracePt t="91565" x="5857875" y="3003550"/>
          <p14:tracePt t="91586" x="5519738" y="2890838"/>
          <p14:tracePt t="91612" x="5207000" y="2765425"/>
          <p14:tracePt t="91635" x="4981575" y="2640013"/>
          <p14:tracePt t="91658" x="4868863" y="2552700"/>
          <p14:tracePt t="91678" x="4832350" y="2503488"/>
          <p14:tracePt t="91701" x="4806950" y="2452688"/>
          <p14:tracePt t="91731" x="4781550" y="2365375"/>
          <p14:tracePt t="91754" x="4768850" y="2314575"/>
          <p14:tracePt t="91776" x="4768850" y="2265363"/>
          <p14:tracePt t="91797" x="4768850" y="2252663"/>
          <p14:tracePt t="91821" x="4732338" y="2201863"/>
          <p14:tracePt t="91841" x="4732338" y="2152650"/>
          <p14:tracePt t="91870" x="4732338" y="2114550"/>
          <p14:tracePt t="91892" x="4768850" y="2052638"/>
          <p14:tracePt t="91913" x="4806950" y="2001838"/>
          <p14:tracePt t="91932" x="4832350" y="1965325"/>
          <p14:tracePt t="91961" x="5006975" y="1939925"/>
          <p14:tracePt t="91980" x="5094288" y="1901825"/>
          <p14:tracePt t="92009" x="5270500" y="1901825"/>
          <p14:tracePt t="92029" x="5470525" y="1901825"/>
          <p14:tracePt t="92056" x="5795963" y="1901825"/>
          <p14:tracePt t="92074" x="5932488" y="1901825"/>
          <p14:tracePt t="92099" x="6221413" y="1901825"/>
          <p14:tracePt t="92123" x="6383338" y="1901825"/>
          <p14:tracePt t="92144" x="6508750" y="1901825"/>
          <p14:tracePt t="92166" x="6584950" y="1901825"/>
          <p14:tracePt t="92167" x="6634163" y="1901825"/>
          <p14:tracePt t="92206" x="6784975" y="1965325"/>
          <p14:tracePt t="92224" x="6934200" y="2027238"/>
          <p14:tracePt t="92249" x="7085013" y="2139950"/>
          <p14:tracePt t="92277" x="7223125" y="2265363"/>
          <p14:tracePt t="92302" x="7410450" y="2414588"/>
          <p14:tracePt t="92304" x="7423150" y="2452688"/>
          <p14:tracePt t="92323" x="7485063" y="2540000"/>
          <p14:tracePt t="92349" x="7548563" y="2640013"/>
          <p14:tracePt t="92374" x="7572375" y="2703513"/>
          <p14:tracePt t="92375" x="7572375" y="2728913"/>
          <p14:tracePt t="92401" x="7572375" y="2790825"/>
          <p14:tracePt t="92426" x="7572375" y="2840038"/>
          <p14:tracePt t="92451" x="7561263" y="2878138"/>
          <p14:tracePt t="92489" x="7548563" y="2890838"/>
          <p14:tracePt t="92519" x="7523163" y="2916238"/>
          <p14:tracePt t="92563" x="7485063" y="2928938"/>
          <p14:tracePt t="92582" x="7435850" y="2965450"/>
          <p14:tracePt t="92583" x="7397750" y="2965450"/>
          <p14:tracePt t="92609" x="7285038" y="2978150"/>
          <p14:tracePt t="92627" x="7197725" y="3016250"/>
          <p14:tracePt t="92653" x="7085013" y="3028950"/>
          <p14:tracePt t="92675" x="7046913" y="3041650"/>
          <p14:tracePt t="92697" x="7021513" y="3065463"/>
          <p14:tracePt t="92718" x="6997700" y="3078163"/>
          <p14:tracePt t="92721" x="6985000" y="3090863"/>
          <p14:tracePt t="92742" x="6959600" y="3103563"/>
          <p14:tracePt t="92771" x="6921500" y="3116263"/>
          <p14:tracePt t="92790" x="6884988" y="3141663"/>
          <p14:tracePt t="92818" x="6859588" y="3141663"/>
          <p14:tracePt t="92839" x="6846888" y="3141663"/>
          <p14:tracePt t="92925" x="6834188" y="3141663"/>
          <p14:tracePt t="92967" x="6834188" y="3154363"/>
          <p14:tracePt t="93009" x="6821488" y="3165475"/>
          <p14:tracePt t="93027" x="6821488" y="3178175"/>
          <p14:tracePt t="93324" x="6821488" y="3190875"/>
          <p14:tracePt t="93343" x="6834188" y="3154363"/>
          <p14:tracePt t="93368" x="6859588" y="3116263"/>
          <p14:tracePt t="93385" x="6897688" y="3078163"/>
          <p14:tracePt t="93411" x="6910388" y="3054350"/>
          <p14:tracePt t="93433" x="6959600" y="3003550"/>
          <p14:tracePt t="93459" x="7034213" y="2941638"/>
          <p14:tracePt t="93478" x="7059613" y="2916238"/>
          <p14:tracePt t="93479" x="7123113" y="2878138"/>
          <p14:tracePt t="93503" x="7172325" y="2840038"/>
          <p14:tracePt t="93526" x="7223125" y="2840038"/>
          <p14:tracePt t="93550" x="7310438" y="2816225"/>
          <p14:tracePt t="93552" x="7323138" y="2816225"/>
          <p14:tracePt t="93575" x="7359650" y="2803525"/>
          <p14:tracePt t="93596" x="7372350" y="2803525"/>
          <p14:tracePt t="93662" x="7385050" y="2790825"/>
          <p14:tracePt t="93971" x="7385050" y="2803525"/>
          <p14:tracePt t="93991" x="7359650" y="2840038"/>
          <p14:tracePt t="94017" x="7335838" y="2865438"/>
          <p14:tracePt t="94040" x="7323138" y="2890838"/>
          <p14:tracePt t="94065" x="7310438" y="2916238"/>
          <p14:tracePt t="94082" x="7310438" y="2928938"/>
          <p14:tracePt t="94106" x="7285038" y="2952750"/>
          <p14:tracePt t="94132" x="7246938" y="2978150"/>
          <p14:tracePt t="94156" x="7223125" y="2990850"/>
          <p14:tracePt t="94173" x="7197725" y="3003550"/>
          <p14:tracePt t="94197" x="7146925" y="3041650"/>
          <p14:tracePt t="94218" x="7110413" y="3054350"/>
          <p14:tracePt t="94241" x="7072313" y="3078163"/>
          <p14:tracePt t="94264" x="7034213" y="3103563"/>
          <p14:tracePt t="94312" x="6997700" y="3128963"/>
          <p14:tracePt t="94330" x="6985000" y="3141663"/>
          <p14:tracePt t="94355" x="6934200" y="3178175"/>
          <p14:tracePt t="94380" x="6859588" y="3228975"/>
          <p14:tracePt t="94406" x="6772275" y="3290888"/>
          <p14:tracePt t="94431" x="6584950" y="3328988"/>
          <p14:tracePt t="94458" x="6396038" y="3354388"/>
          <p14:tracePt t="94477" x="6308725" y="3354388"/>
          <p14:tracePt t="94500" x="6246813" y="3367088"/>
          <p14:tracePt t="94722" x="6234113" y="3367088"/>
          <p14:tracePt t="94743" x="6221413" y="3341688"/>
          <p14:tracePt t="94772" x="6196013" y="3290888"/>
          <p14:tracePt t="94791" x="6196013" y="3228975"/>
          <p14:tracePt t="94820" x="6183313" y="3165475"/>
          <p14:tracePt t="94843" x="6170613" y="3103563"/>
          <p14:tracePt t="94868" x="6170613" y="3054350"/>
          <p14:tracePt t="94889" x="6170613" y="3016250"/>
          <p14:tracePt t="94912" x="6170613" y="2978150"/>
          <p14:tracePt t="94939" x="6170613" y="2941638"/>
          <p14:tracePt t="94967" x="6183313" y="2916238"/>
          <p14:tracePt t="94968" x="6196013" y="2903538"/>
          <p14:tracePt t="95232" x="6196013" y="2890838"/>
          <p14:tracePt t="95255" x="6208713" y="2878138"/>
          <p14:tracePt t="95297" x="6221413" y="2878138"/>
          <p14:tracePt t="95346" x="6246813" y="2865438"/>
          <p14:tracePt t="95916" x="6283325" y="2828925"/>
          <p14:tracePt t="95942" x="6283325" y="2803525"/>
          <p14:tracePt t="96002" x="6296025" y="2803525"/>
          <p14:tracePt t="96052" x="6308725" y="2803525"/>
          <p14:tracePt t="96074" x="6334125" y="2803525"/>
          <p14:tracePt t="96120" x="6421438" y="2803525"/>
          <p14:tracePt t="96141" x="6472238" y="2803525"/>
          <p14:tracePt t="96146" x="6508750" y="2816225"/>
          <p14:tracePt t="96169" x="6559550" y="2828925"/>
          <p14:tracePt t="96188" x="6584950" y="2828925"/>
          <p14:tracePt t="96210" x="6621463" y="2828925"/>
          <p14:tracePt t="96238" x="6659563" y="2828925"/>
          <p14:tracePt t="96239" x="6672263" y="2828925"/>
          <p14:tracePt t="96263" x="6708775" y="2828925"/>
          <p14:tracePt t="96282" x="6759575" y="2828925"/>
          <p14:tracePt t="96304" x="6808788" y="2816225"/>
          <p14:tracePt t="96333" x="6859588" y="2816225"/>
          <p14:tracePt t="96355" x="6934200" y="2816225"/>
          <p14:tracePt t="96379" x="6997700" y="2816225"/>
          <p14:tracePt t="96399" x="7097713" y="2816225"/>
          <p14:tracePt t="96428" x="7235825" y="2803525"/>
          <p14:tracePt t="96448" x="7323138" y="2778125"/>
          <p14:tracePt t="96474" x="7410450" y="2778125"/>
          <p14:tracePt t="96519" x="7472363" y="2765425"/>
          <p14:tracePt t="96586" x="7485063" y="2765425"/>
          <p14:tracePt t="96874" x="7523163" y="2765425"/>
          <p14:tracePt t="96941" x="7523163" y="2778125"/>
          <p14:tracePt t="97033" x="7535863" y="2778125"/>
          <p14:tracePt t="97175" x="7535863" y="2790825"/>
          <p14:tracePt t="97193" x="7535863" y="2816225"/>
          <p14:tracePt t="97219" x="7535863" y="2828925"/>
          <p14:tracePt t="97241" x="7535863" y="2840038"/>
          <p14:tracePt t="97267" x="7535863" y="2878138"/>
          <p14:tracePt t="97284" x="7523163" y="2916238"/>
          <p14:tracePt t="97307" x="7497763" y="3003550"/>
          <p14:tracePt t="97335" x="7459663" y="3065463"/>
          <p14:tracePt t="97362" x="7423150" y="3103563"/>
          <p14:tracePt t="97381" x="7410450" y="3116263"/>
          <p14:tracePt t="97404" x="7385050" y="3128963"/>
          <p14:tracePt t="97430" x="7372350" y="3154363"/>
          <p14:tracePt t="97432" x="7359650" y="3178175"/>
          <p14:tracePt t="97456" x="7310438" y="3178175"/>
          <p14:tracePt t="97482" x="7210425" y="3178175"/>
          <p14:tracePt t="97505" x="7134225" y="3154363"/>
          <p14:tracePt t="97527" x="7097713" y="3128963"/>
          <p14:tracePt t="97592" x="7085013" y="3128963"/>
          <p14:tracePt t="97632" x="7072313" y="3078163"/>
          <p14:tracePt t="97655" x="7059613" y="3016250"/>
          <p14:tracePt t="97680" x="7034213" y="2978150"/>
          <p14:tracePt t="97728" x="6997700" y="2903538"/>
          <p14:tracePt t="97774" x="6997700" y="2890838"/>
          <p14:tracePt t="97817" x="7059613" y="2890838"/>
          <p14:tracePt t="97840" x="7223125" y="2890838"/>
          <p14:tracePt t="97866" x="7297738" y="2890838"/>
          <p14:tracePt t="97891" x="7348538" y="2828925"/>
          <p14:tracePt t="97920" x="7410450" y="2778125"/>
          <p14:tracePt t="97940" x="7448550" y="2778125"/>
          <p14:tracePt t="97965" x="7510463" y="2778125"/>
          <p14:tracePt t="97989" x="7523163" y="2778125"/>
          <p14:tracePt t="98014" x="7535863" y="2778125"/>
          <p14:tracePt t="98172" x="7548563" y="2752725"/>
          <p14:tracePt t="98190" x="7561263" y="2752725"/>
          <p14:tracePt t="98237" x="7572375" y="2740025"/>
          <p14:tracePt t="98288" x="7585075" y="2728913"/>
          <p14:tracePt t="98308" x="7597775" y="2716213"/>
          <p14:tracePt t="98377" x="7623175" y="2716213"/>
          <p14:tracePt t="98397" x="7635875" y="2728913"/>
          <p14:tracePt t="98483" x="7661275" y="2778125"/>
          <p14:tracePt t="98527" x="7673975" y="2790825"/>
          <p14:tracePt t="98980" x="7648575" y="2803525"/>
          <p14:tracePt t="98998" x="7585075" y="2803525"/>
          <p14:tracePt t="98999" x="7561263" y="2803525"/>
          <p14:tracePt t="99030" x="7523163" y="2803525"/>
          <p14:tracePt t="99081" x="7497763" y="2803525"/>
          <p14:tracePt t="99101" x="7459663" y="2803525"/>
          <p14:tracePt t="99127" x="7310438" y="2778125"/>
          <p14:tracePt t="99145" x="7172325" y="2740025"/>
          <p14:tracePt t="99179" x="6808788" y="2740025"/>
          <p14:tracePt t="99199" x="6672263" y="2728913"/>
          <p14:tracePt t="99226" x="6646863" y="2728913"/>
          <p14:tracePt t="99244" x="6621463" y="2752725"/>
          <p14:tracePt t="99270" x="6559550" y="2778125"/>
          <p14:tracePt t="99271" x="6534150" y="2778125"/>
          <p14:tracePt t="99290" x="6446838" y="2790825"/>
          <p14:tracePt t="99314" x="6321425" y="2828925"/>
          <p14:tracePt t="99341" x="6234113" y="2878138"/>
          <p14:tracePt t="99366" x="6221413" y="2890838"/>
          <p14:tracePt t="99428" x="6196013" y="2903538"/>
          <p14:tracePt t="99454" x="6170613" y="2941638"/>
          <p14:tracePt t="99456" x="6146800" y="2965450"/>
          <p14:tracePt t="99485" x="6096000" y="3003550"/>
          <p14:tracePt t="99529" x="6070600" y="3028950"/>
          <p14:tracePt t="99938" x="6070600" y="3041650"/>
          <p14:tracePt t="100120" x="6057900" y="3041650"/>
          <p14:tracePt t="100145" x="5932488" y="3041650"/>
          <p14:tracePt t="100170" x="5683250" y="3041650"/>
          <p14:tracePt t="100193" x="5432425" y="3041650"/>
          <p14:tracePt t="100218" x="5219700" y="3090863"/>
          <p14:tracePt t="100243" x="5057775" y="3116263"/>
          <p14:tracePt t="100270" x="4906963" y="3165475"/>
          <p14:tracePt t="100272" x="4881563" y="3165475"/>
          <p14:tracePt t="100295" x="4843463" y="3178175"/>
          <p14:tracePt t="100338" x="4832350" y="3178175"/>
          <p14:tracePt t="100359" x="4819650" y="3178175"/>
          <p14:tracePt t="100462" x="4806950" y="3178175"/>
          <p14:tracePt t="101948" x="4681538" y="3116263"/>
          <p14:tracePt t="102155" x="4694238" y="3178175"/>
          <p14:tracePt t="102180" x="4732338" y="3303588"/>
          <p14:tracePt t="102246" x="4743450" y="3303588"/>
          <p14:tracePt t="102265" x="4794250" y="3316288"/>
          <p14:tracePt t="102295" x="5057775" y="3390900"/>
          <p14:tracePt t="102296" x="5194300" y="3403600"/>
          <p14:tracePt t="102315" x="5470525" y="3503613"/>
          <p14:tracePt t="102339" x="6246813" y="3579813"/>
          <p14:tracePt t="102362" x="6708775" y="3667125"/>
          <p14:tracePt t="102383" x="7097713" y="3667125"/>
          <p14:tracePt t="102405" x="7335838" y="3603625"/>
          <p14:tracePt t="102427" x="7535863" y="3516313"/>
          <p14:tracePt t="102456" x="7661275" y="3429000"/>
          <p14:tracePt t="102479" x="7723188" y="3416300"/>
          <p14:tracePt t="102505" x="7761288" y="3390900"/>
          <p14:tracePt t="102526" x="7773988" y="3378200"/>
          <p14:tracePt t="102527" x="7785100" y="3367088"/>
          <p14:tracePt t="102552" x="7797800" y="3316288"/>
          <p14:tracePt t="102575" x="7797800" y="3278188"/>
          <p14:tracePt t="102604" x="7797800" y="3267075"/>
          <p14:tracePt t="102624" x="7797800" y="3241675"/>
          <p14:tracePt t="102670" x="7797800" y="3228975"/>
          <p14:tracePt t="102997" x="7773988" y="3241675"/>
          <p14:tracePt t="103037" x="7748588" y="3254375"/>
          <p14:tracePt t="103181" x="7723188" y="3254375"/>
          <p14:tracePt t="103200" x="7648575" y="3267075"/>
          <p14:tracePt t="103223" x="7523163" y="3303588"/>
          <p14:tracePt t="103251" x="7410450" y="3328988"/>
          <p14:tracePt t="103275" x="7359650" y="3354388"/>
          <p14:tracePt t="103300" x="7348538" y="3378200"/>
          <p14:tracePt t="103346" x="7372350" y="3390900"/>
          <p14:tracePt t="103366" x="7385050" y="3390900"/>
          <p14:tracePt t="103393" x="7410450" y="3303588"/>
          <p14:tracePt t="103414" x="7410450" y="3216275"/>
          <p14:tracePt t="103415" x="7410450" y="3203575"/>
          <p14:tracePt t="103496" x="7423150" y="3203575"/>
          <p14:tracePt t="103541" x="7423150" y="3290888"/>
          <p14:tracePt t="103594" x="7410450" y="3303588"/>
          <p14:tracePt t="103636" x="7310438" y="3303588"/>
          <p14:tracePt t="103662" x="7246938" y="3303588"/>
          <p14:tracePt t="103693" x="7059613" y="3316288"/>
          <p14:tracePt t="103713" x="6985000" y="3341688"/>
          <p14:tracePt t="103739" x="6972300" y="3341688"/>
          <p14:tracePt t="104867" x="6985000" y="3341688"/>
          <p14:tracePt t="104895" x="7085013" y="3241675"/>
          <p14:tracePt t="104918" x="7097713" y="3190875"/>
          <p14:tracePt t="104919" x="7097713" y="3178175"/>
          <p14:tracePt t="105026" x="7085013" y="3178175"/>
          <p14:tracePt t="105050" x="7072313" y="3141663"/>
          <p14:tracePt t="105072" x="7010400" y="3090863"/>
          <p14:tracePt t="105099" x="6972300" y="3078163"/>
          <p14:tracePt t="105121" x="6910388" y="3078163"/>
          <p14:tracePt t="105144" x="6846888" y="3116263"/>
          <p14:tracePt t="105165" x="6784975" y="3165475"/>
          <p14:tracePt t="105188" x="6759575" y="3267075"/>
          <p14:tracePt t="105214" x="6759575" y="3403600"/>
          <p14:tracePt t="105237" x="6759575" y="3529013"/>
          <p14:tracePt t="105257" x="6784975" y="3629025"/>
          <p14:tracePt t="105279" x="6808788" y="3667125"/>
          <p14:tracePt t="105308" x="6808788" y="3679825"/>
          <p14:tracePt t="105328" x="6821488" y="3692525"/>
          <p14:tracePt t="105437" x="6784975" y="3692525"/>
          <p14:tracePt t="105456" x="6721475" y="3679825"/>
          <p14:tracePt t="105479" x="6708775" y="3654425"/>
          <p14:tracePt t="105509" x="6708775" y="3629025"/>
          <p14:tracePt t="105532" x="6708775" y="3616325"/>
          <p14:tracePt t="105554" x="6708775" y="3554413"/>
          <p14:tracePt t="105578" x="6746875" y="3490913"/>
          <p14:tracePt t="105605" x="6797675" y="3479800"/>
          <p14:tracePt t="105629" x="6821488" y="3454400"/>
          <p14:tracePt t="105651" x="6834188" y="3454400"/>
          <p14:tracePt t="105673" x="6846888" y="3454400"/>
          <p14:tracePt t="106016" x="6872288" y="3454400"/>
          <p14:tracePt t="106036" x="6910388" y="3454400"/>
          <p14:tracePt t="106061" x="6959600" y="3467100"/>
          <p14:tracePt t="106081" x="7010400" y="3467100"/>
          <p14:tracePt t="106111" x="7021513" y="3479800"/>
          <p14:tracePt t="106131" x="7034213" y="3479800"/>
          <p14:tracePt t="106499" x="7046913" y="3479800"/>
          <p14:tracePt t="106545" x="7059613" y="3479800"/>
          <p14:tracePt t="106590" x="7072313" y="3479800"/>
          <p14:tracePt t="106614" x="7072313" y="3467100"/>
          <p14:tracePt t="110428" x="7085013" y="3454400"/>
          <p14:tracePt t="110451" x="7110413" y="3467100"/>
          <p14:tracePt t="110479" x="7123113" y="3467100"/>
          <p14:tracePt t="110523" x="7123113" y="3479800"/>
          <p14:tracePt t="112408" x="7097713" y="3479800"/>
          <p14:tracePt t="112533" x="7085013" y="3479800"/>
          <p14:tracePt t="115070" x="7072313" y="3454400"/>
          <p14:tracePt t="115153" x="7072313" y="3441700"/>
          <p14:tracePt t="115202" x="7059613" y="3441700"/>
          <p14:tracePt t="115223" x="7059613" y="3429000"/>
          <p14:tracePt t="115652" x="7046913" y="3403600"/>
          <p14:tracePt t="115719" x="7046913" y="3390900"/>
          <p14:tracePt t="117857" x="7034213" y="3390900"/>
          <p14:tracePt t="117906" x="7010400" y="3390900"/>
          <p14:tracePt t="117952" x="6997700" y="3378200"/>
          <p14:tracePt t="118157" x="6985000" y="3378200"/>
          <p14:tracePt t="118184" x="6972300" y="3378200"/>
          <p14:tracePt t="118473" x="6946900" y="3378200"/>
          <p14:tracePt t="118499" x="6921500" y="3403600"/>
          <p14:tracePt t="118525" x="6921500" y="3416300"/>
          <p14:tracePt t="118591" x="6897688" y="3416300"/>
          <p14:tracePt t="118614" x="6884988" y="3416300"/>
          <p14:tracePt t="118676" x="6872288" y="3403600"/>
          <p14:tracePt t="118828" x="6846888" y="3429000"/>
          <p14:tracePt t="118846" x="6846888" y="3454400"/>
          <p14:tracePt t="118847" x="6834188" y="3467100"/>
          <p14:tracePt t="118874" x="6821488" y="3490913"/>
          <p14:tracePt t="118897" x="6808788" y="3503613"/>
          <p14:tracePt t="119262" x="6808788" y="3541713"/>
          <p14:tracePt t="119288" x="6797675" y="3679825"/>
          <p14:tracePt t="119313" x="6772275" y="3792538"/>
          <p14:tracePt t="119336" x="6746875" y="3892550"/>
          <p14:tracePt t="119380" x="6734175" y="4005263"/>
          <p14:tracePt t="119402" x="6721475" y="4041775"/>
          <p14:tracePt t="119427" x="6708775" y="4054475"/>
          <p14:tracePt t="119446" x="6696075" y="4092575"/>
          <p14:tracePt t="119447" x="6696075" y="4105275"/>
          <p14:tracePt t="119469" x="6696075" y="4141788"/>
          <p14:tracePt t="119498" x="6659563" y="4192588"/>
          <p14:tracePt t="119526" x="6634163" y="4230688"/>
          <p14:tracePt t="119543" x="6621463" y="4241800"/>
          <p14:tracePt t="119565" x="6621463" y="4254500"/>
          <p14:tracePt t="119590" x="6608763" y="4254500"/>
          <p14:tracePt t="119614" x="6596063" y="4254500"/>
          <p14:tracePt t="119640" x="6521450" y="4254500"/>
          <p14:tracePt t="119683" x="6496050" y="4254500"/>
          <p14:tracePt t="119730" x="6483350" y="4254500"/>
          <p14:tracePt t="119754" x="6472238" y="4254500"/>
          <p14:tracePt t="119781" x="6472238" y="4241800"/>
          <p14:tracePt t="119845" x="6459538" y="4230688"/>
          <p14:tracePt t="119927" x="6446838" y="4217988"/>
          <p14:tracePt t="120039" x="6434138" y="4217988"/>
          <p14:tracePt t="120256" x="6521450" y="4217988"/>
          <p14:tracePt t="120281" x="6872288" y="4029075"/>
          <p14:tracePt t="120307" x="7185025" y="3792538"/>
          <p14:tracePt t="120331" x="7359650" y="3616325"/>
          <p14:tracePt t="120353" x="7423150" y="3454400"/>
          <p14:tracePt t="120376" x="7423150" y="3367088"/>
          <p14:tracePt t="120402" x="7410450" y="3278188"/>
          <p14:tracePt t="120427" x="7310438" y="3203575"/>
          <p14:tracePt t="120454" x="7097713" y="3116263"/>
          <p14:tracePt t="120455" x="7021513" y="3090863"/>
          <p14:tracePt t="120475" x="6872288" y="3054350"/>
          <p14:tracePt t="120498" x="6584950" y="3028950"/>
          <p14:tracePt t="120519" x="6321425" y="3028950"/>
          <p14:tracePt t="120547" x="6108700" y="3054350"/>
          <p14:tracePt t="120567" x="6034088" y="3103563"/>
          <p14:tracePt t="120593" x="6008688" y="3141663"/>
          <p14:tracePt t="120613" x="6008688" y="3203575"/>
          <p14:tracePt t="120638" x="6008688" y="3303588"/>
          <p14:tracePt t="120639" x="6008688" y="3354388"/>
          <p14:tracePt t="120683" x="6008688" y="3516313"/>
          <p14:tracePt t="120707" x="6034088" y="3590925"/>
          <p14:tracePt t="120712" x="6070600" y="3641725"/>
          <p14:tracePt t="120736" x="6208713" y="3729038"/>
          <p14:tracePt t="120758" x="6359525" y="3779838"/>
          <p14:tracePt t="120782" x="6696075" y="3841750"/>
          <p14:tracePt t="120809" x="7034213" y="3841750"/>
          <p14:tracePt t="120833" x="7259638" y="3829050"/>
          <p14:tracePt t="120856" x="7497763" y="3741738"/>
          <p14:tracePt t="120878" x="7623175" y="3692525"/>
          <p14:tracePt t="120880" x="7635875" y="3679825"/>
          <p14:tracePt t="120903" x="7697788" y="3629025"/>
          <p14:tracePt t="120937" x="7748588" y="3590925"/>
          <p14:tracePt t="120960" x="7761288" y="3579813"/>
          <p14:tracePt t="121005" x="7773988" y="3554413"/>
          <p14:tracePt t="121031" x="7785100" y="3529013"/>
          <p14:tracePt t="121052" x="7785100" y="3516313"/>
          <p14:tracePt t="121382" x="7835900" y="3603625"/>
          <p14:tracePt t="121401" x="7923213" y="3792538"/>
          <p14:tracePt t="121425" x="8035925" y="3992563"/>
          <p14:tracePt t="121445" x="8110538" y="4129088"/>
          <p14:tracePt t="121467" x="8512175" y="4518025"/>
          <p14:tracePt t="122198" x="8212138" y="5643563"/>
          <p14:tracePt t="122200" x="8074025" y="5594350"/>
          <p14:tracePt t="122223" x="7748588" y="5481638"/>
          <p14:tracePt t="122247" x="7610475" y="5394325"/>
          <p14:tracePt t="122293" x="7523163" y="5130800"/>
          <p14:tracePt t="122315" x="7485063" y="4905375"/>
          <p14:tracePt t="122341" x="7485063" y="4730750"/>
          <p14:tracePt t="122359" x="7485063" y="4630738"/>
          <p14:tracePt t="122383" x="7523163" y="4543425"/>
          <p14:tracePt t="122407" x="7548563" y="4405313"/>
          <p14:tracePt t="122434" x="7585075" y="4279900"/>
          <p14:tracePt t="122458" x="7623175" y="4179888"/>
          <p14:tracePt t="122482" x="7673975" y="4054475"/>
          <p14:tracePt t="122502" x="7685088" y="3992563"/>
          <p14:tracePt t="122503" x="7697788" y="3954463"/>
          <p14:tracePt t="122529" x="7697788" y="3854450"/>
          <p14:tracePt t="122554" x="7697788" y="3716338"/>
          <p14:tracePt t="122579" x="7697788" y="3579813"/>
          <p14:tracePt t="122600" x="7685088" y="3467100"/>
          <p14:tracePt t="122624" x="7635875" y="3316288"/>
          <p14:tracePt t="122646" x="7572375" y="3228975"/>
          <p14:tracePt t="122647" x="7548563" y="3203575"/>
          <p14:tracePt t="122669" x="7459663" y="3078163"/>
          <p14:tracePt t="122694" x="7385050" y="2990850"/>
          <p14:tracePt t="122721" x="7259638" y="2890838"/>
          <p14:tracePt t="122744" x="7223125" y="2878138"/>
          <p14:tracePt t="122789" x="7185025" y="2878138"/>
          <p14:tracePt t="122900" x="7172325" y="2865438"/>
          <p14:tracePt t="123547" x="7134225" y="2840038"/>
          <p14:tracePt t="123567" x="7046913" y="2840038"/>
          <p14:tracePt t="123593" x="6897688" y="2840038"/>
          <p14:tracePt t="123612" x="6784975" y="2840038"/>
          <p14:tracePt t="123644" x="6672263" y="2840038"/>
          <p14:tracePt t="123665" x="6621463" y="2840038"/>
          <p14:tracePt t="123691" x="6596063" y="2840038"/>
          <p14:tracePt t="123710" x="6572250" y="2840038"/>
          <p14:tracePt t="123711" x="6559550" y="2840038"/>
          <p14:tracePt t="123738" x="6496050" y="2878138"/>
          <p14:tracePt t="123757" x="6396038" y="2928938"/>
          <p14:tracePt t="123779" x="6321425" y="2990850"/>
          <p14:tracePt t="123807" x="6259513" y="3054350"/>
          <p14:tracePt t="123808" x="6246813" y="3054350"/>
          <p14:tracePt t="123835" x="6234113" y="3065463"/>
          <p14:tracePt t="123858" x="6221413" y="3078163"/>
          <p14:tracePt t="123944" x="6070600" y="3103563"/>
          <p14:tracePt t="123968" x="5921375" y="3103563"/>
          <p14:tracePt t="123994" x="5857875" y="3141663"/>
          <p14:tracePt t="124013" x="5832475" y="3154363"/>
          <p14:tracePt t="124046" x="5683250" y="3178175"/>
          <p14:tracePt t="124066" x="5532438" y="3178175"/>
          <p14:tracePt t="124092" x="5307013" y="3178175"/>
          <p14:tracePt t="124110" x="5145088" y="3178175"/>
          <p14:tracePt t="124136" x="4581525" y="3178175"/>
          <p14:tracePt t="124156" x="4330700" y="3178175"/>
          <p14:tracePt t="124179" x="4143375" y="3178175"/>
          <p14:tracePt t="124204" x="3979863" y="3190875"/>
          <p14:tracePt t="124232" x="3856038" y="3190875"/>
          <p14:tracePt t="124257" x="3805238" y="3190875"/>
          <p14:tracePt t="124281" x="3767138" y="3190875"/>
          <p14:tracePt t="124322" x="3743325" y="3190875"/>
          <p14:tracePt t="124395" x="3730625" y="3190875"/>
          <p14:tracePt t="124414" x="3705225" y="3154363"/>
          <p14:tracePt t="124415" x="3705225" y="3103563"/>
          <p14:tracePt t="124441" x="3667125" y="2865438"/>
          <p14:tracePt t="124463" x="3667125" y="2678113"/>
          <p14:tracePt t="124488" x="3667125" y="2540000"/>
          <p14:tracePt t="124508" x="3679825" y="2414588"/>
          <p14:tracePt t="124532" x="3756025" y="2214563"/>
          <p14:tracePt t="124552" x="3767138" y="2078038"/>
          <p14:tracePt t="124576" x="3767138" y="2001838"/>
          <p14:tracePt t="124599" x="3767138" y="1939925"/>
          <p14:tracePt t="124626" x="3767138" y="1889125"/>
          <p14:tracePt t="124652" x="3767138" y="1865313"/>
          <p14:tracePt t="124675" x="3779838" y="1827213"/>
          <p14:tracePt t="124698" x="3817938" y="1789113"/>
          <p14:tracePt t="124719" x="3917950" y="1765300"/>
          <p14:tracePt t="124741" x="3968750" y="1739900"/>
          <p14:tracePt t="124769" x="4017963" y="1714500"/>
          <p14:tracePt t="124793" x="4081463" y="1689100"/>
          <p14:tracePt t="124819" x="4230688" y="1676400"/>
          <p14:tracePt t="124844" x="4468813" y="1563688"/>
          <p14:tracePt t="124866" x="4694238" y="1439863"/>
          <p14:tracePt t="124891" x="4806950" y="1401763"/>
          <p14:tracePt t="124913" x="4843463" y="1376363"/>
          <p14:tracePt t="124937" x="4868863" y="1363663"/>
          <p14:tracePt t="124959" x="4932363" y="1350963"/>
          <p14:tracePt t="124978" x="4956175" y="1350963"/>
          <p14:tracePt t="125010" x="5057775" y="1339850"/>
          <p14:tracePt t="125032" x="5157788" y="1314450"/>
          <p14:tracePt t="125063" x="5257800" y="1314450"/>
          <p14:tracePt t="125083" x="5332413" y="1314450"/>
          <p14:tracePt t="125108" x="5383213" y="1314450"/>
          <p14:tracePt t="125127" x="5394325" y="1327150"/>
          <p14:tracePt t="125159" x="5432425" y="1339850"/>
          <p14:tracePt t="125160" x="5432425" y="1350963"/>
          <p14:tracePt t="125179" x="5470525" y="1389063"/>
          <p14:tracePt t="125205" x="5507038" y="1450975"/>
          <p14:tracePt t="125225" x="5519738" y="1527175"/>
          <p14:tracePt t="125255" x="5519738" y="1627188"/>
          <p14:tracePt t="125275" x="5483225" y="1701800"/>
          <p14:tracePt t="125302" x="5445125" y="1776413"/>
          <p14:tracePt t="125304" x="5445125" y="1801813"/>
          <p14:tracePt t="125322" x="5394325" y="1865313"/>
          <p14:tracePt t="125349" x="5332413" y="1939925"/>
          <p14:tracePt t="125367" x="5307013" y="1989138"/>
          <p14:tracePt t="125396" x="5257800" y="2052638"/>
          <p14:tracePt t="125420" x="5157788" y="2101850"/>
          <p14:tracePt t="125424" x="5145088" y="2101850"/>
          <p14:tracePt t="125449" x="4981575" y="2152650"/>
          <p14:tracePt t="125473" x="4794250" y="2201863"/>
          <p14:tracePt t="125497" x="4656138" y="2201863"/>
          <p14:tracePt t="125520" x="4368800" y="2214563"/>
          <p14:tracePt t="125548" x="4205288" y="2214563"/>
          <p14:tracePt t="125571" x="4117975" y="2239963"/>
          <p14:tracePt t="125595" x="3830638" y="2239963"/>
          <p14:tracePt t="125615" x="3692525" y="2239963"/>
          <p14:tracePt t="125638" x="3579813" y="2239963"/>
          <p14:tracePt t="125640" x="3567113" y="2239963"/>
          <p14:tracePt t="125665" x="3541713" y="2239963"/>
          <p14:tracePt t="125709" x="3517900" y="2214563"/>
          <p14:tracePt t="125730" x="3517900" y="2152650"/>
          <p14:tracePt t="125755" x="3505200" y="2078038"/>
          <p14:tracePt t="125774" x="3505200" y="2014538"/>
          <p14:tracePt t="125778" x="3505200" y="1989138"/>
          <p14:tracePt t="125806" x="3505200" y="1889125"/>
          <p14:tracePt t="125808" x="3505200" y="1876425"/>
          <p14:tracePt t="125833" x="3492500" y="1814513"/>
          <p14:tracePt t="125860" x="3492500" y="1801813"/>
          <p14:tracePt t="125883" x="3479800" y="1776413"/>
          <p14:tracePt t="126071" x="3454400" y="1789113"/>
          <p14:tracePt t="126092" x="3454400" y="1801813"/>
          <p14:tracePt t="126193" x="3441700" y="1814513"/>
          <p14:tracePt t="160434" x="3441700" y="1827213"/>
          <p14:tracePt t="160485" x="3441700" y="1865313"/>
          <p14:tracePt t="160508" x="3505200" y="1914525"/>
          <p14:tracePt t="160536" x="3630613" y="2078038"/>
          <p14:tracePt t="160556" x="3743325" y="2352675"/>
          <p14:tracePt t="160582" x="3930650" y="2828925"/>
          <p14:tracePt t="160610" x="4068763" y="3141663"/>
          <p14:tracePt t="160636" x="4105275" y="3228975"/>
          <p14:tracePt t="160656" x="4143375" y="3278188"/>
          <p14:tracePt t="160683" x="4168775" y="3341688"/>
          <p14:tracePt t="160707" x="4256088" y="3467100"/>
          <p14:tracePt t="160735" x="4456113" y="3641725"/>
          <p14:tracePt t="160755" x="4494213" y="3692525"/>
          <p14:tracePt t="160782" x="4581525" y="3816350"/>
          <p14:tracePt t="160784" x="4606925" y="3879850"/>
          <p14:tracePt t="160804" x="4681538" y="4005263"/>
          <p14:tracePt t="160833" x="4768850" y="4167188"/>
          <p14:tracePt t="160856" x="4794250" y="4205288"/>
          <p14:tracePt t="161264" x="4806950" y="4217988"/>
          <p14:tracePt t="161288" x="4819650" y="4217988"/>
          <p14:tracePt t="161315" x="4832350" y="4217988"/>
          <p14:tracePt t="161338" x="4856163" y="4205288"/>
          <p14:tracePt t="161360" x="4868863" y="4205288"/>
          <p14:tracePt t="161384" x="4919663" y="4179888"/>
          <p14:tracePt t="161412" x="4932363" y="4167188"/>
          <p14:tracePt t="162065" x="4956175" y="4167188"/>
          <p14:tracePt t="162090" x="5094288" y="4129088"/>
          <p14:tracePt t="162118" x="5194300" y="4105275"/>
          <p14:tracePt t="162120" x="5219700" y="4079875"/>
          <p14:tracePt t="162142" x="5257800" y="4041775"/>
          <p14:tracePt t="162143" x="5294313" y="4029075"/>
          <p14:tracePt t="162166" x="5319713" y="4017963"/>
          <p14:tracePt t="162453" x="5357813" y="4017963"/>
          <p14:tracePt t="162473" x="5383213" y="3967163"/>
          <p14:tracePt t="162609" x="5370513" y="3979863"/>
          <p14:tracePt t="162662" x="5319713" y="3992563"/>
          <p14:tracePt t="162663" x="5307013" y="3992563"/>
          <p14:tracePt t="162687" x="5294313" y="3992563"/>
          <p14:tracePt t="162689" x="5294313" y="3979863"/>
          <p14:tracePt t="162815" x="5457825" y="4067175"/>
          <p14:tracePt t="162839" x="5670550" y="4179888"/>
          <p14:tracePt t="162863" x="5857875" y="4305300"/>
          <p14:tracePt t="162890" x="5970588" y="4405313"/>
          <p14:tracePt t="162919" x="6008688" y="4430713"/>
          <p14:tracePt t="162944" x="6034088" y="4443413"/>
          <p14:tracePt t="162963" x="6045200" y="4443413"/>
          <p14:tracePt t="162992" x="6096000" y="4454525"/>
          <p14:tracePt t="163021" x="6157913" y="4467225"/>
          <p14:tracePt t="163023" x="6196013" y="4467225"/>
          <p14:tracePt t="163050" x="6308725" y="4467225"/>
          <p14:tracePt t="163075" x="6396038" y="4467225"/>
          <p14:tracePt t="163100" x="6508750" y="4430713"/>
          <p14:tracePt t="163123" x="6534150" y="4418013"/>
          <p14:tracePt t="163147" x="6584950" y="4379913"/>
          <p14:tracePt t="163169" x="6608763" y="4341813"/>
          <p14:tracePt t="163194" x="6621463" y="4318000"/>
          <p14:tracePt t="163224" x="6621463" y="4305300"/>
          <p14:tracePt t="163249" x="6634163" y="4279900"/>
          <p14:tracePt t="163505" x="6634163" y="4267200"/>
          <p14:tracePt t="163525" x="6608763" y="4267200"/>
          <p14:tracePt t="163570" x="6596063" y="4254500"/>
          <p14:tracePt t="163593" x="6572250" y="4254500"/>
          <p14:tracePt t="163624" x="6534150" y="4241800"/>
          <p14:tracePt t="163647" x="6508750" y="4241800"/>
          <p14:tracePt t="163669" x="6472238" y="4241800"/>
          <p14:tracePt t="163698" x="6446838" y="4230688"/>
          <p14:tracePt t="163724" x="6434138" y="4230688"/>
          <p14:tracePt t="163768" x="6421438" y="4230688"/>
          <p14:tracePt t="163793" x="6408738" y="4230688"/>
          <p14:tracePt t="163849" x="6383338" y="4230688"/>
          <p14:tracePt t="163899" x="6359525" y="4230688"/>
          <p14:tracePt t="164054" x="6346825" y="4241800"/>
          <p14:tracePt t="164073" x="6334125" y="4241800"/>
          <p14:tracePt t="164103" x="6321425" y="4254500"/>
          <p14:tracePt t="164215" x="6308725" y="4267200"/>
          <p14:tracePt t="164238" x="6296025" y="4292600"/>
          <p14:tracePt t="165678" x="6270625" y="4292600"/>
          <p14:tracePt t="165721" x="6246813" y="4292600"/>
          <p14:tracePt t="165746" x="6234113" y="4292600"/>
          <p14:tracePt t="165772" x="6221413" y="4292600"/>
          <p14:tracePt t="165795" x="6196013" y="4292600"/>
          <p14:tracePt t="165841" x="6183313" y="4279900"/>
          <p14:tracePt t="166609" x="6170613" y="4279900"/>
          <p14:tracePt t="166800" x="6157913" y="4279900"/>
          <p14:tracePt t="166867" x="6146800" y="4279900"/>
          <p14:tracePt t="168909" x="6083300" y="4254500"/>
          <p14:tracePt t="168929" x="6045200" y="4230688"/>
          <p14:tracePt t="168957" x="6008688" y="4205288"/>
          <p14:tracePt t="168977" x="5983288" y="4179888"/>
          <p14:tracePt t="169004" x="5970588" y="4179888"/>
          <p14:tracePt t="169272" x="5970588" y="4192588"/>
          <p14:tracePt t="169293" x="5995988" y="4217988"/>
          <p14:tracePt t="169424" x="6008688" y="4230688"/>
          <p14:tracePt t="169475" x="6034088" y="4230688"/>
          <p14:tracePt t="170155" x="6045200" y="4230688"/>
          <p14:tracePt t="170480" x="6108700" y="4230688"/>
          <p14:tracePt t="170500" x="6146800" y="4230688"/>
          <p14:tracePt t="170528" x="6270625" y="4230688"/>
          <p14:tracePt t="170549" x="6334125" y="4230688"/>
          <p14:tracePt t="170580" x="6434138" y="4230688"/>
          <p14:tracePt t="170602" x="6459538" y="4230688"/>
          <p14:tracePt t="170627" x="6483350" y="4241800"/>
          <p14:tracePt t="170786" x="6496050" y="4254500"/>
          <p14:tracePt t="170922" x="6508750" y="4254500"/>
          <p14:tracePt t="170969" x="6546850" y="4254500"/>
          <p14:tracePt t="171059" x="6559550" y="4254500"/>
          <p14:tracePt t="175807" x="6546850" y="4241800"/>
          <p14:tracePt t="175831" x="6534150" y="4230688"/>
          <p14:tracePt t="175903" x="6534150" y="4217988"/>
          <p14:tracePt t="175927" x="6521450" y="4205288"/>
          <p14:tracePt t="176002" x="6508750" y="4205288"/>
          <p14:tracePt t="177949" x="6483350" y="4205288"/>
          <p14:tracePt t="177970" x="6472238" y="4192588"/>
          <p14:tracePt t="178002" x="6446838" y="4179888"/>
          <p14:tracePt t="178073" x="6434138" y="4179888"/>
          <p14:tracePt t="180682" x="6434138" y="4167188"/>
          <p14:tracePt t="196984" x="6985000" y="4492625"/>
          <p14:tracePt t="197005" x="6985000" y="4505325"/>
          <p14:tracePt t="197280" x="7185025" y="4318000"/>
          <p14:tracePt t="197304" x="7210425" y="4279900"/>
          <p14:tracePt t="197470" x="7285038" y="4154488"/>
          <p14:tracePt t="197493" x="7272338" y="4105275"/>
          <p14:tracePt t="197559" x="7272338" y="4330700"/>
          <p14:tracePt t="197584" x="7272338" y="4430713"/>
          <p14:tracePt t="197607" x="7259638" y="4430713"/>
          <p14:tracePt t="197631" x="7246938" y="4443413"/>
          <p14:tracePt t="197683" x="7235825" y="4443413"/>
          <p14:tracePt t="197708" x="7197725" y="4479925"/>
          <p14:tracePt t="197735" x="7146925" y="4567238"/>
          <p14:tracePt t="197755" x="7146925" y="4630738"/>
          <p14:tracePt t="197782" x="7146925" y="4718050"/>
          <p14:tracePt t="197802" x="7146925" y="4779963"/>
          <p14:tracePt t="197829" x="7146925" y="4856163"/>
          <p14:tracePt t="197853" x="7159625" y="4918075"/>
          <p14:tracePt t="197880" x="7235825" y="5005388"/>
          <p14:tracePt t="197900" x="7272338" y="5043488"/>
          <p14:tracePt t="197929" x="7335838" y="5092700"/>
          <p14:tracePt t="197955" x="7423150" y="5156200"/>
          <p14:tracePt t="197986" x="7585075" y="5294313"/>
          <p14:tracePt t="198005" x="7773988" y="5418138"/>
          <p14:tracePt t="198033" x="8110538" y="5568950"/>
          <p14:tracePt t="198056" x="8386763" y="5681663"/>
          <p14:tracePt t="198082" x="8612188" y="5756275"/>
          <p14:tracePt t="198107" x="8850313" y="5856288"/>
          <p14:tracePt t="198135" x="8963025" y="5856288"/>
          <p14:tracePt t="198135" x="9012238" y="5868988"/>
          <p14:tracePt t="198154" x="9150350" y="5881688"/>
          <p14:tracePt t="198181" x="9375775" y="5881688"/>
          <p14:tracePt t="198200" x="9513888" y="5881688"/>
          <p14:tracePt t="198223" x="9613900" y="5832475"/>
          <p14:tracePt t="198251" x="9739313" y="5756275"/>
          <p14:tracePt t="198277" x="9813925" y="5719763"/>
          <p14:tracePt t="198299" x="9875838" y="5707063"/>
          <p14:tracePt t="198323" x="9888538" y="5681663"/>
          <p14:tracePt t="199059" x="9801225" y="5619750"/>
          <p14:tracePt t="199083" x="9613900" y="5619750"/>
          <p14:tracePt t="199106" x="9488488" y="5607050"/>
          <p14:tracePt t="199131" x="9350375" y="5607050"/>
          <p14:tracePt t="199160" x="9188450" y="5607050"/>
          <p14:tracePt t="199183" x="9075738" y="5619750"/>
          <p14:tracePt t="199206" x="9050338" y="5630863"/>
          <p14:tracePt t="199207" x="9012238" y="5630863"/>
          <p14:tracePt t="199230" x="8937625" y="5668963"/>
          <p14:tracePt t="199233" x="8837613" y="5707063"/>
          <p14:tracePt t="199261" x="8650288" y="5794375"/>
          <p14:tracePt t="199288" x="8412163" y="5868988"/>
          <p14:tracePt t="199312" x="8348663" y="5894388"/>
          <p14:tracePt t="199356" x="8335963" y="5894388"/>
          <p14:tracePt t="199376" x="8274050" y="5894388"/>
          <p14:tracePt t="199401" x="8086725" y="5756275"/>
          <p14:tracePt t="199423" x="7974013" y="5643563"/>
          <p14:tracePt t="199456" x="7785100" y="5430838"/>
          <p14:tracePt t="199479" x="7648575" y="5318125"/>
          <p14:tracePt t="199480" x="7585075" y="5243513"/>
          <p14:tracePt t="199504" x="7410450" y="5030788"/>
          <p14:tracePt t="199525" x="7323138" y="4905375"/>
          <p14:tracePt t="199555" x="7185025" y="4792663"/>
          <p14:tracePt t="199574" x="7159625" y="4779963"/>
          <p14:tracePt t="199576" x="7146925" y="4768850"/>
          <p14:tracePt t="199601" x="7134225" y="4756150"/>
          <p14:tracePt t="199621" x="7134225" y="4743450"/>
          <p14:tracePt t="199652" x="7110413" y="4692650"/>
          <p14:tracePt t="199673" x="7059613" y="4605338"/>
          <p14:tracePt t="199707" x="6997700" y="4467225"/>
          <p14:tracePt t="199730" x="6972300" y="4443413"/>
          <p14:tracePt t="199754" x="6972300" y="4430713"/>
          <p14:tracePt t="199801" x="6959600" y="4418013"/>
          <p14:tracePt t="199824" x="6946900" y="4392613"/>
          <p14:tracePt t="199875" x="6934200" y="4379913"/>
          <p14:tracePt t="199949" x="7034213" y="4505325"/>
          <p14:tracePt t="200033" x="7785100" y="5781675"/>
          <p14:tracePt t="200059" x="7848600" y="5919788"/>
          <p14:tracePt t="200081" x="7874000" y="5945188"/>
          <p14:tracePt t="200152" x="7874000" y="5832475"/>
          <p14:tracePt t="200173" x="7874000" y="5594350"/>
          <p14:tracePt t="200199" x="7874000" y="5294313"/>
          <p14:tracePt t="200199" x="7861300" y="5230813"/>
          <p14:tracePt t="200218" x="7823200" y="5092700"/>
          <p14:tracePt t="200250" x="7773988" y="4943475"/>
          <p14:tracePt t="200296" x="7710488" y="4830763"/>
          <p14:tracePt t="200315" x="7697788" y="4818063"/>
          <p14:tracePt t="200344" x="7685088" y="4730750"/>
          <p14:tracePt t="200366" x="7685088" y="4630738"/>
          <p14:tracePt t="200367" x="7723188" y="4567238"/>
          <p14:tracePt t="200393" x="7874000" y="4367213"/>
          <p14:tracePt t="200412" x="7961313" y="4267200"/>
          <p14:tracePt t="200442" x="8135938" y="4154488"/>
          <p14:tracePt t="200465" x="8212138" y="4092575"/>
          <p14:tracePt t="200492" x="8324850" y="4092575"/>
          <p14:tracePt t="200513" x="8424863" y="4092575"/>
          <p14:tracePt t="200542" x="8712200" y="4205288"/>
          <p14:tracePt t="200545" x="8763000" y="4241800"/>
          <p14:tracePt t="200566" x="8937625" y="4405313"/>
          <p14:tracePt t="200568" x="8986838" y="4505325"/>
          <p14:tracePt t="200594" x="9163050" y="4743450"/>
          <p14:tracePt t="200613" x="9212263" y="4892675"/>
          <p14:tracePt t="200640" x="9237663" y="5218113"/>
          <p14:tracePt t="200666" x="9237663" y="5494338"/>
          <p14:tracePt t="200693" x="9163050" y="5694363"/>
          <p14:tracePt t="200713" x="9050338" y="5819775"/>
          <p14:tracePt t="200743" x="8863013" y="5881688"/>
          <p14:tracePt t="200765" x="8786813" y="5881688"/>
          <p14:tracePt t="200791" x="8599488" y="5894388"/>
          <p14:tracePt t="200811" x="8512175" y="5894388"/>
          <p14:tracePt t="200838" x="8399463" y="5894388"/>
          <p14:tracePt t="200842" x="8361363" y="5894388"/>
          <p14:tracePt t="200865" x="8348663" y="5894388"/>
          <p14:tracePt t="200909" x="8335963" y="5894388"/>
          <p14:tracePt t="200964" x="8324850" y="5894388"/>
          <p14:tracePt t="201016" x="8312150" y="5894388"/>
          <p14:tracePt t="201124" x="8274050" y="5894388"/>
          <p14:tracePt t="201146" x="8174038" y="5894388"/>
          <p14:tracePt t="201168" x="7961313" y="5881688"/>
          <p14:tracePt t="201195" x="7735888" y="5756275"/>
          <p14:tracePt t="201225" x="7448550" y="5468938"/>
          <p14:tracePt t="201248" x="7372350" y="5268913"/>
          <p14:tracePt t="201271" x="7335838" y="5194300"/>
          <p14:tracePt t="201271" x="7323138" y="5156200"/>
          <p14:tracePt t="201294" x="7285038" y="5081588"/>
          <p14:tracePt t="201295" x="7285038" y="5056188"/>
          <p14:tracePt t="201318" x="7285038" y="4956175"/>
          <p14:tracePt t="201319" x="7285038" y="4905375"/>
          <p14:tracePt t="201344" x="7297738" y="4768850"/>
          <p14:tracePt t="201370" x="7435850" y="4656138"/>
          <p14:tracePt t="201399" x="7561263" y="4579938"/>
          <p14:tracePt t="201424" x="7661275" y="4579938"/>
          <p14:tracePt t="201448" x="7874000" y="4667250"/>
          <p14:tracePt t="201470" x="7986713" y="4768850"/>
          <p14:tracePt t="201472" x="8023225" y="4830763"/>
          <p14:tracePt t="201496" x="8086725" y="4943475"/>
          <p14:tracePt t="201531" x="8099425" y="5243513"/>
          <p14:tracePt t="201555" x="7610475" y="5318125"/>
          <p14:tracePt t="201579" x="7059613" y="5318125"/>
          <p14:tracePt t="201725" x="7046913" y="5330825"/>
          <p14:tracePt t="201751" x="6897688" y="5181600"/>
          <p14:tracePt t="201775" x="6584950" y="5130800"/>
          <p14:tracePt t="201800" x="6208713" y="5130800"/>
          <p14:tracePt t="201828" x="5857875" y="5143500"/>
          <p14:tracePt t="201851" x="5094288" y="5230813"/>
          <p14:tracePt t="201897" x="3779838" y="4868863"/>
          <p14:tracePt t="201923" x="3305175" y="4505325"/>
          <p14:tracePt t="201950" x="3103563" y="4230688"/>
          <p14:tracePt t="201968" x="2741613" y="3854450"/>
          <p14:tracePt t="201995" x="2590800" y="3579813"/>
          <p14:tracePt t="202022" x="2490788" y="3267075"/>
          <p14:tracePt t="202025" x="2452688" y="3178175"/>
          <p14:tracePt t="202050" x="2403475" y="2965450"/>
          <p14:tracePt t="202073" x="2378075" y="2790825"/>
          <p14:tracePt t="202095" x="2339975" y="2552700"/>
          <p14:tracePt t="202119" x="2328863" y="2352675"/>
          <p14:tracePt t="202120" x="2328863" y="2265363"/>
          <p14:tracePt t="202144" x="2316163" y="2065338"/>
          <p14:tracePt t="202170" x="2303463" y="1978025"/>
          <p14:tracePt t="202195" x="2303463" y="1927225"/>
          <p14:tracePt t="202221" x="2303463" y="1889125"/>
          <p14:tracePt t="202247" x="2328863" y="1776413"/>
          <p14:tracePt t="202270" x="2339975" y="1739900"/>
          <p14:tracePt t="202272" x="2339975" y="1701800"/>
          <p14:tracePt t="202297" x="2378075" y="1639888"/>
          <p14:tracePt t="202328" x="2390775" y="1576388"/>
          <p14:tracePt t="202351" x="2416175" y="1501775"/>
          <p14:tracePt t="202372" x="2428875" y="1489075"/>
          <p14:tracePt t="202400" x="2478088" y="1401763"/>
          <p14:tracePt t="202427" x="2541588" y="1350963"/>
          <p14:tracePt t="202450" x="2590800" y="1314450"/>
          <p14:tracePt t="202473" x="2641600" y="1276350"/>
          <p14:tracePt t="202497" x="2678113" y="1263650"/>
          <p14:tracePt t="202521" x="2716213" y="1250950"/>
          <p14:tracePt t="202545" x="2767013" y="1250950"/>
          <p14:tracePt t="202572" x="2790825" y="1250950"/>
          <p14:tracePt t="202597" x="2828925" y="1238250"/>
          <p14:tracePt t="202627" x="2867025" y="1238250"/>
          <p14:tracePt t="202650" x="2903538" y="1227138"/>
          <p14:tracePt t="202697" x="2916238" y="1214438"/>
          <p14:tracePt t="202723" x="2941638" y="1214438"/>
          <p14:tracePt t="202748" x="2954338" y="1214438"/>
          <p14:tracePt t="202768" x="2979738" y="1214438"/>
          <p14:tracePt t="202920" x="2979738" y="1227138"/>
          <p14:tracePt t="202951" x="2979738" y="1289050"/>
          <p14:tracePt t="202977" x="2979738" y="1350963"/>
          <p14:tracePt t="203003" x="2979738" y="1376363"/>
          <p14:tracePt t="203032" x="2979738" y="1414463"/>
          <p14:tracePt t="203056" x="2979738" y="1439863"/>
          <p14:tracePt t="203080" x="2967038" y="1489075"/>
          <p14:tracePt t="203109" x="2967038" y="1663700"/>
          <p14:tracePt t="204005" x="2890838" y="1689100"/>
          <p14:tracePt t="204030" x="2754313" y="1689100"/>
          <p14:tracePt t="204200" x="2754313" y="1701800"/>
          <p14:tracePt t="204224" x="2716213" y="1652588"/>
          <p14:tracePt t="204249" x="2690813" y="1639888"/>
          <p14:tracePt t="204342" x="2690813" y="1676400"/>
          <p14:tracePt t="204344" x="2828925" y="1989138"/>
          <p14:tracePt t="204368" x="3054350" y="2427288"/>
          <p14:tracePt t="204392" x="3292475" y="2803525"/>
          <p14:tracePt t="204411" x="3592513" y="3065463"/>
          <p14:tracePt t="204435" x="4192588" y="3529013"/>
          <p14:tracePt t="204463" x="5745163" y="4579938"/>
          <p14:tracePt t="204488" x="6959600" y="5205413"/>
          <p14:tracePt t="204510" x="7572375" y="5430838"/>
          <p14:tracePt t="204535" x="7986713" y="5594350"/>
          <p14:tracePt t="204535" x="8048625" y="5619750"/>
          <p14:tracePt t="204563" x="8248650" y="5630863"/>
          <p14:tracePt t="204588" x="8361363" y="5630863"/>
          <p14:tracePt t="204615" x="8461375" y="5568950"/>
          <p14:tracePt t="204616" x="8474075" y="5543550"/>
          <p14:tracePt t="204642" x="8499475" y="5430838"/>
          <p14:tracePt t="204663" x="8499475" y="5294313"/>
          <p14:tracePt t="204686" x="8486775" y="5205413"/>
          <p14:tracePt t="204688" x="8486775" y="5168900"/>
          <p14:tracePt t="204715" x="8435975" y="5068888"/>
          <p14:tracePt t="204741" x="8386763" y="4968875"/>
          <p14:tracePt t="204769" x="8274050" y="4868863"/>
          <p14:tracePt t="204794" x="8212138" y="4830763"/>
          <p14:tracePt t="204841" x="8174038" y="4830763"/>
          <p14:tracePt t="204865" x="8161338" y="4830763"/>
          <p14:tracePt t="204890" x="8135938" y="4843463"/>
          <p14:tracePt t="204917" x="8135938" y="4879975"/>
          <p14:tracePt t="204944" x="8135938" y="5043488"/>
          <p14:tracePt t="204965" x="8135938" y="5168900"/>
          <p14:tracePt t="204990" x="8135938" y="5256213"/>
          <p14:tracePt t="205018" x="8135938" y="5305425"/>
          <p14:tracePt t="205046" x="8135938" y="5343525"/>
          <p14:tracePt t="205065" x="8148638" y="5381625"/>
          <p14:tracePt t="205089" x="8174038" y="5407025"/>
          <p14:tracePt t="205113" x="8312150" y="5430838"/>
          <p14:tracePt t="205139" x="8612188" y="5394325"/>
          <p14:tracePt t="205166" x="8899525" y="5230813"/>
          <p14:tracePt t="205169" x="8963025" y="5168900"/>
          <p14:tracePt t="205191" x="9063038" y="4918075"/>
          <p14:tracePt t="205218" x="9063038" y="4718050"/>
          <p14:tracePt t="205239" x="9063038" y="4492625"/>
          <p14:tracePt t="205264" x="8986838" y="4292600"/>
          <p14:tracePt t="205285" x="8950325" y="4230688"/>
          <p14:tracePt t="205317" x="8924925" y="4205288"/>
          <p14:tracePt t="205724" x="8937625" y="4205288"/>
          <p14:tracePt t="205746" x="9075738" y="4192588"/>
          <p14:tracePt t="205771" x="9263063" y="4167188"/>
          <p14:tracePt t="205791" x="9513888" y="4041775"/>
          <p14:tracePt t="205822" x="9601200" y="4017963"/>
          <p14:tracePt t="205843" x="9675813" y="4017963"/>
          <p14:tracePt t="205868" x="9701213" y="4017963"/>
          <p14:tracePt t="205889" x="9713913" y="3992563"/>
          <p14:tracePt t="205918" x="9739313" y="3992563"/>
          <p14:tracePt t="205944" x="9750425" y="3992563"/>
          <p14:tracePt t="205970" x="9775825" y="3992563"/>
          <p14:tracePt t="205990" x="9788525" y="3992563"/>
          <p14:tracePt t="205992" x="9813925" y="3992563"/>
          <p14:tracePt t="206023" x="9839325" y="3992563"/>
          <p14:tracePt t="206024" x="9852025" y="3992563"/>
          <p14:tracePt t="206045" x="9875838" y="3992563"/>
          <p14:tracePt t="206612" x="9888538" y="4005263"/>
          <p14:tracePt t="206632" x="9888538" y="4029075"/>
          <p14:tracePt t="206659" x="9888538" y="4054475"/>
          <p14:tracePt t="206680" x="9888538" y="4092575"/>
          <p14:tracePt t="206707" x="9888538" y="4129088"/>
          <p14:tracePt t="206732" x="9875838" y="4179888"/>
          <p14:tracePt t="206758" x="9839325" y="4267200"/>
          <p14:tracePt t="206759" x="9826625" y="4279900"/>
          <p14:tracePt t="206779" x="9801225" y="4330700"/>
          <p14:tracePt t="206808" x="9739313" y="4367213"/>
          <p14:tracePt t="206831" x="9701213" y="4379913"/>
          <p14:tracePt t="206859" x="9663113" y="4379913"/>
          <p14:tracePt t="206879" x="9588500" y="4405313"/>
          <p14:tracePt t="206909" x="9525000" y="4418013"/>
          <p14:tracePt t="206913" x="9475788" y="4443413"/>
          <p14:tracePt t="206935" x="9413875" y="4492625"/>
          <p14:tracePt t="206936" x="9375775" y="4518025"/>
          <p14:tracePt t="206965" x="9175750" y="4579938"/>
          <p14:tracePt t="206985" x="9075738" y="4643438"/>
          <p14:tracePt t="207014" x="9024938" y="4667250"/>
          <p14:tracePt t="207016" x="8999538" y="4667250"/>
          <p14:tracePt t="207041" x="8937625" y="4705350"/>
          <p14:tracePt t="207069" x="8812213" y="4718050"/>
          <p14:tracePt t="207089" x="8661400" y="4743450"/>
          <p14:tracePt t="207120" x="8537575" y="4768850"/>
          <p14:tracePt t="207142" x="8461375" y="4805363"/>
          <p14:tracePt t="207168" x="8235950" y="4930775"/>
          <p14:tracePt t="207215" x="7773988" y="5105400"/>
          <p14:tracePt t="207240" x="7561263" y="5118100"/>
          <p14:tracePt t="207267" x="7472363" y="5118100"/>
          <p14:tracePt t="207287" x="7397750" y="5118100"/>
          <p14:tracePt t="207315" x="7272338" y="5118100"/>
          <p14:tracePt t="207320" x="7235825" y="5118100"/>
          <p14:tracePt t="207343" x="7097713" y="5156200"/>
          <p14:tracePt t="207376" x="6821488" y="5218113"/>
          <p14:tracePt t="207397" x="6746875" y="5243513"/>
          <p14:tracePt t="207424" x="6634163" y="5281613"/>
          <p14:tracePt t="207443" x="6572250" y="5318125"/>
          <p14:tracePt t="207470" x="6534150" y="5356225"/>
          <p14:tracePt t="207492" x="6483350" y="5381625"/>
          <p14:tracePt t="207518" x="6434138" y="5418138"/>
          <p14:tracePt t="207519" x="6421438" y="5430838"/>
          <p14:tracePt t="207545" x="6396038" y="5443538"/>
          <p14:tracePt t="207569" x="6396038" y="5456238"/>
          <p14:tracePt t="207590" x="6396038" y="5468938"/>
          <p14:tracePt t="207592" x="6383338" y="5468938"/>
          <p14:tracePt t="207617" x="6370638" y="5530850"/>
          <p14:tracePt t="207642" x="6334125" y="5594350"/>
          <p14:tracePt t="207664" x="6334125" y="5643563"/>
          <p14:tracePt t="207684" x="6334125" y="5668963"/>
          <p14:tracePt t="207709" x="6321425" y="5694363"/>
          <p14:tracePt t="207740" x="6296025" y="5743575"/>
          <p14:tracePt t="207767" x="6296025" y="5794375"/>
          <p14:tracePt t="207792" x="6283325" y="5819775"/>
          <p14:tracePt t="207815" x="6283325" y="5843588"/>
          <p14:tracePt t="207863" x="6270625" y="5856288"/>
          <p14:tracePt t="208155" x="6259513" y="5856288"/>
          <p14:tracePt t="208199" x="6259513" y="5868988"/>
          <p14:tracePt t="209289" x="6270625" y="5881688"/>
          <p14:tracePt t="209424" x="6283325" y="5856288"/>
          <p14:tracePt t="209445" x="6296025" y="5832475"/>
          <p14:tracePt t="209469" x="6308725" y="5819775"/>
          <p14:tracePt t="209538" x="6334125" y="5794375"/>
          <p14:tracePt t="209561" x="6370638" y="5794375"/>
          <p14:tracePt t="209584" x="6459538" y="5781675"/>
          <p14:tracePt t="209607" x="6521450" y="5781675"/>
          <p14:tracePt t="209608" x="6559550" y="5756275"/>
          <p14:tracePt t="209638" x="6608763" y="5756275"/>
          <p14:tracePt t="209663" x="6672263" y="5743575"/>
          <p14:tracePt t="209704" x="6684963" y="5743575"/>
          <p14:tracePt t="209734" x="6708775" y="5743575"/>
          <p14:tracePt t="209735" x="6734175" y="5743575"/>
          <p14:tracePt t="209760" x="6759575" y="5743575"/>
          <p14:tracePt t="209786" x="6821488" y="5743575"/>
          <p14:tracePt t="209809" x="6872288" y="5743575"/>
          <p14:tracePt t="209831" x="6921500" y="5756275"/>
          <p14:tracePt t="209832" x="6946900" y="5756275"/>
          <p14:tracePt t="209855" x="6972300" y="5756275"/>
          <p14:tracePt t="209856" x="6997700" y="5768975"/>
          <p14:tracePt t="209878" x="7034213" y="5794375"/>
          <p14:tracePt t="209902" x="7159625" y="5832475"/>
          <p14:tracePt t="209932" x="7359650" y="5932488"/>
          <p14:tracePt t="209959" x="7548563" y="6007100"/>
          <p14:tracePt t="209980" x="7597775" y="6032500"/>
          <p14:tracePt t="210003" x="7648575" y="6056313"/>
          <p14:tracePt t="210029" x="7673975" y="6081713"/>
          <p14:tracePt t="210032" x="7697788" y="6094413"/>
          <p14:tracePt t="210056" x="7723188" y="6094413"/>
          <p14:tracePt t="210076" x="7748588" y="6094413"/>
          <p14:tracePt t="210145" x="7761288" y="6094413"/>
          <p14:tracePt t="210171" x="7773988" y="6107113"/>
          <p14:tracePt t="210193" x="7797800" y="6119813"/>
          <p14:tracePt t="210216" x="7823200" y="6132513"/>
          <p14:tracePt t="210262" x="7835900" y="6132513"/>
          <p14:tracePt t="210418" x="7797800" y="6145213"/>
          <p14:tracePt t="210441" x="7735888" y="6145213"/>
          <p14:tracePt t="210469" x="7623175" y="6169025"/>
          <p14:tracePt t="210489" x="7597775" y="6169025"/>
          <p14:tracePt t="210514" x="7448550" y="6169025"/>
          <p14:tracePt t="210542" x="7310438" y="6157913"/>
          <p14:tracePt t="210543" x="7235825" y="6157913"/>
          <p14:tracePt t="210572" x="7085013" y="6157913"/>
          <p14:tracePt t="210592" x="6972300" y="6157913"/>
          <p14:tracePt t="210618" x="6921500" y="6157913"/>
          <p14:tracePt t="210638" x="6884988" y="6169025"/>
          <p14:tracePt t="210664" x="6859588" y="6194425"/>
          <p14:tracePt t="210684" x="6821488" y="6219825"/>
          <p14:tracePt t="210708" x="6784975" y="6245225"/>
          <p14:tracePt t="210735" x="6734175" y="6294438"/>
          <p14:tracePt t="210762" x="6634163" y="6345238"/>
          <p14:tracePt t="210782" x="6584950" y="6357938"/>
          <p14:tracePt t="210783" x="6559550" y="6381750"/>
          <p14:tracePt t="210806" x="6496050" y="6407150"/>
          <p14:tracePt t="210807" x="6446838" y="6407150"/>
          <p14:tracePt t="210833" x="6359525" y="6419850"/>
          <p14:tracePt t="210859" x="6296025" y="6432550"/>
          <p14:tracePt t="210879" x="6221413" y="6432550"/>
          <p14:tracePt t="210902" x="6208713" y="6432550"/>
          <p14:tracePt t="210926" x="6183313" y="6432550"/>
          <p14:tracePt t="210978" x="6170613" y="6432550"/>
          <p14:tracePt t="211001" x="6146800" y="6432550"/>
          <p14:tracePt t="211026" x="6134100" y="6432550"/>
          <p14:tracePt t="211047" x="6108700" y="6432550"/>
          <p14:tracePt t="211076" x="6096000" y="6432550"/>
          <p14:tracePt t="211426" x="6070600" y="6432550"/>
          <p14:tracePt t="211445" x="6057900" y="6432550"/>
          <p14:tracePt t="211449" x="6045200" y="6432550"/>
          <p14:tracePt t="211476" x="6008688" y="6419850"/>
          <p14:tracePt t="211522" x="5895975" y="6381750"/>
          <p14:tracePt t="211543" x="5845175" y="6370638"/>
          <p14:tracePt t="211575" x="5795963" y="6345238"/>
          <p14:tracePt t="211595" x="5783263" y="6332538"/>
          <p14:tracePt t="211623" x="5757863" y="6307138"/>
          <p14:tracePt t="211643" x="5732463" y="6294438"/>
          <p14:tracePt t="211693" x="5719763" y="6269038"/>
          <p14:tracePt t="211715" x="5695950" y="6257925"/>
          <p14:tracePt t="211738" x="5670550" y="6245225"/>
          <p14:tracePt t="211760" x="5657850" y="6207125"/>
          <p14:tracePt t="211790" x="5607050" y="6132513"/>
          <p14:tracePt t="211815" x="5532438" y="5981700"/>
          <p14:tracePt t="211838" x="5507038" y="5881688"/>
          <p14:tracePt t="211860" x="5483225" y="5794375"/>
          <p14:tracePt t="211888" x="5470525" y="5694363"/>
          <p14:tracePt t="211910" x="5457825" y="5656263"/>
          <p14:tracePt t="211913" x="5457825" y="5630863"/>
          <p14:tracePt t="211939" x="5457825" y="5530850"/>
          <p14:tracePt t="211965" x="5432425" y="5381625"/>
          <p14:tracePt t="211993" x="5432425" y="5130800"/>
          <p14:tracePt t="212016" x="5432425" y="4918075"/>
          <p14:tracePt t="212040" x="5470525" y="4768850"/>
          <p14:tracePt t="212067" x="5557838" y="4630738"/>
          <p14:tracePt t="212093" x="5632450" y="4554538"/>
          <p14:tracePt t="212118" x="5732463" y="4492625"/>
          <p14:tracePt t="212121" x="5757863" y="4492625"/>
          <p14:tracePt t="212141" x="5795963" y="4479925"/>
          <p14:tracePt t="212170" x="5883275" y="4443413"/>
          <p14:tracePt t="212194" x="6008688" y="4443413"/>
          <p14:tracePt t="212220" x="6083300" y="4418013"/>
          <p14:tracePt t="212240" x="6296025" y="4392613"/>
          <p14:tracePt t="212268" x="6459538" y="4392613"/>
          <p14:tracePt t="212291" x="6608763" y="4392613"/>
          <p14:tracePt t="212318" x="6696075" y="4392613"/>
          <p14:tracePt t="212339" x="6797675" y="4392613"/>
          <p14:tracePt t="212363" x="6921500" y="4418013"/>
          <p14:tracePt t="212387" x="7097713" y="4479925"/>
          <p14:tracePt t="212413" x="7223125" y="4543425"/>
          <p14:tracePt t="212437" x="7397750" y="4643438"/>
          <p14:tracePt t="212462" x="7523163" y="4692650"/>
          <p14:tracePt t="212486" x="7610475" y="4743450"/>
          <p14:tracePt t="212510" x="7661275" y="4792663"/>
          <p14:tracePt t="212533" x="7748588" y="4868863"/>
          <p14:tracePt t="212556" x="7848600" y="4943475"/>
          <p14:tracePt t="212579" x="7961313" y="5005388"/>
          <p14:tracePt t="212602" x="8048625" y="5056188"/>
          <p14:tracePt t="212632" x="8148638" y="5143500"/>
          <p14:tracePt t="212657" x="8199438" y="5194300"/>
          <p14:tracePt t="212683" x="8235950" y="5243513"/>
          <p14:tracePt t="212707" x="8274050" y="5281613"/>
          <p14:tracePt t="212731" x="8312150" y="5318125"/>
          <p14:tracePt t="212755" x="8324850" y="5330825"/>
          <p14:tracePt t="212783" x="8361363" y="5418138"/>
          <p14:tracePt t="212806" x="8386763" y="5443538"/>
          <p14:tracePt t="212828" x="8424863" y="5507038"/>
          <p14:tracePt t="212851" x="8474075" y="5568950"/>
          <p14:tracePt t="212878" x="8499475" y="5630863"/>
          <p14:tracePt t="212880" x="8512175" y="5643563"/>
          <p14:tracePt t="212925" x="8561388" y="5756275"/>
          <p14:tracePt t="212946" x="8574088" y="5807075"/>
          <p14:tracePt t="212971" x="8586788" y="5856288"/>
          <p14:tracePt t="212991" x="8599488" y="5932488"/>
          <p14:tracePt t="213021" x="8612188" y="5981700"/>
          <p14:tracePt t="213044" x="8624888" y="6056313"/>
          <p14:tracePt t="213154" x="8624888" y="6069013"/>
          <p14:tracePt t="213178" x="8548688" y="6145213"/>
          <p14:tracePt t="213203" x="8386763" y="6169025"/>
          <p14:tracePt t="213226" x="8212138" y="6169025"/>
          <p14:tracePt t="213249" x="7961313" y="6081713"/>
          <p14:tracePt t="213274" x="7648575" y="5894388"/>
          <p14:tracePt t="213279" x="7585075" y="5843588"/>
          <p14:tracePt t="213303" x="7397750" y="5668963"/>
          <p14:tracePt t="213327" x="7335838" y="5543550"/>
          <p14:tracePt t="213350" x="7235825" y="5418138"/>
          <p14:tracePt t="213374" x="7159625" y="5294313"/>
          <p14:tracePt t="213396" x="7146925" y="5105400"/>
          <p14:tracePt t="213419" x="7146925" y="4892675"/>
          <p14:tracePt t="213448" x="7210425" y="4567238"/>
          <p14:tracePt t="213473" x="7323138" y="4392613"/>
          <p14:tracePt t="213501" x="7448550" y="4267200"/>
          <p14:tracePt t="214872" x="7448550" y="4279900"/>
          <p14:tracePt t="215555" x="7448550" y="4241800"/>
          <p14:tracePt t="215580" x="7472363" y="4205288"/>
          <p14:tracePt t="215605" x="7472363" y="4192588"/>
          <p14:tracePt t="215629" x="7472363" y="4154488"/>
          <p14:tracePt t="215652" x="7485063" y="4141788"/>
          <p14:tracePt t="215702" x="7485063" y="4129088"/>
          <p14:tracePt t="215724" x="7485063" y="4117975"/>
          <p14:tracePt t="215748" x="7510463" y="4067175"/>
          <p14:tracePt t="215769" x="7535863" y="4005263"/>
          <p14:tracePt t="215799" x="7561263" y="3941763"/>
          <p14:tracePt t="215820" x="7561263" y="3929063"/>
          <p14:tracePt t="215846" x="7561263" y="3879850"/>
          <p14:tracePt t="215867" x="7572375" y="3841750"/>
          <p14:tracePt t="215876" x="7585075" y="3816350"/>
          <p14:tracePt t="215927" x="7597775" y="3803650"/>
          <p14:tracePt t="216056" x="7610475" y="3854450"/>
          <p14:tracePt t="216080" x="7635875" y="3979863"/>
          <p14:tracePt t="216105" x="7661275" y="4241800"/>
          <p14:tracePt t="216129" x="7697788" y="4318000"/>
          <p14:tracePt t="216153" x="7735888" y="4443413"/>
          <p14:tracePt t="216177" x="7761288" y="4530725"/>
          <p14:tracePt t="216205" x="7761288" y="4579938"/>
          <p14:tracePt t="216229" x="7773988" y="4592638"/>
          <p14:tracePt t="216297" x="7785100" y="4618038"/>
          <p14:tracePt t="216318" x="7785100" y="4643438"/>
          <p14:tracePt t="216319" x="7785100" y="4656138"/>
          <p14:tracePt t="216345" x="7785100" y="4679950"/>
          <p14:tracePt t="216366" x="7785100" y="4692650"/>
          <p14:tracePt t="216398" x="7785100" y="4730750"/>
          <p14:tracePt t="216463" x="7761288" y="4730750"/>
          <p14:tracePt t="216490" x="7735888" y="4730750"/>
          <p14:tracePt t="216515" x="7735888" y="4705350"/>
          <p14:tracePt t="216538" x="7735888" y="4692650"/>
          <p14:tracePt t="216562" x="7735888" y="4679950"/>
          <p14:tracePt t="216633" x="7735888" y="4667250"/>
          <p14:tracePt t="216699" x="7748588" y="4667250"/>
          <p14:tracePt t="216829" x="7761288" y="4643438"/>
          <p14:tracePt t="216854" x="7773988" y="4618038"/>
          <p14:tracePt t="216881" x="7773988" y="4592638"/>
          <p14:tracePt t="216901" x="7773988" y="4567238"/>
          <p14:tracePt t="216925" x="7797800" y="4543425"/>
          <p14:tracePt t="217056" x="7823200" y="4530725"/>
          <p14:tracePt t="217081" x="7874000" y="4543425"/>
          <p14:tracePt t="217110" x="7886700" y="4605338"/>
          <p14:tracePt t="217111" x="7897813" y="4643438"/>
          <p14:tracePt t="217134" x="7910513" y="4667250"/>
          <p14:tracePt t="217158" x="7910513" y="4705350"/>
          <p14:tracePt t="217183" x="7923213" y="4756150"/>
          <p14:tracePt t="217211" x="7935913" y="4792663"/>
          <p14:tracePt t="217235" x="7948613" y="4805363"/>
          <p14:tracePt t="217285" x="7948613" y="4818063"/>
          <p14:tracePt t="217305" x="7948613" y="4830763"/>
          <p14:tracePt t="217329" x="7961313" y="4856163"/>
          <p14:tracePt t="218064" x="7961313" y="4843463"/>
          <p14:tracePt t="218089" x="7961313" y="4818063"/>
          <p14:tracePt t="218113" x="7961313" y="4768850"/>
          <p14:tracePt t="218136" x="7935913" y="4705350"/>
          <p14:tracePt t="218158" x="7923213" y="4618038"/>
          <p14:tracePt t="218185" x="7923213" y="4592638"/>
          <p14:tracePt t="218496" x="7910513" y="4667250"/>
          <p14:tracePt t="218542" x="7897813" y="4730750"/>
          <p14:tracePt t="218794" x="7897813" y="4743450"/>
          <p14:tracePt t="218814" x="7923213" y="4743450"/>
          <p14:tracePt t="218815" x="7948613" y="4743450"/>
          <p14:tracePt t="218841" x="7986713" y="4768850"/>
          <p14:tracePt t="218860" x="8010525" y="4779963"/>
          <p14:tracePt t="218892" x="8061325" y="4805363"/>
          <p14:tracePt t="218916" x="8074025" y="4805363"/>
          <p14:tracePt t="218962" x="8086725" y="4805363"/>
          <p14:tracePt t="219051" x="8099425" y="4805363"/>
          <p14:tracePt t="219140" x="8123238" y="4805363"/>
          <p14:tracePt t="219227" x="8135938" y="4805363"/>
          <p14:tracePt t="219249" x="8161338" y="4805363"/>
          <p14:tracePt t="219273" x="8174038" y="4779963"/>
          <p14:tracePt t="219300" x="8199438" y="4779963"/>
          <p14:tracePt t="219324" x="8212138" y="4779963"/>
          <p14:tracePt t="219347" x="8235950" y="4768850"/>
          <p14:tracePt t="219371" x="8248650" y="4768850"/>
          <p14:tracePt t="219395" x="8274050" y="4756150"/>
          <p14:tracePt t="219648" x="8286750" y="4756150"/>
          <p14:tracePt t="219695" x="8299450" y="4756150"/>
          <p14:tracePt t="219740" x="8299450" y="4768850"/>
          <p14:tracePt t="219760" x="8299450" y="4779963"/>
          <p14:tracePt t="220042" x="8312150" y="4779963"/>
          <p14:tracePt t="220060" x="8324850" y="4792663"/>
          <p14:tracePt t="220088" x="8335963" y="4818063"/>
          <p14:tracePt t="220612" x="8312150" y="4830763"/>
          <p14:tracePt t="220638" x="8286750" y="4843463"/>
          <p14:tracePt t="220666" x="8261350" y="4856163"/>
          <p14:tracePt t="220689" x="8248650" y="4856163"/>
          <p14:tracePt t="220712" x="8212138" y="4868863"/>
          <p14:tracePt t="220733" x="8199438" y="4868863"/>
          <p14:tracePt t="220762" x="8186738" y="4868863"/>
          <p14:tracePt t="220808" x="8161338" y="4868863"/>
          <p14:tracePt t="220829" x="8110538" y="4868863"/>
          <p14:tracePt t="220855" x="7986713" y="4868863"/>
          <p14:tracePt t="220876" x="7910513" y="4868863"/>
          <p14:tracePt t="220907" x="7773988" y="4868863"/>
          <p14:tracePt t="220927" x="7661275" y="4868863"/>
          <p14:tracePt t="220956" x="7572375" y="4868863"/>
          <p14:tracePt t="220977" x="7497763" y="4868863"/>
          <p14:tracePt t="221009" x="7410450" y="4879975"/>
          <p14:tracePt t="221031" x="7348538" y="4905375"/>
          <p14:tracePt t="221062" x="7310438" y="4918075"/>
          <p14:tracePt t="221085" x="7297738" y="4918075"/>
          <p14:tracePt t="221088" x="7285038" y="4918075"/>
          <p14:tracePt t="221131" x="7235825" y="4918075"/>
          <p14:tracePt t="221155" x="7185025" y="4918075"/>
          <p14:tracePt t="221178" x="7123113" y="4943475"/>
          <p14:tracePt t="221207" x="7072313" y="4968875"/>
          <p14:tracePt t="221232" x="7072313" y="4981575"/>
          <p14:tracePt t="221322" x="7046913" y="4981575"/>
          <p14:tracePt t="221366" x="7046913" y="4968875"/>
          <p14:tracePt t="221442" x="7034213" y="4956175"/>
          <p14:tracePt t="221469" x="7034213" y="4930775"/>
          <p14:tracePt t="221495" x="7034213" y="4918075"/>
          <p14:tracePt t="221728" x="7021513" y="4905375"/>
          <p14:tracePt t="221820" x="6997700" y="4905375"/>
          <p14:tracePt t="221843" x="6985000" y="4905375"/>
          <p14:tracePt t="221875" x="6846888" y="4930775"/>
          <p14:tracePt t="221899" x="6734175" y="4968875"/>
          <p14:tracePt t="221918" x="6659563" y="4968875"/>
          <p14:tracePt t="221944" x="6308725" y="5018088"/>
          <p14:tracePt t="221970" x="5983288" y="5105400"/>
          <p14:tracePt t="221999" x="5519738" y="5218113"/>
          <p14:tracePt t="222024" x="5145088" y="5343525"/>
          <p14:tracePt t="222049" x="4781550" y="5443538"/>
          <p14:tracePt t="222073" x="4556125" y="5518150"/>
          <p14:tracePt t="222101" x="4494213" y="5530850"/>
          <p14:tracePt t="222233" x="4518025" y="5530850"/>
          <p14:tracePt t="222258" x="4530725" y="5530850"/>
          <p14:tracePt t="222286" x="4530725" y="5507038"/>
          <p14:tracePt t="222308" x="4530725" y="5494338"/>
          <p14:tracePt t="222576" x="4530725" y="5481638"/>
          <p14:tracePt t="222833" x="4543425" y="5456238"/>
          <p14:tracePt t="222905" x="4543425" y="5430838"/>
          <p14:tracePt t="222952" x="4543425" y="5418138"/>
          <p14:tracePt t="223068" x="4556125" y="5407025"/>
          <p14:tracePt t="223257" x="4568825" y="5381625"/>
          <p14:tracePt t="223277" x="4581525" y="5381625"/>
          <p14:tracePt t="223304" x="4594225" y="5356225"/>
          <p14:tracePt t="223371" x="4606925" y="5356225"/>
          <p14:tracePt t="223392" x="4606925" y="5343525"/>
          <p14:tracePt t="223420" x="4619625" y="5330825"/>
          <p14:tracePt t="223442" x="4643438" y="5305425"/>
          <p14:tracePt t="223474" x="4656138" y="5281613"/>
          <p14:tracePt t="223498" x="4656138" y="5268913"/>
          <p14:tracePt t="223522" x="4656138" y="5256213"/>
          <p14:tracePt t="223613" x="4668838" y="5230813"/>
          <p14:tracePt t="223635" x="4681538" y="5218113"/>
          <p14:tracePt t="223661" x="4681538" y="5205413"/>
          <p14:tracePt t="224072" x="4681538" y="5194300"/>
          <p14:tracePt t="224179" x="4694238" y="5181600"/>
          <p14:tracePt t="224273" x="4706938" y="5181600"/>
          <p14:tracePt t="224335" x="4719638" y="5181600"/>
          <p14:tracePt t="224384" x="4732338" y="5181600"/>
          <p14:tracePt t="224755" x="4743450" y="5181600"/>
          <p14:tracePt t="224805" x="4756150" y="5181600"/>
          <p14:tracePt t="224824" x="4768850" y="5181600"/>
          <p14:tracePt t="224851" x="4794250" y="5168900"/>
          <p14:tracePt t="224899" x="4806950" y="5168900"/>
          <p14:tracePt t="224941" x="4819650" y="5168900"/>
          <p14:tracePt t="225056" x="4832350" y="5118100"/>
          <p14:tracePt t="225244" x="4843463" y="5105400"/>
          <p14:tracePt t="225479" x="4856163" y="5105400"/>
          <p14:tracePt t="225504" x="4868863" y="5105400"/>
          <p14:tracePt t="225781" x="4906963" y="5105400"/>
          <p14:tracePt t="225804" x="4919663" y="5105400"/>
          <p14:tracePt t="225826" x="4956175" y="5105400"/>
          <p14:tracePt t="225850" x="4981575" y="5105400"/>
          <p14:tracePt t="225873" x="5019675" y="5105400"/>
          <p14:tracePt t="225899" x="5045075" y="5105400"/>
          <p14:tracePt t="225925" x="5057775" y="5118100"/>
          <p14:tracePt t="226264" x="5081588" y="5168900"/>
          <p14:tracePt t="226283" x="5094288" y="5181600"/>
          <p14:tracePt t="226314" x="5094288" y="5194300"/>
          <p14:tracePt t="226989" x="5119688" y="5218113"/>
          <p14:tracePt t="227013" x="5170488" y="5218113"/>
          <p14:tracePt t="227034" x="5181600" y="5218113"/>
          <p14:tracePt t="227078" x="5194300" y="5218113"/>
          <p14:tracePt t="227100" x="5245100" y="5218113"/>
          <p14:tracePt t="227130" x="5332413" y="5256213"/>
          <p14:tracePt t="227154" x="5370513" y="5268913"/>
          <p14:tracePt t="227159" x="5383213" y="5281613"/>
          <p14:tracePt t="227184" x="5419725" y="5330825"/>
          <p14:tracePt t="227342" x="5432425" y="5343525"/>
          <p14:tracePt t="227344" x="5457825" y="5343525"/>
          <p14:tracePt t="227367" x="5457825" y="5281613"/>
          <p14:tracePt t="227390" x="5483225" y="5243513"/>
          <p14:tracePt t="227391" x="5483225" y="5230813"/>
          <p14:tracePt t="227413" x="5495925" y="5218113"/>
          <p14:tracePt t="227436" x="5507038" y="5194300"/>
          <p14:tracePt t="227482" x="5519738" y="5194300"/>
          <p14:tracePt t="227532" x="5519738" y="5181600"/>
          <p14:tracePt t="227552" x="5532438" y="5168900"/>
          <p14:tracePt t="227623" x="5545138" y="5181600"/>
          <p14:tracePt t="228058" x="5545138" y="5168900"/>
          <p14:tracePt t="228085" x="5545138" y="5143500"/>
          <p14:tracePt t="228117" x="5519738" y="5105400"/>
          <p14:tracePt t="228138" x="5457825" y="5081588"/>
          <p14:tracePt t="228165" x="5370513" y="5043488"/>
          <p14:tracePt t="228185" x="5332413" y="5005388"/>
          <p14:tracePt t="228211" x="5132388" y="4918075"/>
          <p14:tracePt t="228231" x="4781550" y="4768850"/>
          <p14:tracePt t="228257" x="4443413" y="4579938"/>
          <p14:tracePt t="228284" x="4117975" y="4330700"/>
          <p14:tracePt t="228311" x="3341688" y="3916363"/>
          <p14:tracePt t="228312" x="3041650" y="3741738"/>
          <p14:tracePt t="228331" x="2441575" y="3454400"/>
          <p14:tracePt t="228356" x="1965325" y="3254375"/>
          <p14:tracePt t="228383" x="1765300" y="3141663"/>
          <p14:tracePt t="228411" x="1714500" y="3103563"/>
          <p14:tracePt t="228428" x="1714500" y="3090863"/>
          <p14:tracePt t="228586" x="1752600" y="3041650"/>
          <p14:tracePt t="228609" x="1839913" y="2965450"/>
          <p14:tracePt t="228632" x="2065338" y="2752725"/>
          <p14:tracePt t="228653" x="2216150" y="2627313"/>
          <p14:tracePt t="228687" x="2654300" y="2303463"/>
          <p14:tracePt t="228709" x="2728913" y="2252663"/>
          <p14:tracePt t="228732" x="2916238" y="2101850"/>
          <p14:tracePt t="228753" x="3041650" y="2014538"/>
          <p14:tracePt t="228785" x="3179763" y="1939925"/>
          <p14:tracePt t="228808" x="3241675" y="1939925"/>
          <p14:tracePt t="228832" x="3279775" y="1927225"/>
          <p14:tracePt t="228853" x="3305175" y="1927225"/>
          <p14:tracePt t="228882" x="3354388" y="1939925"/>
          <p14:tracePt t="228908" x="3405188" y="1952625"/>
          <p14:tracePt t="228940" x="3579813" y="2039938"/>
          <p14:tracePt t="228966" x="3779838" y="2101850"/>
          <p14:tracePt t="228989" x="3956050" y="2201863"/>
          <p14:tracePt t="229013" x="4043363" y="2290763"/>
          <p14:tracePt t="229035" x="4105275" y="2365375"/>
          <p14:tracePt t="229061" x="4156075" y="2439988"/>
          <p14:tracePt t="229064" x="4156075" y="2465388"/>
          <p14:tracePt t="229088" x="4181475" y="2552700"/>
          <p14:tracePt t="229116" x="4181475" y="2616200"/>
          <p14:tracePt t="229135" x="4168775" y="2652713"/>
          <p14:tracePt t="229135" x="4168775" y="2665413"/>
          <p14:tracePt t="229161" x="4156075" y="2690813"/>
          <p14:tracePt t="229186" x="4117975" y="2728913"/>
          <p14:tracePt t="229214" x="4056063" y="2752725"/>
          <p14:tracePt t="229215" x="4043363" y="2765425"/>
          <p14:tracePt t="229235" x="4005263" y="2803525"/>
          <p14:tracePt t="229260" x="3943350" y="2828925"/>
          <p14:tracePt t="229286" x="3905250" y="2852738"/>
          <p14:tracePt t="229314" x="3817938" y="2916238"/>
          <p14:tracePt t="229334" x="3792538" y="2928938"/>
          <p14:tracePt t="229361" x="3717925" y="2941638"/>
          <p14:tracePt t="229386" x="3667125" y="2965450"/>
          <p14:tracePt t="229414" x="3567113" y="2965450"/>
          <p14:tracePt t="229434" x="3441700" y="2878138"/>
          <p14:tracePt t="229459" x="3317875" y="2716213"/>
          <p14:tracePt t="229488" x="3003550" y="2403475"/>
          <p14:tracePt t="229515" x="2728913" y="2078038"/>
          <p14:tracePt t="229535" x="2541588" y="1852613"/>
          <p14:tracePt t="229562" x="2452688" y="1765300"/>
          <p14:tracePt t="229587" x="2428875" y="1676400"/>
          <p14:tracePt t="229615" x="2403475" y="1639888"/>
          <p14:tracePt t="229634" x="2403475" y="1614488"/>
          <p14:tracePt t="229662" x="2403475" y="1601788"/>
          <p14:tracePt t="229687" x="2403475" y="1563688"/>
          <p14:tracePt t="229714" x="2403475" y="1514475"/>
          <p14:tracePt t="229734" x="2416175" y="1501775"/>
          <p14:tracePt t="229735" x="2441575" y="1476375"/>
          <p14:tracePt t="229759" x="2490788" y="1450975"/>
          <p14:tracePt t="229786" x="2578100" y="1414463"/>
          <p14:tracePt t="229814" x="2616200" y="1363663"/>
          <p14:tracePt t="229815" x="2628900" y="1350963"/>
          <p14:tracePt t="229835" x="2678113" y="1327150"/>
          <p14:tracePt t="229864" x="2767013" y="1276350"/>
          <p14:tracePt t="229891" x="2816225" y="1238250"/>
          <p14:tracePt t="229920" x="2916238" y="1201738"/>
          <p14:tracePt t="229943" x="3028950" y="1201738"/>
          <p14:tracePt t="229970" x="3116263" y="1201738"/>
          <p14:tracePt t="229996" x="3241675" y="1238250"/>
          <p14:tracePt t="230022" x="3354388" y="1289050"/>
          <p14:tracePt t="230042" x="3492500" y="1339850"/>
          <p14:tracePt t="230078" x="3605213" y="1414463"/>
          <p14:tracePt t="230711" x="3579813" y="1439863"/>
          <p14:tracePt t="230712" x="3517900" y="1450975"/>
          <p14:tracePt t="230736" x="3392488" y="1450975"/>
          <p14:tracePt t="230764" x="3341688" y="1450975"/>
          <p14:tracePt t="230852" x="3328988" y="1439863"/>
          <p14:tracePt t="230876" x="3305175" y="1401763"/>
          <p14:tracePt t="230899" x="3305175" y="1289050"/>
          <p14:tracePt t="230924" x="3305175" y="1263650"/>
          <p14:tracePt t="231085" x="3341688" y="1276350"/>
          <p14:tracePt t="231106" x="3341688" y="1289050"/>
          <p14:tracePt t="231242" x="3354388" y="1289050"/>
          <p14:tracePt t="231289" x="3367088" y="1363663"/>
          <p14:tracePt t="231314" x="3392488" y="1450975"/>
          <p14:tracePt t="231338" x="3454400" y="1563688"/>
          <p14:tracePt t="231360" x="3567113" y="1676400"/>
          <p14:tracePt t="231391" x="3717925" y="1789113"/>
          <p14:tracePt t="231417" x="3968750" y="1852613"/>
          <p14:tracePt t="231441" x="4394200" y="1852613"/>
          <p14:tracePt t="231463" x="4694238" y="1852613"/>
          <p14:tracePt t="231493" x="4794250" y="1852613"/>
          <p14:tracePt t="231517" x="4856163" y="1852613"/>
          <p14:tracePt t="231546" x="4919663" y="1676400"/>
          <p14:tracePt t="231570" x="5057775" y="1376363"/>
          <p14:tracePt t="231595" x="5470525" y="738188"/>
          <p14:tracePt t="231972" x="3679825" y="312738"/>
          <p14:tracePt t="231993" x="3592513" y="550863"/>
          <p14:tracePt t="232022" x="3454400" y="876300"/>
          <p14:tracePt t="232023" x="3441700" y="1025525"/>
          <p14:tracePt t="232048" x="3216275" y="1652588"/>
          <p14:tracePt t="232075" x="3054350" y="2278063"/>
          <p14:tracePt t="232094" x="3054350" y="2803525"/>
          <p14:tracePt t="232095" x="3054350" y="2965450"/>
          <p14:tracePt t="232121" x="3141663" y="3479800"/>
          <p14:tracePt t="232142" x="3254375" y="3854450"/>
          <p14:tracePt t="232143" x="3392488" y="4029075"/>
          <p14:tracePt t="232168" x="3667125" y="4418013"/>
          <p14:tracePt t="232194" x="3917950" y="4618038"/>
          <p14:tracePt t="232220" x="4205288" y="4743450"/>
          <p14:tracePt t="232239" x="4494213" y="4792663"/>
          <p14:tracePt t="232264" x="4843463" y="4868863"/>
          <p14:tracePt t="232292" x="5307013" y="4892675"/>
          <p14:tracePt t="232321" x="5708650" y="4918075"/>
          <p14:tracePt t="232346" x="5845175" y="4918075"/>
          <p14:tracePt t="232374" x="5983288" y="4868863"/>
          <p14:tracePt t="232375" x="6034088" y="4818063"/>
          <p14:tracePt t="232394" x="6121400" y="4718050"/>
          <p14:tracePt t="232422" x="6270625" y="4479925"/>
          <p14:tracePt t="232446" x="6421438" y="4241800"/>
          <p14:tracePt t="232447" x="6434138" y="4179888"/>
          <p14:tracePt t="232475" x="6483350" y="3979863"/>
          <p14:tracePt t="232496" x="6483350" y="3754438"/>
          <p14:tracePt t="232523" x="6483350" y="3467100"/>
          <p14:tracePt t="232543" x="6383338" y="3154363"/>
          <p14:tracePt t="232569" x="6221413" y="2916238"/>
          <p14:tracePt t="232595" x="6008688" y="2778125"/>
          <p14:tracePt t="232623" x="5719763" y="2652713"/>
          <p14:tracePt t="232643" x="5607050" y="2616200"/>
          <p14:tracePt t="232670" x="5570538" y="2616200"/>
          <p14:tracePt t="232696" x="5545138" y="2740025"/>
          <p14:tracePt t="232727" x="5545138" y="3216275"/>
          <p14:tracePt t="232730" x="5607050" y="3390900"/>
          <p14:tracePt t="232749" x="5708650" y="3716338"/>
          <p14:tracePt t="232776" x="6234113" y="4454525"/>
          <p14:tracePt t="232795" x="6659563" y="4768850"/>
          <p14:tracePt t="232824" x="7397750" y="5194300"/>
          <p14:tracePt t="232849" x="7685088" y="5268913"/>
          <p14:tracePt t="232876" x="7910513" y="5268913"/>
          <p14:tracePt t="232897" x="8048625" y="5168900"/>
          <p14:tracePt t="232925" x="8048625" y="5105400"/>
          <p14:tracePt t="232945" x="8048625" y="5030788"/>
          <p14:tracePt t="232972" x="8048625" y="4968875"/>
          <p14:tracePt t="232976" x="8048625" y="4930775"/>
          <p14:tracePt t="232999" x="8010525" y="4856163"/>
          <p14:tracePt t="232999" x="7974013" y="4805363"/>
          <p14:tracePt t="233026" x="7810500" y="4705350"/>
          <p14:tracePt t="233046" x="7735888" y="4667250"/>
          <p14:tracePt t="233047" x="7710488" y="4643438"/>
          <p14:tracePt t="233074" x="7697788" y="4630738"/>
          <p14:tracePt t="233099" x="7685088" y="4618038"/>
          <p14:tracePt t="233322" x="7673975" y="4618038"/>
          <p14:tracePt t="234428" x="7673975" y="4643438"/>
          <p14:tracePt t="235397" x="7673975" y="4656138"/>
          <p14:tracePt t="235446" x="7673975" y="4679950"/>
          <p14:tracePt t="235470" x="7673975" y="4705350"/>
          <p14:tracePt t="235471" x="7673975" y="4743450"/>
          <p14:tracePt t="235494" x="7673975" y="4779963"/>
          <p14:tracePt t="235495" x="7673975" y="4818063"/>
          <p14:tracePt t="235522" x="7673975" y="4918075"/>
          <p14:tracePt t="235550" x="7673975" y="5018088"/>
          <p14:tracePt t="235576" x="7697788" y="5105400"/>
          <p14:tracePt t="235597" x="7710488" y="5143500"/>
          <p14:tracePt t="235625" x="7710488" y="5156200"/>
          <p14:tracePt t="235651" x="7710488" y="5168900"/>
          <p14:tracePt t="236126" x="7710488" y="5181600"/>
          <p14:tracePt t="237011" x="7710488" y="5218113"/>
          <p14:tracePt t="237040" x="7623175" y="5443538"/>
          <p14:tracePt t="237064" x="7459663" y="5581650"/>
          <p14:tracePt t="237089" x="7246938" y="5707063"/>
          <p14:tracePt t="237114" x="7034213" y="5756275"/>
          <p14:tracePt t="237136" x="6784975" y="5756275"/>
          <p14:tracePt t="237160" x="6596063" y="5756275"/>
          <p14:tracePt t="237185" x="6508750" y="5668963"/>
          <p14:tracePt t="237214" x="6459538" y="5568950"/>
          <p14:tracePt t="237241" x="6434138" y="5330825"/>
          <p14:tracePt t="237265" x="6408738" y="5156200"/>
          <p14:tracePt t="237290" x="6408738" y="4930775"/>
          <p14:tracePt t="237313" x="6408738" y="4756150"/>
          <p14:tracePt t="237341" x="6572250" y="4567238"/>
          <p14:tracePt t="237346" x="6646863" y="4505325"/>
          <p14:tracePt t="237369" x="6797675" y="4292600"/>
          <p14:tracePt t="237395" x="6997700" y="4167188"/>
          <p14:tracePt t="237418" x="7159625" y="4079875"/>
          <p14:tracePt t="237450" x="7359650" y="3941763"/>
          <p14:tracePt t="237474" x="7523163" y="3905250"/>
          <p14:tracePt t="237500" x="7673975" y="3905250"/>
          <p14:tracePt t="237523" x="7935913" y="3979863"/>
          <p14:tracePt t="237549" x="8199438" y="4241800"/>
          <p14:tracePt t="237570" x="8412163" y="4454525"/>
          <p14:tracePt t="237602" x="8474075" y="4705350"/>
          <p14:tracePt t="237629" x="8412163" y="4892675"/>
          <p14:tracePt t="237633" x="8361363" y="4968875"/>
          <p14:tracePt t="237663" x="7785100" y="5156200"/>
          <p14:tracePt t="237698" x="7134225" y="5181600"/>
          <p14:tracePt t="237721" x="6846888" y="5081588"/>
          <p14:tracePt t="237753" x="6596063" y="4930775"/>
          <p14:tracePt t="237774" x="6534150" y="4856163"/>
          <p14:tracePt t="237804" x="6408738" y="4518025"/>
          <p14:tracePt t="237826" x="6383338" y="4292600"/>
          <p14:tracePt t="237856" x="6446838" y="4092575"/>
          <p14:tracePt t="237879" x="6508750" y="4017963"/>
          <p14:tracePt t="237880" x="6534150" y="4005263"/>
          <p14:tracePt t="237905" x="6634163" y="3954463"/>
          <p14:tracePt t="237928" x="6734175" y="3905250"/>
          <p14:tracePt t="237956" x="6821488" y="3867150"/>
          <p14:tracePt t="237977" x="6846888" y="3867150"/>
          <p14:tracePt t="238009" x="6897688" y="3867150"/>
          <p14:tracePt t="238035" x="6934200" y="3867150"/>
          <p14:tracePt t="238061" x="6997700" y="3867150"/>
          <p14:tracePt t="238087" x="7034213" y="3867150"/>
          <p14:tracePt t="238110" x="7046913" y="3867150"/>
          <p14:tracePt t="238135" x="7059613" y="3867150"/>
          <p14:tracePt t="238258" x="7085013" y="3867150"/>
          <p14:tracePt t="238816" x="7085013" y="3954463"/>
          <p14:tracePt t="238845" x="7146925" y="4079875"/>
          <p14:tracePt t="238869" x="7197725" y="4292600"/>
          <p14:tracePt t="238893" x="7285038" y="4592638"/>
          <p14:tracePt t="238917" x="7323138" y="4856163"/>
          <p14:tracePt t="238947" x="7310438" y="5092700"/>
          <p14:tracePt t="238972" x="7246938" y="5181600"/>
          <p14:tracePt t="238995" x="7210425" y="5205413"/>
          <p14:tracePt t="239020" x="7159625" y="5230813"/>
          <p14:tracePt t="239047" x="7123113" y="5230813"/>
          <p14:tracePt t="239079" x="7097713" y="5230813"/>
          <p14:tracePt t="239102" x="7085013" y="5230813"/>
          <p14:tracePt t="239151" x="7059613" y="5218113"/>
          <p14:tracePt t="239174" x="7034213" y="5194300"/>
          <p14:tracePt t="239176" x="7034213" y="5181600"/>
          <p14:tracePt t="239200" x="7034213" y="5118100"/>
          <p14:tracePt t="239225" x="7046913" y="5056188"/>
          <p14:tracePt t="239252" x="7072313" y="5005388"/>
          <p14:tracePt t="239277" x="7072313" y="4981575"/>
          <p14:tracePt t="239301" x="7097713" y="4968875"/>
          <p14:tracePt t="239326" x="7110413" y="4930775"/>
          <p14:tracePt t="239357" x="7123113" y="4918075"/>
          <p14:tracePt t="240560" x="7123113" y="4905375"/>
          <p14:tracePt t="240581" x="7123113" y="4892675"/>
          <p14:tracePt t="240693" x="7123113" y="4879975"/>
          <p14:tracePt t="240713" x="7123113" y="4856163"/>
          <p14:tracePt t="240737" x="7146925" y="4818063"/>
          <p14:tracePt t="240767" x="7159625" y="4792663"/>
          <p14:tracePt t="240792" x="7223125" y="4768850"/>
          <p14:tracePt t="240813" x="7272338" y="4743450"/>
          <p14:tracePt t="240841" x="7323138" y="4730750"/>
          <p14:tracePt t="240865" x="7335838" y="4730750"/>
          <p14:tracePt t="240890" x="7348538" y="4730750"/>
          <p14:tracePt t="240936" x="7359650" y="4718050"/>
          <p14:tracePt t="241857" x="7172325" y="4567238"/>
          <p14:tracePt t="241877" x="7072313" y="4467225"/>
          <p14:tracePt t="241880" x="7021513" y="4467225"/>
          <p14:tracePt t="241906" x="6846888" y="4354513"/>
          <p14:tracePt t="241931" x="6708775" y="4267200"/>
          <p14:tracePt t="241962" x="6634163" y="4205288"/>
          <p14:tracePt t="241987" x="6546850" y="4192588"/>
          <p14:tracePt t="242010" x="6496050" y="4192588"/>
          <p14:tracePt t="242036" x="6383338" y="4192588"/>
          <p14:tracePt t="242064" x="6259513" y="4330700"/>
          <p14:tracePt t="242088" x="6170613" y="4530725"/>
          <p14:tracePt t="242112" x="6157913" y="4792663"/>
          <p14:tracePt t="242137" x="6157913" y="4943475"/>
          <p14:tracePt t="242166" x="6270625" y="5068888"/>
          <p14:tracePt t="242190" x="6421438" y="5168900"/>
          <p14:tracePt t="242215" x="6459538" y="5168900"/>
          <p14:tracePt t="242240" x="6521450" y="5168900"/>
          <p14:tracePt t="242266" x="6572250" y="5081588"/>
          <p14:tracePt t="242288" x="6596063" y="4892675"/>
          <p14:tracePt t="242315" x="6596063" y="4605338"/>
          <p14:tracePt t="242340" x="6421438" y="4279900"/>
          <p14:tracePt t="242368" x="6146800" y="3892550"/>
          <p14:tracePt t="242394" x="5845175" y="3716338"/>
          <p14:tracePt t="242416" x="5583238" y="3629025"/>
          <p14:tracePt t="242442" x="5345113" y="3579813"/>
          <p14:tracePt t="242467" x="5281613" y="3579813"/>
          <p14:tracePt t="242491" x="5194300" y="3641725"/>
          <p14:tracePt t="242516" x="5157788" y="3854450"/>
          <p14:tracePt t="242542" x="5157788" y="4092575"/>
          <p14:tracePt t="242543" x="5181600" y="4154488"/>
          <p14:tracePt t="242569" x="5370513" y="4405313"/>
          <p14:tracePt t="242594" x="5545138" y="4630738"/>
          <p14:tracePt t="242618" x="5632450" y="4718050"/>
          <p14:tracePt t="242644" x="5670550" y="4743450"/>
          <p14:tracePt t="242669" x="5670550" y="4756150"/>
          <p14:tracePt t="242979" x="5670550" y="4743450"/>
          <p14:tracePt t="243068" x="5670550" y="4730750"/>
          <p14:tracePt t="243088" x="5670550" y="4718050"/>
          <p14:tracePt t="243136" x="5632450" y="4679950"/>
          <p14:tracePt t="243163" x="5595938" y="4643438"/>
          <p14:tracePt t="243187" x="5545138" y="4605338"/>
          <p14:tracePt t="243216" x="5419725" y="4543425"/>
          <p14:tracePt t="243241" x="5332413" y="4530725"/>
          <p14:tracePt t="243264" x="5270500" y="4518025"/>
          <p14:tracePt t="243289" x="5232400" y="4518025"/>
          <p14:tracePt t="243317" x="5207000" y="4530725"/>
          <p14:tracePt t="243344" x="5207000" y="4630738"/>
          <p14:tracePt t="243365" x="5232400" y="4756150"/>
          <p14:tracePt t="243368" x="5281613" y="4805363"/>
          <p14:tracePt t="243390" x="5383213" y="4943475"/>
          <p14:tracePt t="243392" x="5407025" y="4992688"/>
          <p14:tracePt t="243419" x="5470525" y="5056188"/>
          <p14:tracePt t="243470" x="5483225" y="5068888"/>
          <p14:tracePt t="243490" x="5495925" y="5081588"/>
          <p14:tracePt t="243565" x="5507038" y="5068888"/>
          <p14:tracePt t="243617" x="5519738" y="5056188"/>
          <p14:tracePt t="244090" x="5519738" y="5030788"/>
          <p14:tracePt t="244114" x="5519738" y="5005388"/>
          <p14:tracePt t="244138" x="5519738" y="4930775"/>
          <p14:tracePt t="244160" x="5519738" y="4868863"/>
          <p14:tracePt t="244205" x="5532438" y="4692650"/>
          <p14:tracePt t="244226" x="5532438" y="4618038"/>
          <p14:tracePt t="244254" x="5532438" y="4579938"/>
          <p14:tracePt t="244258" x="5532438" y="4567238"/>
          <p14:tracePt t="244280" x="5532438" y="4554538"/>
          <p14:tracePt t="244306" x="5532438" y="4505325"/>
          <p14:tracePt t="244327" x="5583238" y="4454525"/>
          <p14:tracePt t="244355" x="5670550" y="4367213"/>
          <p14:tracePt t="244377" x="5745163" y="4292600"/>
          <p14:tracePt t="244404" x="5870575" y="4167188"/>
          <p14:tracePt t="244430" x="6121400" y="3892550"/>
          <p14:tracePt t="244431" x="6183313" y="3779838"/>
          <p14:tracePt t="244458" x="6646863" y="3141663"/>
          <p14:tracePt t="244481" x="6910388" y="2540000"/>
          <p14:tracePt t="244511" x="7072313" y="2139950"/>
          <p14:tracePt t="244513" x="7072313" y="1989138"/>
          <p14:tracePt t="244536" x="7123113" y="1501775"/>
          <p14:tracePt t="244562" x="7085013" y="1038225"/>
          <p14:tracePt t="244582" x="7034213" y="812800"/>
          <p14:tracePt t="244583" x="7010400" y="750888"/>
          <p14:tracePt t="244610" x="6997700" y="712788"/>
          <p14:tracePt t="244631" x="6910388" y="676275"/>
          <p14:tracePt t="244663" x="6846888" y="938213"/>
          <p14:tracePt t="244710" x="6559550" y="1865313"/>
          <p14:tracePt t="244712" x="6459538" y="2178050"/>
          <p14:tracePt t="244732" x="6270625" y="2678113"/>
          <p14:tracePt t="244765" x="6146800" y="2828925"/>
          <p14:tracePt t="244856" x="5795963" y="3141663"/>
          <p14:tracePt t="244876" x="5507038" y="3692525"/>
          <p14:tracePt t="244903" x="5383213" y="4141788"/>
          <p14:tracePt t="244925" x="5394325" y="4230688"/>
          <p14:tracePt t="244955" x="5583238" y="4241800"/>
          <p14:tracePt t="244983" x="6721475" y="3429000"/>
          <p14:tracePt t="245010" x="8312150" y="2201863"/>
          <p14:tracePt t="245033" x="10639425" y="338138"/>
          <p14:tracePt t="245337" x="11541125" y="2078038"/>
          <p14:tracePt t="245370" x="11115675" y="2503488"/>
          <p14:tracePt t="245391" x="10977563" y="2752725"/>
          <p14:tracePt t="245419" x="10877550" y="2990850"/>
          <p14:tracePt t="245439" x="10752138" y="3141663"/>
          <p14:tracePt t="245472" x="10590213" y="3203575"/>
          <p14:tracePt t="245495" x="10477500" y="3203575"/>
          <p14:tracePt t="245520" x="10088563" y="3216275"/>
          <p14:tracePt t="245541" x="9726613" y="3216275"/>
          <p14:tracePt t="245545" x="9525000" y="3216275"/>
          <p14:tracePt t="245575" x="8899525" y="3216275"/>
          <p14:tracePt t="245602" x="8812213" y="3216275"/>
          <p14:tracePt t="245628" x="8799513" y="3216275"/>
          <p14:tracePt t="245712" x="8799513" y="3190875"/>
          <p14:tracePt t="245731" x="8799513" y="3178175"/>
          <p14:tracePt t="245763" x="8799513" y="3165475"/>
          <p14:tracePt t="245784" x="8799513" y="3141663"/>
          <p14:tracePt t="245811" x="8799513" y="3128963"/>
          <p14:tracePt t="245903" x="8799513" y="3116263"/>
          <p14:tracePt t="246077" x="8799513" y="3090863"/>
          <p14:tracePt t="246098" x="8774113" y="3065463"/>
          <p14:tracePt t="246124" x="8774113" y="3054350"/>
          <p14:tracePt t="246146" x="8774113" y="3028950"/>
          <p14:tracePt t="246266" x="8374063" y="3116263"/>
          <p14:tracePt t="246285" x="8312150" y="3154363"/>
          <p14:tracePt t="246420" x="7986713" y="4079875"/>
          <p14:tracePt t="246443" x="7561263" y="4756150"/>
          <p14:tracePt t="246469" x="7410450" y="5105400"/>
          <p14:tracePt t="246489" x="7297738" y="5330825"/>
          <p14:tracePt t="246515" x="7259638" y="5356225"/>
          <p14:tracePt t="246536" x="7197725" y="5356225"/>
          <p14:tracePt t="246569" x="7021513" y="5143500"/>
          <p14:tracePt t="246617" x="6496050" y="4768850"/>
          <p14:tracePt t="246639" x="6383338" y="4679950"/>
          <p14:tracePt t="246640" x="6321425" y="4630738"/>
          <p14:tracePt t="246671" x="6134100" y="4379913"/>
          <p14:tracePt t="246696" x="6057900" y="4129088"/>
          <p14:tracePt t="246720" x="6021388" y="3892550"/>
          <p14:tracePt t="246745" x="5970588" y="3729038"/>
          <p14:tracePt t="246771" x="5945188" y="3616325"/>
          <p14:tracePt t="246798" x="5921375" y="3490913"/>
          <p14:tracePt t="246826" x="5895975" y="3290888"/>
          <p14:tracePt t="246849" x="5895975" y="3090863"/>
          <p14:tracePt t="246872" x="5908675" y="2965450"/>
          <p14:tracePt t="246897" x="5932488" y="2865438"/>
          <p14:tracePt t="246921" x="5945188" y="2803525"/>
          <p14:tracePt t="246947" x="5995988" y="2752725"/>
          <p14:tracePt t="246981" x="6108700" y="2703513"/>
          <p14:tracePt t="247011" x="6183313" y="2690813"/>
          <p14:tracePt t="247105" x="6259513" y="2690813"/>
          <p14:tracePt t="247126" x="6346825" y="2740025"/>
          <p14:tracePt t="247127" x="6421438" y="2790825"/>
          <p14:tracePt t="247150" x="6546850" y="2890838"/>
          <p14:tracePt t="247151" x="6634163" y="2965450"/>
          <p14:tracePt t="247178" x="6897688" y="3165475"/>
          <p14:tracePt t="247202" x="6972300" y="3254375"/>
          <p14:tracePt t="247232" x="7046913" y="3367088"/>
          <p14:tracePt t="247259" x="7046913" y="3441700"/>
          <p14:tracePt t="247277" x="7046913" y="3490913"/>
          <p14:tracePt t="247303" x="7010400" y="3603625"/>
          <p14:tracePt t="247331" x="6921500" y="3692525"/>
          <p14:tracePt t="247357" x="6797675" y="3767138"/>
          <p14:tracePt t="247378" x="6646863" y="3854450"/>
          <p14:tracePt t="247402" x="6434138" y="3905250"/>
          <p14:tracePt t="247432" x="6157913" y="3941763"/>
          <p14:tracePt t="247458" x="6057900" y="3941763"/>
          <p14:tracePt t="247479" x="5995988" y="3905250"/>
          <p14:tracePt t="247503" x="5983288" y="3841750"/>
          <p14:tracePt t="247532" x="5957888" y="3703638"/>
          <p14:tracePt t="247559" x="5945188" y="3590925"/>
          <p14:tracePt t="247560" x="5945188" y="3567113"/>
          <p14:tracePt t="247580" x="5945188" y="3516313"/>
          <p14:tracePt t="247605" x="5945188" y="3429000"/>
          <p14:tracePt t="247632" x="5945188" y="3316288"/>
          <p14:tracePt t="247659" x="5970588" y="3241675"/>
          <p14:tracePt t="247680" x="6008688" y="3165475"/>
          <p14:tracePt t="247703" x="6034088" y="3141663"/>
          <p14:tracePt t="247734" x="6045200" y="3116263"/>
          <p14:tracePt t="247762" x="6070600" y="3078163"/>
          <p14:tracePt t="247833" x="6083300" y="3054350"/>
          <p14:tracePt t="247882" x="6096000" y="3054350"/>
          <p14:tracePt t="247932" x="6108700" y="3041650"/>
          <p14:tracePt t="247954" x="6108700" y="3028950"/>
          <p14:tracePt t="247960" x="6134100" y="3016250"/>
          <p14:tracePt t="247981" x="6134100" y="3003550"/>
          <p14:tracePt t="248009" x="6183313" y="2978150"/>
          <p14:tracePt t="248036" x="6221413" y="2965450"/>
          <p14:tracePt t="248064" x="6283325" y="2916238"/>
          <p14:tracePt t="248085" x="6321425" y="2890838"/>
          <p14:tracePt t="248112" x="6346825" y="2878138"/>
          <p14:tracePt t="248165" x="6359525" y="2878138"/>
          <p14:tracePt t="248214" x="6370638" y="2878138"/>
          <p14:tracePt t="248329" x="6383338" y="2878138"/>
          <p14:tracePt t="248481" x="6408738" y="2916238"/>
          <p14:tracePt t="248501" x="6408738" y="2928938"/>
          <p14:tracePt t="248532" x="6421438" y="2978150"/>
          <p14:tracePt t="248557" x="6421438" y="3003550"/>
          <p14:tracePt t="248581" x="6434138" y="3028950"/>
          <p14:tracePt t="248603" x="6434138" y="3065463"/>
          <p14:tracePt t="248635" x="6459538" y="3165475"/>
          <p14:tracePt t="248662" x="6472238" y="3290888"/>
          <p14:tracePt t="248685" x="6508750" y="3479800"/>
          <p14:tracePt t="248706" x="6546850" y="3679825"/>
          <p14:tracePt t="248739" x="6572250" y="3954463"/>
          <p14:tracePt t="248766" x="6559550" y="4041775"/>
          <p14:tracePt t="248790" x="6508750" y="4129088"/>
          <p14:tracePt t="248792" x="6508750" y="4141788"/>
          <p14:tracePt t="248816" x="6459538" y="4192588"/>
          <p14:tracePt t="248842" x="6408738" y="4230688"/>
          <p14:tracePt t="248870" x="6359525" y="4241800"/>
          <p14:tracePt t="248894" x="6283325" y="4241800"/>
          <p14:tracePt t="248895" x="6270625" y="4241800"/>
          <p14:tracePt t="248925" x="6234113" y="4241800"/>
          <p14:tracePt t="248952" x="6221413" y="4192588"/>
          <p14:tracePt t="248975" x="6221413" y="4154488"/>
          <p14:tracePt t="249021" x="6221413" y="4105275"/>
          <p14:tracePt t="249069" x="6221413" y="4092575"/>
          <p14:tracePt t="249089" x="6221413" y="4079875"/>
          <p14:tracePt t="249114" x="6246813" y="4067175"/>
          <p14:tracePt t="249140" x="6259513" y="4067175"/>
          <p14:tracePt t="249168" x="6283325" y="4067175"/>
          <p14:tracePt t="249190" x="6296025" y="4067175"/>
          <p14:tracePt t="249216" x="6321425" y="4067175"/>
          <p14:tracePt t="249237" x="6334125" y="4067175"/>
          <p14:tracePt t="249263" x="6346825" y="4067175"/>
          <p14:tracePt t="249288" x="6346825" y="4092575"/>
          <p14:tracePt t="249313" x="6346825" y="4129088"/>
          <p14:tracePt t="249339" x="6346825" y="4167188"/>
          <p14:tracePt t="249366" x="6334125" y="4230688"/>
          <p14:tracePt t="249386" x="6234113" y="4279900"/>
          <p14:tracePt t="249414" x="6108700" y="4330700"/>
          <p14:tracePt t="249415" x="6083300" y="4341813"/>
          <p14:tracePt t="249442" x="6021388" y="4341813"/>
          <p14:tracePt t="249471" x="5995988" y="4341813"/>
          <p14:tracePt t="249518" x="5970588" y="4341813"/>
          <p14:tracePt t="249543" x="5970588" y="4330700"/>
          <p14:tracePt t="249571" x="5970588" y="4279900"/>
          <p14:tracePt t="249615" x="5970588" y="4254500"/>
          <p14:tracePt t="249662" x="5983288" y="4241800"/>
          <p14:tracePt t="249687" x="6021388" y="4230688"/>
          <p14:tracePt t="249715" x="6034088" y="4217988"/>
          <p14:tracePt t="249742" x="6070600" y="4205288"/>
          <p14:tracePt t="249768" x="6083300" y="4205288"/>
          <p14:tracePt t="249787" x="6096000" y="4192588"/>
          <p14:tracePt t="249814" x="6108700" y="4179888"/>
          <p14:tracePt t="249912" x="6121400" y="4179888"/>
          <p14:tracePt t="250149" x="6134100" y="4179888"/>
          <p14:tracePt t="250174" x="6170613" y="4254500"/>
          <p14:tracePt t="250175" x="6183313" y="4279900"/>
          <p14:tracePt t="250198" x="6221413" y="4354513"/>
          <p14:tracePt t="250200" x="6221413" y="4379913"/>
          <p14:tracePt t="250230" x="6259513" y="4492625"/>
          <p14:tracePt t="250232" x="6270625" y="4505325"/>
          <p14:tracePt t="250255" x="6270625" y="4579938"/>
          <p14:tracePt t="250287" x="6270625" y="4605338"/>
          <p14:tracePt t="250394" x="6270625" y="4618038"/>
          <p14:tracePt t="250417" x="6259513" y="4618038"/>
          <p14:tracePt t="250441" x="6234113" y="4618038"/>
          <p14:tracePt t="250466" x="6221413" y="4618038"/>
          <p14:tracePt t="250585" x="6208713" y="4618038"/>
          <p14:tracePt t="250604" x="6208713" y="4643438"/>
          <p14:tracePt t="250635" x="6196013" y="4643438"/>
          <p14:tracePt t="251090" x="6196013" y="4630738"/>
          <p14:tracePt t="251113" x="6196013" y="4618038"/>
          <p14:tracePt t="251445" x="6196013" y="4592638"/>
          <p14:tracePt t="251471" x="6196013" y="4579938"/>
          <p14:tracePt t="252492" x="6196013" y="4554538"/>
          <p14:tracePt t="252593" x="6196013" y="4543425"/>
          <p14:tracePt t="252694" x="6196013" y="4518025"/>
          <p14:tracePt t="253020" x="6196013" y="4505325"/>
          <p14:tracePt t="253045" x="6196013" y="4492625"/>
          <p14:tracePt t="253074" x="6196013" y="4443413"/>
          <p14:tracePt t="253099" x="6208713" y="4430713"/>
          <p14:tracePt t="253144" x="6208713" y="4405313"/>
          <p14:tracePt t="257809" x="6208713" y="4392613"/>
          <p14:tracePt t="257906" x="6208713" y="4367213"/>
          <p14:tracePt t="257955" x="6196013" y="4354513"/>
          <p14:tracePt t="258095" x="6196013" y="4341813"/>
          <p14:tracePt t="258613" x="6196013" y="4330700"/>
          <p14:tracePt t="258637" x="6196013" y="4305300"/>
          <p14:tracePt t="258661" x="6196013" y="4292600"/>
          <p14:tracePt t="258685" x="6196013" y="4279900"/>
          <p14:tracePt t="258916" x="6183313" y="4279900"/>
          <p14:tracePt t="258968" x="6170613" y="4292600"/>
          <p14:tracePt t="258993" x="6157913" y="4292600"/>
          <p14:tracePt t="259021" x="6146800" y="4305300"/>
          <p14:tracePt t="259198" x="6121400" y="4330700"/>
          <p14:tracePt t="259838" x="6121400" y="4318000"/>
          <p14:tracePt t="259887" x="6121400" y="4305300"/>
          <p14:tracePt t="260971" x="6121400" y="4279900"/>
          <p14:tracePt t="260996" x="6121400" y="4254500"/>
          <p14:tracePt t="261023" x="6121400" y="4241800"/>
          <p14:tracePt t="266040" x="6121400" y="4217988"/>
          <p14:tracePt t="266064" x="6157913" y="4179888"/>
          <p14:tracePt t="266088" x="6259513" y="4129088"/>
          <p14:tracePt t="266113" x="6359525" y="4079875"/>
          <p14:tracePt t="266140" x="6483350" y="4041775"/>
          <p14:tracePt t="266166" x="6584950" y="4017963"/>
          <p14:tracePt t="266167" x="6608763" y="4017963"/>
          <p14:tracePt t="266192" x="6696075" y="3979863"/>
          <p14:tracePt t="266220" x="6734175" y="3979863"/>
          <p14:tracePt t="266224" x="6746875" y="3967163"/>
          <p14:tracePt t="266247" x="6772275" y="3954463"/>
          <p14:tracePt t="266274" x="6808788" y="3954463"/>
          <p14:tracePt t="266295" x="6859588" y="3929063"/>
          <p14:tracePt t="266326" x="6897688" y="3916363"/>
          <p14:tracePt t="266345" x="6910388" y="3916363"/>
          <p14:tracePt t="266478" x="6859588" y="3905250"/>
          <p14:tracePt t="266479" x="6746875" y="3905250"/>
          <p14:tracePt t="266505" x="6459538" y="3892550"/>
          <p14:tracePt t="266533" x="6183313" y="3941763"/>
          <p14:tracePt t="266557" x="5921375" y="4067175"/>
          <p14:tracePt t="266588" x="5657850" y="4192588"/>
          <p14:tracePt t="266612" x="5570538" y="4241800"/>
          <p14:tracePt t="266635" x="5495925" y="4279900"/>
          <p14:tracePt t="266660" x="5445125" y="4330700"/>
          <p14:tracePt t="266684" x="5383213" y="4354513"/>
          <p14:tracePt t="266711" x="5307013" y="4379913"/>
          <p14:tracePt t="266715" x="5281613" y="4392613"/>
          <p14:tracePt t="266739" x="5270500" y="4392613"/>
          <p14:tracePt t="266787" x="5257800" y="4392613"/>
          <p14:tracePt t="266812" x="5245100" y="4279900"/>
          <p14:tracePt t="266839" x="5245100" y="3941763"/>
          <p14:tracePt t="266863" x="5181600" y="3667125"/>
          <p14:tracePt t="266888" x="5157788" y="3403600"/>
          <p14:tracePt t="266917" x="5106988" y="3241675"/>
          <p14:tracePt t="266943" x="5081588" y="3128963"/>
          <p14:tracePt t="266970" x="5068888" y="3065463"/>
          <p14:tracePt t="267441" x="5057775" y="3078163"/>
          <p14:tracePt t="267493" x="5057775" y="3090863"/>
          <p14:tracePt t="267540" x="5045075" y="3116263"/>
          <p14:tracePt t="267633" x="5006975" y="3116263"/>
          <p14:tracePt t="267680" x="4994275" y="3116263"/>
          <p14:tracePt t="268125" x="4994275" y="3128963"/>
          <p14:tracePt t="268175" x="4956175" y="3278188"/>
          <p14:tracePt t="268198" x="4956175" y="3367088"/>
          <p14:tracePt t="268225" x="4945063" y="3467100"/>
          <p14:tracePt t="268246" x="4932363" y="3503613"/>
          <p14:tracePt t="268279" x="4906963" y="3567113"/>
          <p14:tracePt t="268302" x="4906963" y="3579813"/>
          <p14:tracePt t="268304" x="4894263" y="3579813"/>
          <p14:tracePt t="268415" x="4894263" y="3603625"/>
          <p14:tracePt t="269732" x="4868863" y="3629025"/>
          <p14:tracePt t="269753" x="4843463" y="3654425"/>
          <p14:tracePt t="269783" x="4832350" y="3654425"/>
          <p14:tracePt t="269787" x="4806950" y="3667125"/>
          <p14:tracePt t="269809" x="4781550" y="3692525"/>
          <p14:tracePt t="269837" x="4768850" y="3703638"/>
          <p14:tracePt t="269859" x="4743450" y="3729038"/>
          <p14:tracePt t="269887" x="4732338" y="3741738"/>
          <p14:tracePt t="269941" x="4719638" y="3754438"/>
          <p14:tracePt t="269963" x="4706938" y="3767138"/>
          <p14:tracePt t="270041" x="4694238" y="3767138"/>
          <p14:tracePt t="270597" x="4694238" y="3779838"/>
          <p14:tracePt t="272608" x="4694238" y="3792538"/>
          <p14:tracePt t="276284" x="4681538" y="3792538"/>
          <p14:tracePt t="276311" x="4681538" y="3779838"/>
          <p14:tracePt t="276359" x="4681538" y="3767138"/>
          <p14:tracePt t="276497" x="4681538" y="3754438"/>
          <p14:tracePt t="276542" x="4681538" y="3741738"/>
          <p14:tracePt t="276563" x="4681538" y="3729038"/>
          <p14:tracePt t="277275" x="4668838" y="3716338"/>
          <p14:tracePt t="277476" x="4656138" y="3729038"/>
          <p14:tracePt t="277546" x="4643438" y="3741738"/>
          <p14:tracePt t="277594" x="4643438" y="3754438"/>
          <p14:tracePt t="279032" x="4643438" y="3792538"/>
          <p14:tracePt t="280633" x="4656138" y="3803650"/>
          <p14:tracePt t="280661" x="5019675" y="3792538"/>
          <p14:tracePt t="280685" x="5357813" y="3741738"/>
          <p14:tracePt t="280710" x="5583238" y="3741738"/>
          <p14:tracePt t="280712" x="5645150" y="3729038"/>
          <p14:tracePt t="280734" x="5708650" y="3716338"/>
          <p14:tracePt t="280736" x="5732463" y="3716338"/>
          <p14:tracePt t="280765" x="5745163" y="3703638"/>
          <p14:tracePt t="280787" x="5757863" y="3703638"/>
          <p14:tracePt t="281376" x="5770563" y="3703638"/>
          <p14:tracePt t="281402" x="5770563" y="3692525"/>
          <p14:tracePt t="282965" x="5783263" y="3679825"/>
          <p14:tracePt t="283543" x="5783263" y="3667125"/>
          <p14:tracePt t="284425" x="5783263" y="3654425"/>
          <p14:tracePt t="284671" x="5795963" y="3654425"/>
          <p14:tracePt t="284787" x="5795963" y="3667125"/>
          <p14:tracePt t="284808" x="5795963" y="3679825"/>
          <p14:tracePt t="284840" x="5795963" y="3703638"/>
          <p14:tracePt t="284866" x="5795963" y="3716338"/>
          <p14:tracePt t="284891" x="5795963" y="3729038"/>
          <p14:tracePt t="284912" x="5795963" y="3741738"/>
          <p14:tracePt t="284969" x="5795963" y="3754438"/>
          <p14:tracePt t="285014" x="5795963" y="3767138"/>
          <p14:tracePt t="290803" x="5757863" y="3803650"/>
          <p14:tracePt t="290824" x="5432425" y="4292600"/>
          <p14:tracePt t="290851" x="5294313" y="4692650"/>
          <p14:tracePt t="290873" x="5219700" y="4968875"/>
          <p14:tracePt t="290901" x="5219700" y="5005388"/>
          <p14:tracePt t="290922" x="5181600" y="5092700"/>
          <p14:tracePt t="290958" x="5157788" y="5156200"/>
          <p14:tracePt t="290982" x="5094288" y="5230813"/>
          <p14:tracePt t="290985" x="5094288" y="5243513"/>
          <p14:tracePt t="291015" x="4868863" y="5394325"/>
          <p14:tracePt t="291039" x="4706938" y="5468938"/>
          <p14:tracePt t="291065" x="4494213" y="5530850"/>
          <p14:tracePt t="291093" x="4343400" y="5568950"/>
          <p14:tracePt t="291120" x="4156075" y="5630863"/>
          <p14:tracePt t="291144" x="3992563" y="5656263"/>
          <p14:tracePt t="291168" x="3756025" y="5719763"/>
          <p14:tracePt t="291196" x="3654425" y="5743575"/>
          <p14:tracePt t="291223" x="3605213" y="5743575"/>
          <p14:tracePt t="291331" x="3717925" y="5694363"/>
          <p14:tracePt t="291358" x="4056063" y="5507038"/>
          <p14:tracePt t="291359" x="4168775" y="5456238"/>
          <p14:tracePt t="291385" x="4268788" y="5407025"/>
          <p14:tracePt t="291503" x="4256088" y="5407025"/>
          <p14:tracePt t="291524" x="4243388" y="5394325"/>
          <p14:tracePt t="291551" x="4205288" y="5356225"/>
          <p14:tracePt t="291572" x="4181475" y="5343525"/>
          <p14:tracePt t="291605" x="4143375" y="5305425"/>
          <p14:tracePt t="291627" x="4068763" y="5281613"/>
          <p14:tracePt t="291655" x="3905250" y="5281613"/>
          <p14:tracePt t="291678" x="3817938" y="5281613"/>
          <p14:tracePt t="291705" x="3679825" y="5281613"/>
          <p14:tracePt t="291726" x="3667125" y="5281613"/>
          <p14:tracePt t="291844" x="3654425" y="5281613"/>
          <p14:tracePt t="292505" x="3654425" y="5268913"/>
          <p14:tracePt t="292525" x="3654425" y="5256213"/>
          <p14:tracePt t="292529" x="3654425" y="5243513"/>
          <p14:tracePt t="292558" x="3679825" y="5218113"/>
          <p14:tracePt t="292586" x="3730625" y="5156200"/>
          <p14:tracePt t="292613" x="3779838" y="5118100"/>
          <p14:tracePt t="292640" x="3817938" y="5105400"/>
          <p14:tracePt t="292800" x="3817938" y="5092700"/>
          <p14:tracePt t="292822" x="3817938" y="5081588"/>
          <p14:tracePt t="292850" x="3792538" y="5043488"/>
          <p14:tracePt t="292871" x="3730625" y="5005388"/>
          <p14:tracePt t="292898" x="3643313" y="5005388"/>
          <p14:tracePt t="292919" x="3567113" y="5005388"/>
          <p14:tracePt t="292957" x="3492500" y="5030788"/>
          <p14:tracePt t="292982" x="3467100" y="5081588"/>
          <p14:tracePt t="292983" x="3441700" y="5092700"/>
          <p14:tracePt t="293015" x="3441700" y="5143500"/>
          <p14:tracePt t="293037" x="3441700" y="5156200"/>
          <p14:tracePt t="293065" x="3429000" y="5168900"/>
          <p14:tracePt t="293139" x="3429000" y="5181600"/>
          <p14:tracePt t="293162" x="3692525" y="5081588"/>
          <p14:tracePt t="293188" x="4156075" y="4879975"/>
          <p14:tracePt t="293216" x="4643438" y="4679950"/>
          <p14:tracePt t="293243" x="4681538" y="4656138"/>
          <p14:tracePt t="293265" x="4656138" y="4618038"/>
          <p14:tracePt t="293291" x="4630738" y="4592638"/>
          <p14:tracePt t="293314" x="4606925" y="4554538"/>
          <p14:tracePt t="293343" x="4581525" y="4543425"/>
          <p14:tracePt t="293345" x="4568825" y="4530725"/>
          <p14:tracePt t="293368" x="4530725" y="4518025"/>
          <p14:tracePt t="293402" x="4443413" y="4505325"/>
          <p14:tracePt t="293425" x="4243388" y="4505325"/>
          <p14:tracePt t="293454" x="4005263" y="4530725"/>
          <p14:tracePt t="293475" x="3792538" y="4592638"/>
          <p14:tracePt t="293479" x="3730625" y="4618038"/>
          <p14:tracePt t="293507" x="3541713" y="4705350"/>
          <p14:tracePt t="293534" x="3379788" y="4830763"/>
          <p14:tracePt t="293559" x="3179763" y="5018088"/>
          <p14:tracePt t="293584" x="3016250" y="5118100"/>
          <p14:tracePt t="293614" x="2967038" y="5168900"/>
          <p14:tracePt t="293639" x="2916238" y="5230813"/>
          <p14:tracePt t="293663" x="2890838" y="5256213"/>
          <p14:tracePt t="293690" x="2890838" y="5268913"/>
          <p14:tracePt t="293711" x="2867025" y="5281613"/>
          <p14:tracePt t="293853" x="2879725" y="5281613"/>
          <p14:tracePt t="293874" x="2890838" y="5256213"/>
          <p14:tracePt t="293879" x="2890838" y="5243513"/>
          <p14:tracePt t="293906" x="2941638" y="5194300"/>
          <p14:tracePt t="293936" x="3016250" y="5118100"/>
          <p14:tracePt t="293962" x="3067050" y="5092700"/>
          <p14:tracePt t="293986" x="3079750" y="5092700"/>
          <p14:tracePt t="294015" x="3092450" y="5092700"/>
          <p14:tracePt t="294040" x="3116263" y="5068888"/>
          <p14:tracePt t="294063" x="3128963" y="5068888"/>
          <p14:tracePt t="294088" x="3154363" y="5056188"/>
          <p14:tracePt t="294162" x="3167063" y="5056188"/>
          <p14:tracePt t="294234" x="3179763" y="5030788"/>
          <p14:tracePt t="294259" x="3205163" y="5030788"/>
          <p14:tracePt t="294309" x="3216275" y="5018088"/>
          <p14:tracePt t="294332" x="3228975" y="5018088"/>
          <p14:tracePt t="294358" x="3254375" y="5005388"/>
          <p14:tracePt t="295112" x="3279775" y="4981575"/>
          <p14:tracePt t="295132" x="3279775" y="4968875"/>
          <p14:tracePt t="295163" x="3305175" y="4943475"/>
          <p14:tracePt t="295185" x="3317875" y="4943475"/>
          <p14:tracePt t="295233" x="3341688" y="4918075"/>
          <p14:tracePt t="295258" x="3354388" y="4905375"/>
          <p14:tracePt t="295281" x="3379788" y="4879975"/>
          <p14:tracePt t="295312" x="3417888" y="4868863"/>
          <p14:tracePt t="295337" x="3454400" y="4843463"/>
          <p14:tracePt t="295361" x="3505200" y="4818063"/>
          <p14:tracePt t="295386" x="3605213" y="4779963"/>
          <p14:tracePt t="295415" x="3643313" y="4779963"/>
          <p14:tracePt t="295440" x="3679825" y="4779963"/>
          <p14:tracePt t="295465" x="3705225" y="4779963"/>
          <p14:tracePt t="295491" x="3767138" y="4779963"/>
          <p14:tracePt t="295519" x="3867150" y="4779963"/>
          <p14:tracePt t="295520" x="3892550" y="4779963"/>
          <p14:tracePt t="295547" x="3979863" y="4805363"/>
          <p14:tracePt t="295569" x="4030663" y="4818063"/>
          <p14:tracePt t="295597" x="4081463" y="4830763"/>
          <p14:tracePt t="295623" x="4156075" y="4856163"/>
          <p14:tracePt t="295655" x="4192588" y="4856163"/>
          <p14:tracePt t="295656" x="4205288" y="4868863"/>
          <p14:tracePt t="295676" x="4217988" y="4868863"/>
          <p14:tracePt t="295705" x="4230688" y="4868863"/>
          <p14:tracePt t="295729" x="4256088" y="4868863"/>
          <p14:tracePt t="295756" x="4281488" y="4879975"/>
          <p14:tracePt t="295778" x="4343400" y="4879975"/>
          <p14:tracePt t="295809" x="4406900" y="4879975"/>
          <p14:tracePt t="295831" x="4430713" y="4879975"/>
          <p14:tracePt t="295861" x="4468813" y="4879975"/>
          <p14:tracePt t="295883" x="4530725" y="4879975"/>
          <p14:tracePt t="295914" x="4581525" y="4879975"/>
          <p14:tracePt t="295938" x="4594225" y="4879975"/>
          <p14:tracePt t="296016" x="4606925" y="4879975"/>
          <p14:tracePt t="296675" x="4606925" y="4905375"/>
          <p14:tracePt t="296697" x="4594225" y="4992688"/>
          <p14:tracePt t="296728" x="4543425" y="5092700"/>
          <p14:tracePt t="296752" x="4518025" y="5118100"/>
          <p14:tracePt t="296798" x="4518025" y="5130800"/>
          <p14:tracePt t="296853" x="4530725" y="5143500"/>
          <p14:tracePt t="296875" x="4568825" y="5168900"/>
          <p14:tracePt t="296906" x="4732338" y="5181600"/>
          <p14:tracePt t="296930" x="4945063" y="5181600"/>
          <p14:tracePt t="296959" x="5319713" y="5181600"/>
          <p14:tracePt t="296980" x="5457825" y="5181600"/>
          <p14:tracePt t="297014" x="5870575" y="5105400"/>
          <p14:tracePt t="297034" x="6196013" y="5068888"/>
          <p14:tracePt t="297063" x="6434138" y="5018088"/>
          <p14:tracePt t="297064" x="6521450" y="5018088"/>
          <p14:tracePt t="297083" x="6621463" y="5005388"/>
          <p14:tracePt t="297115" x="6784975" y="4968875"/>
          <p14:tracePt t="297137" x="6808788" y="4968875"/>
          <p14:tracePt t="297167" x="6897688" y="4930775"/>
          <p14:tracePt t="297191" x="7010400" y="4930775"/>
          <p14:tracePt t="297221" x="7146925" y="4918075"/>
          <p14:tracePt t="297243" x="7223125" y="4918075"/>
          <p14:tracePt t="297270" x="7285038" y="4918075"/>
          <p14:tracePt t="297271" x="7310438" y="4918075"/>
          <p14:tracePt t="297294" x="7410450" y="4918075"/>
          <p14:tracePt t="297325" x="7510463" y="4918075"/>
          <p14:tracePt t="297348" x="7548563" y="4918075"/>
          <p14:tracePt t="297376" x="7572375" y="4930775"/>
          <p14:tracePt t="297400" x="7597775" y="4956175"/>
          <p14:tracePt t="297430" x="7597775" y="4968875"/>
          <p14:tracePt t="297431" x="7597775" y="4992688"/>
          <p14:tracePt t="297456" x="7597775" y="5030788"/>
          <p14:tracePt t="297478" x="7535863" y="5081588"/>
          <p14:tracePt t="297479" x="7459663" y="5105400"/>
          <p14:tracePt t="297504" x="7223125" y="5205413"/>
          <p14:tracePt t="297532" x="7046913" y="5268913"/>
          <p14:tracePt t="297558" x="7010400" y="5268913"/>
          <p14:tracePt t="297559" x="6946900" y="5294313"/>
          <p14:tracePt t="297582" x="6872288" y="5318125"/>
          <p14:tracePt t="297608" x="6784975" y="5343525"/>
          <p14:tracePt t="297663" x="6772275" y="5343525"/>
          <p14:tracePt t="297683" x="6772275" y="5356225"/>
          <p14:tracePt t="297712" x="6784975" y="5381625"/>
          <p14:tracePt t="297736" x="6821488" y="5381625"/>
          <p14:tracePt t="297764" x="6910388" y="5407025"/>
          <p14:tracePt t="297785" x="7110413" y="5407025"/>
          <p14:tracePt t="297817" x="7410450" y="5407025"/>
          <p14:tracePt t="297843" x="7585075" y="5394325"/>
          <p14:tracePt t="297871" x="7797800" y="5330825"/>
          <p14:tracePt t="297893" x="7861300" y="5294313"/>
          <p14:tracePt t="297925" x="7886700" y="5268913"/>
          <p14:tracePt t="298155" x="7886700" y="5256213"/>
          <p14:tracePt t="298176" x="7897813" y="5230813"/>
          <p14:tracePt t="298202" x="7910513" y="5205413"/>
          <p14:tracePt t="298230" x="7974013" y="5130800"/>
          <p14:tracePt t="298231" x="7986713" y="5118100"/>
          <p14:tracePt t="298259" x="8061325" y="5056188"/>
          <p14:tracePt t="298281" x="8148638" y="4992688"/>
          <p14:tracePt t="298309" x="8223250" y="4918075"/>
          <p14:tracePt t="298334" x="8261350" y="4879975"/>
          <p14:tracePt t="298363" x="8274050" y="4856163"/>
          <p14:tracePt t="298384" x="8286750" y="4818063"/>
          <p14:tracePt t="298417" x="8299450" y="4779963"/>
          <p14:tracePt t="298509" x="8299450" y="4768850"/>
          <p14:tracePt t="298534" x="8299450" y="4756150"/>
          <p14:tracePt t="298535" x="8299450" y="4743450"/>
          <p14:tracePt t="298647" x="8312150" y="4718050"/>
          <p14:tracePt t="298677" x="8324850" y="4692650"/>
          <p14:tracePt t="298703" x="8361363" y="4667250"/>
          <p14:tracePt t="298705" x="8361363" y="4656138"/>
          <p14:tracePt t="298727" x="8386763" y="4630738"/>
          <p14:tracePt t="298752" x="8399463" y="4630738"/>
          <p14:tracePt t="298827" x="8399463" y="4618038"/>
          <p14:tracePt t="299806" x="4494213" y="1089025"/>
          <p14:tracePt t="310503" x="776288" y="5205413"/>
          <p14:tracePt t="310527" x="1552575" y="5407025"/>
          <p14:tracePt t="310528" x="1990725" y="5494338"/>
          <p14:tracePt t="310554" x="2703513" y="5607050"/>
          <p14:tracePt t="310579" x="2916238" y="5607050"/>
          <p14:tracePt t="310614" x="3016250" y="5581650"/>
          <p14:tracePt t="310637" x="3028950" y="5556250"/>
          <p14:tracePt t="310669" x="3054350" y="5443538"/>
          <p14:tracePt t="310696" x="3103563" y="5318125"/>
          <p14:tracePt t="310720" x="3179763" y="5130800"/>
          <p14:tracePt t="310749" x="3267075" y="4868863"/>
          <p14:tracePt t="310777" x="3328988" y="4667250"/>
          <p14:tracePt t="310801" x="3341688" y="4605338"/>
          <p14:tracePt t="310827" x="3354388" y="4579938"/>
          <p14:tracePt t="311013" x="3305175" y="4643438"/>
          <p14:tracePt t="311037" x="3216275" y="4792663"/>
          <p14:tracePt t="311040" x="3167063" y="4868863"/>
          <p14:tracePt t="311067" x="3141663" y="4918075"/>
          <p14:tracePt t="311093" x="3128963" y="4943475"/>
          <p14:tracePt t="311580" x="3279775" y="5018088"/>
          <p14:tracePt t="311610" x="3730625" y="5018088"/>
          <p14:tracePt t="311636" x="4056063" y="5018088"/>
          <p14:tracePt t="311661" x="4156075" y="5018088"/>
          <p14:tracePt t="311664" x="4181475" y="5018088"/>
          <p14:tracePt t="311687" x="4192588" y="5018088"/>
          <p14:tracePt t="311718" x="4217988" y="5018088"/>
          <p14:tracePt t="311743" x="4230688" y="5018088"/>
          <p14:tracePt t="311768" x="4256088" y="5018088"/>
          <p14:tracePt t="311793" x="4305300" y="5018088"/>
          <p14:tracePt t="311821" x="4481513" y="4992688"/>
          <p14:tracePt t="311847" x="4743450" y="4968875"/>
          <p14:tracePt t="311874" x="4956175" y="4968875"/>
          <p14:tracePt t="311901" x="5194300" y="4968875"/>
          <p14:tracePt t="311923" x="5370513" y="4968875"/>
          <p14:tracePt t="311952" x="5519738" y="4968875"/>
          <p14:tracePt t="311976" x="5657850" y="4968875"/>
          <p14:tracePt t="312003" x="5808663" y="4968875"/>
          <p14:tracePt t="312033" x="5870575" y="4981575"/>
          <p14:tracePt t="312058" x="5895975" y="4992688"/>
          <p14:tracePt t="312084" x="5957888" y="5018088"/>
          <p14:tracePt t="312113" x="6021388" y="5030788"/>
          <p14:tracePt t="312143" x="6034088" y="5030788"/>
          <p14:tracePt t="312144" x="6057900" y="5030788"/>
          <p14:tracePt t="312166" x="6070600" y="5030788"/>
          <p14:tracePt t="312167" x="6096000" y="5030788"/>
          <p14:tracePt t="312194" x="6146800" y="5018088"/>
          <p14:tracePt t="312226" x="6246813" y="5018088"/>
          <p14:tracePt t="312257" x="6370638" y="5005388"/>
          <p14:tracePt t="312281" x="6446838" y="4981575"/>
          <p14:tracePt t="312310" x="6459538" y="4981575"/>
          <p14:tracePt t="312425" x="6496050" y="4981575"/>
          <p14:tracePt t="312807" x="6472238" y="4981575"/>
          <p14:tracePt t="312828" x="6446838" y="4981575"/>
          <p14:tracePt t="312860" x="6408738" y="4992688"/>
          <p14:tracePt t="312882" x="6383338" y="5005388"/>
          <p14:tracePt t="312908" x="6346825" y="5018088"/>
          <p14:tracePt t="312967" x="6270625" y="5030788"/>
          <p14:tracePt t="312992" x="6221413" y="5043488"/>
          <p14:tracePt t="313019" x="6157913" y="5043488"/>
          <p14:tracePt t="313044" x="6108700" y="5056188"/>
          <p14:tracePt t="313073" x="6057900" y="5056188"/>
          <p14:tracePt t="313098" x="5983288" y="5056188"/>
          <p14:tracePt t="313122" x="5945188" y="5056188"/>
          <p14:tracePt t="313149" x="5883275" y="5018088"/>
          <p14:tracePt t="313153" x="5845175" y="4981575"/>
          <p14:tracePt t="313179" x="5808663" y="4918075"/>
          <p14:tracePt t="313209" x="5770563" y="4792663"/>
          <p14:tracePt t="313230" x="5757863" y="4730750"/>
          <p14:tracePt t="313232" x="5757863" y="4692650"/>
          <p14:tracePt t="313263" x="5757863" y="4618038"/>
          <p14:tracePt t="313286" x="5757863" y="4567238"/>
          <p14:tracePt t="313313" x="5757863" y="4518025"/>
          <p14:tracePt t="313337" x="5770563" y="4467225"/>
          <p14:tracePt t="313368" x="5808663" y="4430713"/>
          <p14:tracePt t="313392" x="5957888" y="4367213"/>
          <p14:tracePt t="313416" x="6134100" y="4341813"/>
          <p14:tracePt t="313437" x="6183313" y="4341813"/>
          <p14:tracePt t="313441" x="6208713" y="4341813"/>
          <p14:tracePt t="313472" x="6346825" y="4341813"/>
          <p14:tracePt t="313495" x="6434138" y="4341813"/>
          <p14:tracePt t="313521" x="6521450" y="4367213"/>
          <p14:tracePt t="313551" x="6672263" y="4430713"/>
          <p14:tracePt t="313557" x="6696075" y="4430713"/>
          <p14:tracePt t="313581" x="6808788" y="4479925"/>
          <p14:tracePt t="313608" x="6872288" y="4518025"/>
          <p14:tracePt t="313633" x="6884988" y="4530725"/>
          <p14:tracePt t="313662" x="6897688" y="4554538"/>
          <p14:tracePt t="313663" x="6910388" y="4567238"/>
          <p14:tracePt t="313690" x="6921500" y="4643438"/>
          <p14:tracePt t="313714" x="6934200" y="4718050"/>
          <p14:tracePt t="313742" x="6934200" y="4830763"/>
          <p14:tracePt t="313744" x="6934200" y="4879975"/>
          <p14:tracePt t="313771" x="6910388" y="5030788"/>
          <p14:tracePt t="313799" x="6846888" y="5156200"/>
          <p14:tracePt t="313800" x="6797675" y="5205413"/>
          <p14:tracePt t="313824" x="6708775" y="5256213"/>
          <p14:tracePt t="313855" x="6508750" y="5256213"/>
          <p14:tracePt t="313880" x="6270625" y="5256213"/>
          <p14:tracePt t="313909" x="6121400" y="5256213"/>
          <p14:tracePt t="313929" x="6070600" y="5243513"/>
          <p14:tracePt t="313961" x="6045200" y="5205413"/>
          <p14:tracePt t="313983" x="6034088" y="5156200"/>
          <p14:tracePt t="314012" x="6034088" y="5081588"/>
          <p14:tracePt t="314035" x="6034088" y="5018088"/>
          <p14:tracePt t="314069" x="6134100" y="4943475"/>
          <p14:tracePt t="314093" x="6196013" y="4905375"/>
          <p14:tracePt t="314119" x="6270625" y="4892675"/>
          <p14:tracePt t="314144" x="6359525" y="4868863"/>
          <p14:tracePt t="314175" x="6408738" y="4856163"/>
          <p14:tracePt t="314202" x="6496050" y="4856163"/>
          <p14:tracePt t="314227" x="6559550" y="4856163"/>
          <p14:tracePt t="314256" x="6596063" y="4856163"/>
          <p14:tracePt t="314283" x="6659563" y="4856163"/>
          <p14:tracePt t="314309" x="6808788" y="4856163"/>
          <p14:tracePt t="314334" x="7021513" y="4868863"/>
          <p14:tracePt t="314362" x="7134225" y="4918075"/>
          <p14:tracePt t="314430" x="7146925" y="4930775"/>
          <p14:tracePt t="314483" x="7159625" y="4943475"/>
          <p14:tracePt t="314509" x="7159625" y="4981575"/>
          <p14:tracePt t="314532" x="7172325" y="4992688"/>
          <p14:tracePt t="314784" x="7185025" y="5005388"/>
          <p14:tracePt t="314834" x="7197725" y="5005388"/>
          <p14:tracePt t="315043" x="7223125" y="5005388"/>
          <p14:tracePt t="315066" x="7235825" y="5005388"/>
          <p14:tracePt t="315095" x="7272338" y="5005388"/>
          <p14:tracePt t="315151" x="7297738" y="5005388"/>
          <p14:tracePt t="315174" x="7310438" y="5005388"/>
          <p14:tracePt t="315201" x="7459663" y="5005388"/>
          <p14:tracePt t="315223" x="7561263" y="5005388"/>
          <p14:tracePt t="315224" x="7610475" y="4992688"/>
          <p14:tracePt t="315257" x="7874000" y="4930775"/>
          <p14:tracePt t="315279" x="8035925" y="4905375"/>
          <p14:tracePt t="315313" x="8161338" y="4879975"/>
          <p14:tracePt t="315339" x="8199438" y="4879975"/>
          <p14:tracePt t="315434" x="8212138" y="4879975"/>
          <p14:tracePt t="315998" x="8174038" y="4892675"/>
          <p14:tracePt t="316018" x="8010525" y="4992688"/>
          <p14:tracePt t="316051" x="7761288" y="5118100"/>
          <p14:tracePt t="316075" x="7597775" y="5194300"/>
          <p14:tracePt t="316108" x="7497763" y="5218113"/>
          <p14:tracePt t="316131" x="7459663" y="5230813"/>
          <p14:tracePt t="316160" x="7423150" y="5243513"/>
          <p14:tracePt t="316181" x="7397750" y="5256213"/>
          <p14:tracePt t="316214" x="7348538" y="5256213"/>
          <p14:tracePt t="316329" x="7348538" y="5143500"/>
          <p14:tracePt t="316353" x="7348538" y="5005388"/>
          <p14:tracePt t="316377" x="7348538" y="4918075"/>
          <p14:tracePt t="316407" x="7297738" y="4779963"/>
          <p14:tracePt t="316433" x="7246938" y="4718050"/>
          <p14:tracePt t="316459" x="7185025" y="4667250"/>
          <p14:tracePt t="316483" x="7085013" y="4630738"/>
          <p14:tracePt t="316510" x="7010400" y="4618038"/>
          <p14:tracePt t="316511" x="6985000" y="4618038"/>
          <p14:tracePt t="316539" x="6910388" y="4618038"/>
          <p14:tracePt t="316560" x="6884988" y="4643438"/>
          <p14:tracePt t="316589" x="6846888" y="4779963"/>
          <p14:tracePt t="316616" x="6846888" y="5043488"/>
          <p14:tracePt t="316646" x="6921500" y="5256213"/>
          <p14:tracePt t="316647" x="6946900" y="5318125"/>
          <p14:tracePt t="316667" x="7085013" y="5456238"/>
          <p14:tracePt t="316697" x="7348538" y="5568950"/>
          <p14:tracePt t="316724" x="7523163" y="5594350"/>
          <p14:tracePt t="316751" x="7785100" y="5530850"/>
          <p14:tracePt t="316773" x="7886700" y="5443538"/>
          <p14:tracePt t="316804" x="7923213" y="5281613"/>
          <p14:tracePt t="316828" x="7923213" y="5068888"/>
          <p14:tracePt t="316856" x="7848600" y="4868863"/>
          <p14:tracePt t="316879" x="7773988" y="4779963"/>
          <p14:tracePt t="316910" x="7735888" y="4730750"/>
          <p14:tracePt t="316911" x="7710488" y="4730750"/>
          <p14:tracePt t="316935" x="7697788" y="4705350"/>
          <p14:tracePt t="316978" x="7661275" y="4656138"/>
          <p14:tracePt t="317008" x="7648575" y="4656138"/>
          <p14:tracePt t="317033" x="7635875" y="4643438"/>
          <p14:tracePt t="318057" x="7623175" y="4656138"/>
          <p14:tracePt t="318110" x="7535863" y="4868863"/>
          <p14:tracePt t="318133" x="7523163" y="4956175"/>
          <p14:tracePt t="318160" x="7497763" y="4981575"/>
          <p14:tracePt t="318274" x="7497763" y="5005388"/>
          <p14:tracePt t="318346" x="7497763" y="5030788"/>
          <p14:tracePt t="318366" x="7497763" y="5043488"/>
          <p14:tracePt t="318392" x="7497763" y="5056188"/>
          <p14:tracePt t="318420" x="7497763" y="5068888"/>
          <p14:tracePt t="318448" x="7497763" y="5081588"/>
          <p14:tracePt t="318501" x="7485063" y="5092700"/>
          <p14:tracePt t="318522" x="7423150" y="5118100"/>
          <p14:tracePt t="318548" x="7323138" y="5194300"/>
          <p14:tracePt t="318570" x="7097713" y="5330825"/>
          <p14:tracePt t="318601" x="6921500" y="5418138"/>
          <p14:tracePt t="318629" x="6872288" y="5456238"/>
          <p14:tracePt t="318657" x="6797675" y="5481638"/>
          <p14:tracePt t="318679" x="6721475" y="5556250"/>
          <p14:tracePt t="318713" x="6572250" y="5656263"/>
          <p14:tracePt t="318736" x="6434138" y="5732463"/>
          <p14:tracePt t="318775" x="6221413" y="5807075"/>
          <p14:tracePt t="318799" x="6134100" y="5832475"/>
          <p14:tracePt t="318825" x="6057900" y="5881688"/>
          <p14:tracePt t="318858" x="5995988" y="5894388"/>
          <p14:tracePt t="318885" x="5970588" y="5894388"/>
          <p14:tracePt t="318976" x="5945188" y="5894388"/>
          <p14:tracePt t="319002" x="5921375" y="5832475"/>
          <p14:tracePt t="319031" x="5932488" y="5619750"/>
          <p14:tracePt t="319056" x="5957888" y="5456238"/>
          <p14:tracePt t="319081" x="5970588" y="5368925"/>
          <p14:tracePt t="319110" x="5983288" y="5294313"/>
          <p14:tracePt t="319113" x="5995988" y="5268913"/>
          <p14:tracePt t="319137" x="6021388" y="5243513"/>
          <p14:tracePt t="319169" x="6021388" y="5230813"/>
          <p14:tracePt t="319194" x="6034088" y="5205413"/>
          <p14:tracePt t="319220" x="6070600" y="5156200"/>
          <p14:tracePt t="319246" x="6096000" y="5118100"/>
          <p14:tracePt t="319249" x="6108700" y="5105400"/>
          <p14:tracePt t="319276" x="6183313" y="5056188"/>
          <p14:tracePt t="319302" x="6283325" y="5005388"/>
          <p14:tracePt t="319326" x="6396038" y="4981575"/>
          <p14:tracePt t="319352" x="6546850" y="4981575"/>
          <p14:tracePt t="319377" x="6646863" y="4981575"/>
          <p14:tracePt t="319403" x="6696075" y="4981575"/>
          <p14:tracePt t="319433" x="6746875" y="4981575"/>
          <p14:tracePt t="319927" x="6784975" y="5056188"/>
          <p14:tracePt t="319956" x="6784975" y="5130800"/>
          <p14:tracePt t="319985" x="6784975" y="5194300"/>
          <p14:tracePt t="320010" x="6784975" y="5243513"/>
          <p14:tracePt t="320035" x="6734175" y="5294313"/>
          <p14:tracePt t="320064" x="6621463" y="5356225"/>
          <p14:tracePt t="320089" x="6572250" y="5381625"/>
          <p14:tracePt t="320115" x="6521450" y="5407025"/>
          <p14:tracePt t="320141" x="6472238" y="5418138"/>
          <p14:tracePt t="320163" x="6408738" y="5494338"/>
          <p14:tracePt t="320190" x="6270625" y="5518150"/>
          <p14:tracePt t="320218" x="6170613" y="5581650"/>
          <p14:tracePt t="320245" x="6108700" y="5607050"/>
          <p14:tracePt t="320269" x="6057900" y="5630863"/>
          <p14:tracePt t="320294" x="6021388" y="5630863"/>
          <p14:tracePt t="320351" x="5995988" y="5630863"/>
          <p14:tracePt t="320403" x="5932488" y="5630863"/>
          <p14:tracePt t="320424" x="5870575" y="5630863"/>
          <p14:tracePt t="320453" x="5783263" y="5581650"/>
          <p14:tracePt t="320477" x="5732463" y="5543550"/>
          <p14:tracePt t="320505" x="5695950" y="5507038"/>
          <p14:tracePt t="320525" x="5695950" y="5494338"/>
          <p14:tracePt t="320554" x="5695950" y="5468938"/>
          <p14:tracePt t="320575" x="5695950" y="5443538"/>
          <p14:tracePt t="320604" x="5695950" y="5407025"/>
          <p14:tracePt t="320629" x="5745163" y="5330825"/>
          <p14:tracePt t="320657" x="5832475" y="5256213"/>
          <p14:tracePt t="320679" x="5921375" y="5230813"/>
          <p14:tracePt t="320711" x="5983288" y="5218113"/>
          <p14:tracePt t="320735" x="6008688" y="5218113"/>
          <p14:tracePt t="320767" x="6070600" y="5218113"/>
          <p14:tracePt t="320790" x="6096000" y="5230813"/>
          <p14:tracePt t="320817" x="6121400" y="5256213"/>
          <p14:tracePt t="320839" x="6134100" y="5268913"/>
          <p14:tracePt t="320839" x="6146800" y="5281613"/>
          <p14:tracePt t="320872" x="6170613" y="5305425"/>
          <p14:tracePt t="320894" x="6196013" y="5330825"/>
          <p14:tracePt t="320922" x="6221413" y="5407025"/>
          <p14:tracePt t="320948" x="6221413" y="5456238"/>
          <p14:tracePt t="320975" x="6221413" y="5530850"/>
          <p14:tracePt t="321001" x="6221413" y="5568950"/>
          <p14:tracePt t="321054" x="6221413" y="5581650"/>
          <p14:tracePt t="321304" x="6196013" y="5581650"/>
          <p14:tracePt t="321371" x="6183313" y="5581650"/>
          <p14:tracePt t="321905" x="6083300" y="5581650"/>
          <p14:tracePt t="321930" x="5932488" y="5581650"/>
          <p14:tracePt t="321960" x="5619750" y="5581650"/>
          <p14:tracePt t="321986" x="5319713" y="5581650"/>
          <p14:tracePt t="322016" x="4968875" y="5619750"/>
          <p14:tracePt t="322039" x="4743450" y="5619750"/>
          <p14:tracePt t="322069" x="4643438" y="5619750"/>
          <p14:tracePt t="322090" x="4418013" y="5656263"/>
          <p14:tracePt t="322122" x="4268788" y="5694363"/>
          <p14:tracePt t="322144" x="4156075" y="5743575"/>
          <p14:tracePt t="322173" x="4081463" y="5781675"/>
          <p14:tracePt t="322196" x="3992563" y="5819775"/>
          <p14:tracePt t="322227" x="3892550" y="5832475"/>
          <p14:tracePt t="322252" x="3843338" y="5843588"/>
          <p14:tracePt t="322278" x="3830638" y="5856288"/>
          <p14:tracePt t="322303" x="3817938" y="5868988"/>
          <p14:tracePt t="322333" x="3805238" y="5868988"/>
          <p14:tracePt t="322360" x="3805238" y="5881688"/>
          <p14:tracePt t="323000" x="3856038" y="5881688"/>
          <p14:tracePt t="323023" x="3892550" y="5881688"/>
          <p14:tracePt t="323051" x="3917950" y="5881688"/>
          <p14:tracePt t="323079" x="3956050" y="5881688"/>
          <p14:tracePt t="323104" x="3992563" y="5881688"/>
          <p14:tracePt t="323127" x="4017963" y="5856288"/>
          <p14:tracePt t="323156" x="4043363" y="5832475"/>
          <p14:tracePt t="323183" x="4056063" y="5819775"/>
          <p14:tracePt t="323232" x="4056063" y="5807075"/>
          <p14:tracePt t="323746" x="4043363" y="5807075"/>
          <p14:tracePt t="323777" x="4005263" y="5807075"/>
          <p14:tracePt t="323800" x="3979863" y="5819775"/>
          <p14:tracePt t="323824" x="3943350" y="5868988"/>
          <p14:tracePt t="323848" x="3879850" y="5945188"/>
          <p14:tracePt t="323880" x="3805238" y="5994400"/>
          <p14:tracePt t="323905" x="3792538" y="6007100"/>
          <p14:tracePt t="323929" x="3779838" y="6019800"/>
          <p14:tracePt t="323961" x="3767138" y="6032500"/>
          <p14:tracePt t="324013" x="3767138" y="6045200"/>
          <p14:tracePt t="324097" x="3756025" y="6069013"/>
          <p14:tracePt t="324152" x="3756025" y="6094413"/>
          <p14:tracePt t="324179" x="3756025" y="6107113"/>
          <p14:tracePt t="324293" x="3743325" y="6119813"/>
          <p14:tracePt t="324318" x="3717925" y="6107113"/>
          <p14:tracePt t="324344" x="3643313" y="6069013"/>
          <p14:tracePt t="324373" x="3617913" y="6056313"/>
          <p14:tracePt t="324399" x="3605213" y="6056313"/>
          <p14:tracePt t="324424" x="3592513" y="6069013"/>
          <p14:tracePt t="324450" x="3705225" y="6294438"/>
          <p14:tracePt t="324475" x="3879850" y="6494463"/>
          <p14:tracePt t="324501" x="4081463" y="6607175"/>
          <p14:tracePt t="324529" x="4368800" y="6670675"/>
          <p14:tracePt t="324554" x="4556125" y="6657975"/>
          <p14:tracePt t="324584" x="4868863" y="6483350"/>
          <p14:tracePt t="324611" x="4981575" y="6257925"/>
          <p14:tracePt t="324633" x="5032375" y="6032500"/>
          <p14:tracePt t="324661" x="5019675" y="5819775"/>
          <p14:tracePt t="324686" x="4919663" y="5594350"/>
          <p14:tracePt t="324713" x="4843463" y="5394325"/>
          <p14:tracePt t="324736" x="4768850" y="5305425"/>
          <p14:tracePt t="324764" x="4743450" y="5294313"/>
          <p14:tracePt t="324790" x="4668838" y="5268913"/>
          <p14:tracePt t="324818" x="4581525" y="5268913"/>
          <p14:tracePt t="324839" x="4543425" y="5268913"/>
          <p14:tracePt t="324867" x="4530725" y="5330825"/>
          <p14:tracePt t="324889" x="4530725" y="5368925"/>
          <p14:tracePt t="324918" x="4530725" y="5394325"/>
          <p14:tracePt t="324944" x="4543425" y="5407025"/>
          <p14:tracePt t="325365" x="4556125" y="5407025"/>
          <p14:tracePt t="325578" x="4568825" y="5407025"/>
          <p14:tracePt t="325600" x="4568825" y="5394325"/>
          <p14:tracePt t="325632" x="4581525" y="5381625"/>
          <p14:tracePt t="325682" x="4594225" y="5343525"/>
          <p14:tracePt t="325703" x="4606925" y="5318125"/>
          <p14:tracePt t="325736" x="4619625" y="5305425"/>
          <p14:tracePt t="325790" x="4630738" y="5294313"/>
          <p14:tracePt t="325815" x="4630738" y="5281613"/>
          <p14:tracePt t="325839" x="4630738" y="5268913"/>
          <p14:tracePt t="326049" x="4656138" y="5256213"/>
          <p14:tracePt t="326327" x="4656138" y="5268913"/>
          <p14:tracePt t="326377" x="4630738" y="5294313"/>
          <p14:tracePt t="326426" x="4630738" y="5305425"/>
          <p14:tracePt t="326480" x="4706938" y="5305425"/>
          <p14:tracePt t="326501" x="4794250" y="5305425"/>
          <p14:tracePt t="326530" x="4932363" y="5305425"/>
          <p14:tracePt t="326553" x="4981575" y="5294313"/>
          <p14:tracePt t="326583" x="5006975" y="5294313"/>
          <p14:tracePt t="326605" x="5019675" y="5268913"/>
          <p14:tracePt t="326633" x="5032375" y="5268913"/>
          <p14:tracePt t="326684" x="5045075" y="5268913"/>
          <p14:tracePt t="326706" x="5057775" y="5243513"/>
          <p14:tracePt t="326734" x="5019675" y="5230813"/>
          <p14:tracePt t="326788" x="4981575" y="5230813"/>
          <p14:tracePt t="326815" x="4968875" y="5268913"/>
          <p14:tracePt t="326840" x="4968875" y="5330825"/>
          <p14:tracePt t="326866" x="5019675" y="5381625"/>
          <p14:tracePt t="326895" x="5245100" y="5456238"/>
          <p14:tracePt t="326921" x="5407025" y="5494338"/>
          <p14:tracePt t="326949" x="5519738" y="5494338"/>
          <p14:tracePt t="326981" x="5570538" y="5494338"/>
          <p14:tracePt t="327007" x="5619750" y="5430838"/>
          <p14:tracePt t="327032" x="5632450" y="5330825"/>
          <p14:tracePt t="327058" x="5632450" y="5256213"/>
          <p14:tracePt t="327087" x="5457825" y="5105400"/>
          <p14:tracePt t="327114" x="5270500" y="5056188"/>
          <p14:tracePt t="327137" x="5170488" y="5043488"/>
          <p14:tracePt t="327168" x="5119688" y="5018088"/>
          <p14:tracePt t="327195" x="5094288" y="5068888"/>
          <p14:tracePt t="327223" x="5094288" y="5281613"/>
          <p14:tracePt t="327245" x="5281613" y="5468938"/>
          <p14:tracePt t="327275" x="5821363" y="5732463"/>
          <p14:tracePt t="327298" x="6246813" y="5807075"/>
          <p14:tracePt t="327326" x="6472238" y="5807075"/>
          <p14:tracePt t="327327" x="6521450" y="5794375"/>
          <p14:tracePt t="327347" x="6584950" y="5756275"/>
          <p14:tracePt t="327380" x="6608763" y="5556250"/>
          <p14:tracePt t="327402" x="6608763" y="5443538"/>
          <p14:tracePt t="327431" x="6608763" y="5318125"/>
          <p14:tracePt t="327484" x="6596063" y="5294313"/>
          <p14:tracePt t="328094" x="6584950" y="5294313"/>
          <p14:tracePt t="328117" x="6584950" y="5305425"/>
          <p14:tracePt t="328143" x="6572250" y="5330825"/>
          <p14:tracePt t="328144" x="6572250" y="5343525"/>
          <p14:tracePt t="328166" x="6572250" y="5356225"/>
          <p14:tracePt t="328224" x="6546850" y="5356225"/>
          <p14:tracePt t="328245" x="6534150" y="5368925"/>
          <p14:tracePt t="328274" x="6496050" y="5394325"/>
          <p14:tracePt t="328299" x="6496050" y="5407025"/>
          <p14:tracePt t="328328" x="6459538" y="5407025"/>
          <p14:tracePt t="328350" x="6446838" y="5407025"/>
          <p14:tracePt t="328351" x="6434138" y="5407025"/>
          <p14:tracePt t="328380" x="6421438" y="5407025"/>
          <p14:tracePt t="328403" x="6396038" y="5407025"/>
          <p14:tracePt t="328433" x="6334125" y="5407025"/>
          <p14:tracePt t="328455" x="6296025" y="5407025"/>
          <p14:tracePt t="328487" x="6259513" y="5407025"/>
          <p14:tracePt t="328511" x="6246813" y="5407025"/>
          <p14:tracePt t="328561" x="6221413" y="5407025"/>
          <p14:tracePt t="328588" x="6208713" y="5407025"/>
          <p14:tracePt t="328612" x="6196013" y="5418138"/>
          <p14:tracePt t="328636" x="6183313" y="5418138"/>
          <p14:tracePt t="328664" x="6170613" y="5430838"/>
          <p14:tracePt t="328989" x="6157913" y="5430838"/>
          <p14:tracePt t="329129" x="6259513" y="5468938"/>
          <p14:tracePt t="329149" x="6296025" y="5481638"/>
          <p14:tracePt t="329180" x="6359525" y="5481638"/>
          <p14:tracePt t="329203" x="6370638" y="5481638"/>
          <p14:tracePt t="329231" x="6383338" y="5481638"/>
          <p14:tracePt t="329281" x="6459538" y="5481638"/>
          <p14:tracePt t="329305" x="6521450" y="5430838"/>
          <p14:tracePt t="329331" x="6646863" y="5368925"/>
          <p14:tracePt t="329353" x="6797675" y="5268913"/>
          <p14:tracePt t="329389" x="6910388" y="5205413"/>
          <p14:tracePt t="329411" x="6910388" y="5194300"/>
          <p14:tracePt t="329459" x="6934200" y="5168900"/>
          <p14:tracePt t="329490" x="6934200" y="5105400"/>
          <p14:tracePt t="329515" x="6934200" y="5092700"/>
          <p14:tracePt t="329539" x="6934200" y="5081588"/>
          <p14:tracePt t="329976" x="6972300" y="5118100"/>
          <p14:tracePt t="330001" x="7010400" y="5156200"/>
          <p14:tracePt t="330029" x="7034213" y="5194300"/>
          <p14:tracePt t="330050" x="7059613" y="5194300"/>
          <p14:tracePt t="330081" x="7072313" y="5194300"/>
          <p14:tracePt t="330131" x="7085013" y="5194300"/>
          <p14:tracePt t="330185" x="7097713" y="5205413"/>
          <p14:tracePt t="330284" x="7123113" y="5205413"/>
          <p14:tracePt t="330307" x="7159625" y="5205413"/>
          <p14:tracePt t="330335" x="7285038" y="5205413"/>
          <p14:tracePt t="330358" x="7348538" y="5205413"/>
          <p14:tracePt t="330359" x="7385050" y="5205413"/>
          <p14:tracePt t="330390" x="7448550" y="5205413"/>
          <p14:tracePt t="330413" x="7472363" y="5205413"/>
          <p14:tracePt t="330551" x="7485063" y="5205413"/>
          <p14:tracePt t="330577" x="7472363" y="5205413"/>
          <p14:tracePt t="330607" x="7335838" y="5194300"/>
          <p14:tracePt t="330636" x="7197725" y="5194300"/>
          <p14:tracePt t="330663" x="6985000" y="5243513"/>
          <p14:tracePt t="330664" x="6897688" y="5268913"/>
          <p14:tracePt t="330691" x="6596063" y="5407025"/>
          <p14:tracePt t="330717" x="6234113" y="5543550"/>
          <p14:tracePt t="330743" x="5808663" y="5681663"/>
          <p14:tracePt t="330775" x="5595938" y="5719763"/>
          <p14:tracePt t="330801" x="5495925" y="5756275"/>
          <p14:tracePt t="330830" x="5394325" y="5756275"/>
          <p14:tracePt t="330852" x="5257800" y="5756275"/>
          <p14:tracePt t="330883" x="5106988" y="5756275"/>
          <p14:tracePt t="330907" x="4981575" y="5807075"/>
          <p14:tracePt t="330935" x="4919663" y="5807075"/>
          <p14:tracePt t="330958" x="4894263" y="5807075"/>
          <p14:tracePt t="331211" x="4945063" y="5832475"/>
          <p14:tracePt t="331242" x="5094288" y="5881688"/>
          <p14:tracePt t="331268" x="5219700" y="5919788"/>
          <p14:tracePt t="331293" x="5307013" y="5932488"/>
          <p14:tracePt t="331317" x="5332413" y="5932488"/>
          <p14:tracePt t="331345" x="5357813" y="5919788"/>
          <p14:tracePt t="331373" x="5357813" y="5868988"/>
          <p14:tracePt t="331395" x="5357813" y="5794375"/>
          <p14:tracePt t="331426" x="5294313" y="5668963"/>
          <p14:tracePt t="331450" x="5170488" y="5581650"/>
          <p14:tracePt t="331478" x="5119688" y="5530850"/>
          <p14:tracePt t="331505" x="5094288" y="5507038"/>
          <p14:tracePt t="331534" x="5081588" y="5494338"/>
          <p14:tracePt t="331536" x="5081588" y="5481638"/>
          <p14:tracePt t="331591" x="5045075" y="5468938"/>
          <p14:tracePt t="331644" x="4994275" y="5468938"/>
          <p14:tracePt t="331667" x="4968875" y="5468938"/>
          <p14:tracePt t="331695" x="4956175" y="5507038"/>
          <p14:tracePt t="331717" x="4956175" y="5543550"/>
          <p14:tracePt t="331746" x="4945063" y="5594350"/>
          <p14:tracePt t="331772" x="4945063" y="5607050"/>
          <p14:tracePt t="332403" x="4945063" y="5619750"/>
          <p14:tracePt t="332427" x="4945063" y="5630863"/>
          <p14:tracePt t="332572" x="4945063" y="5643563"/>
          <p14:tracePt t="332689" x="4956175" y="5656263"/>
          <p14:tracePt t="332964" x="4906963" y="5581650"/>
          <p14:tracePt t="333236" x="4906963" y="5568950"/>
          <p14:tracePt t="345384" x="4894263" y="5568950"/>
          <p14:tracePt t="345406" x="4881563" y="5543550"/>
          <p14:tracePt t="345436" x="4856163" y="5468938"/>
          <p14:tracePt t="345462" x="4843463" y="5281613"/>
          <p14:tracePt t="345464" x="4843463" y="5230813"/>
          <p14:tracePt t="345488" x="4819650" y="5068888"/>
          <p14:tracePt t="345512" x="4819650" y="4981575"/>
          <p14:tracePt t="345543" x="4819650" y="4830763"/>
          <p14:tracePt t="345567" x="4856163" y="4667250"/>
          <p14:tracePt t="345593" x="4881563" y="4567238"/>
          <p14:tracePt t="345620" x="4894263" y="4554538"/>
          <p14:tracePt t="345736" x="4945063" y="4605338"/>
          <p14:tracePt t="345760" x="4956175" y="4667250"/>
          <p14:tracePt t="345788" x="4968875" y="4730750"/>
          <p14:tracePt t="345813" x="4968875" y="4779963"/>
          <p14:tracePt t="345816" x="4968875" y="4805363"/>
          <p14:tracePt t="345840" x="4906963" y="4905375"/>
          <p14:tracePt t="345867" x="4756150" y="5056188"/>
          <p14:tracePt t="345894" x="4681538" y="5143500"/>
          <p14:tracePt t="345895" x="4619625" y="5205413"/>
          <p14:tracePt t="345926" x="4556125" y="5281613"/>
          <p14:tracePt t="345955" x="4518025" y="5330825"/>
          <p14:tracePt t="345983" x="4481513" y="5343525"/>
          <p14:tracePt t="346007" x="4443413" y="5368925"/>
          <p14:tracePt t="346039" x="4406900" y="5381625"/>
          <p14:tracePt t="346040" x="4381500" y="5381625"/>
          <p14:tracePt t="346061" x="4368800" y="5394325"/>
          <p14:tracePt t="346090" x="4330700" y="5394325"/>
          <p14:tracePt t="346115" x="4305300" y="5394325"/>
          <p14:tracePt t="346144" x="4230688" y="5356225"/>
          <p14:tracePt t="346169" x="4181475" y="5305425"/>
          <p14:tracePt t="346194" x="4156075" y="5268913"/>
          <p14:tracePt t="346219" x="4143375" y="5256213"/>
          <p14:tracePt t="346244" x="4130675" y="5243513"/>
          <p14:tracePt t="346297" x="4217988" y="5205413"/>
          <p14:tracePt t="346328" x="4406900" y="5156200"/>
          <p14:tracePt t="346355" x="4494213" y="5156200"/>
          <p14:tracePt t="346379" x="4594225" y="5156200"/>
          <p14:tracePt t="346405" x="4694238" y="5156200"/>
          <p14:tracePt t="346433" x="4794250" y="5156200"/>
          <p14:tracePt t="346459" x="4832350" y="5156200"/>
          <p14:tracePt t="346481" x="4856163" y="5156200"/>
          <p14:tracePt t="346505" x="4894263" y="5156200"/>
          <p14:tracePt t="346708" x="4894263" y="5194300"/>
          <p14:tracePt t="346737" x="4843463" y="5205413"/>
          <p14:tracePt t="346761" x="4781550" y="5230813"/>
          <p14:tracePt t="346786" x="4643438" y="5256213"/>
          <p14:tracePt t="346812" x="4456113" y="5330825"/>
          <p14:tracePt t="346842" x="4156075" y="5418138"/>
          <p14:tracePt t="346867" x="4030663" y="5468938"/>
          <p14:tracePt t="346891" x="3892550" y="5507038"/>
          <p14:tracePt t="346921" x="3792538" y="5530850"/>
          <p14:tracePt t="346950" x="3717925" y="5530850"/>
          <p14:tracePt t="346978" x="3630613" y="5556250"/>
          <p14:tracePt t="347000" x="3530600" y="5594350"/>
          <p14:tracePt t="347027" x="3379788" y="5630863"/>
          <p14:tracePt t="347048" x="3216275" y="5668963"/>
          <p14:tracePt t="347079" x="3003550" y="5707063"/>
          <p14:tracePt t="347080" x="2954338" y="5707063"/>
          <p14:tracePt t="347107" x="2828925" y="5707063"/>
          <p14:tracePt t="347141" x="2741613" y="5707063"/>
          <p14:tracePt t="347163" x="2690813" y="5681663"/>
          <p14:tracePt t="347190" x="2654300" y="5656263"/>
          <p14:tracePt t="347214" x="2603500" y="5607050"/>
          <p14:tracePt t="347245" x="2590800" y="5568950"/>
          <p14:tracePt t="347268" x="2590800" y="5530850"/>
          <p14:tracePt t="347293" x="2578100" y="5507038"/>
          <p14:tracePt t="347368" x="2578100" y="5494338"/>
          <p14:tracePt t="347391" x="2654300" y="5468938"/>
          <p14:tracePt t="347420" x="2841625" y="5456238"/>
          <p14:tracePt t="347441" x="3041650" y="5418138"/>
          <p14:tracePt t="347468" x="3216275" y="5407025"/>
          <p14:tracePt t="347472" x="3267075" y="5407025"/>
          <p14:tracePt t="347498" x="3367088" y="5407025"/>
          <p14:tracePt t="347529" x="3467100" y="5407025"/>
          <p14:tracePt t="347557" x="3541713" y="5418138"/>
          <p14:tracePt t="347583" x="3579813" y="5418138"/>
          <p14:tracePt t="347607" x="3592513" y="5418138"/>
          <p14:tracePt t="347607" x="3605213" y="5418138"/>
          <p14:tracePt t="347640" x="3654425" y="5418138"/>
          <p14:tracePt t="347662" x="3667125" y="5430838"/>
          <p14:tracePt t="347664" x="3679825" y="5430838"/>
          <p14:tracePt t="347692" x="3717925" y="5443538"/>
          <p14:tracePt t="347715" x="3779838" y="5443538"/>
          <p14:tracePt t="347745" x="3892550" y="5456238"/>
          <p14:tracePt t="347771" x="3956050" y="5456238"/>
          <p14:tracePt t="347796" x="4030663" y="5468938"/>
          <p14:tracePt t="347822" x="4092575" y="5468938"/>
          <p14:tracePt t="347846" x="4181475" y="5468938"/>
          <p14:tracePt t="347847" x="4217988" y="5468938"/>
          <p14:tracePt t="347872" x="4268788" y="5468938"/>
          <p14:tracePt t="347903" x="4330700" y="5468938"/>
          <p14:tracePt t="347933" x="4343400" y="5468938"/>
          <p14:tracePt t="347962" x="4381500" y="5468938"/>
          <p14:tracePt t="347987" x="4418013" y="5468938"/>
          <p14:tracePt t="348014" x="4443413" y="5468938"/>
          <p14:tracePt t="348044" x="4456113" y="5468938"/>
          <p14:tracePt t="348621" x="4468813" y="5468938"/>
          <p14:tracePt t="353825" x="4156075" y="5907088"/>
          <p14:tracePt t="353855" x="3917950" y="6194425"/>
          <p14:tracePt t="353856" x="3856038" y="6257925"/>
          <p14:tracePt t="353882" x="3654425" y="6432550"/>
          <p14:tracePt t="353909" x="3429000" y="6696075"/>
          <p14:tracePt t="354215" x="2603500" y="6445250"/>
          <p14:tracePt t="354243" x="2628900" y="6370638"/>
          <p14:tracePt t="354266" x="2654300" y="6294438"/>
          <p14:tracePt t="354294" x="2678113" y="6257925"/>
          <p14:tracePt t="354368" x="2678113" y="6245225"/>
          <p14:tracePt t="354392" x="2690813" y="6245225"/>
          <p14:tracePt t="354417" x="2716213" y="6219825"/>
          <p14:tracePt t="354449" x="2979738" y="6207125"/>
          <p14:tracePt t="354473" x="3379788" y="6207125"/>
          <p14:tracePt t="354498" x="3892550" y="6207125"/>
          <p14:tracePt t="354522" x="4418013" y="6207125"/>
          <p14:tracePt t="354549" x="4881563" y="6207125"/>
          <p14:tracePt t="354552" x="4981575" y="6207125"/>
          <p14:tracePt t="354575" x="5257800" y="6232525"/>
          <p14:tracePt t="354605" x="5370513" y="6257925"/>
          <p14:tracePt t="354628" x="5407025" y="6257925"/>
          <p14:tracePt t="354655" x="5432425" y="6269038"/>
          <p14:tracePt t="354677" x="5445125" y="6269038"/>
          <p14:tracePt t="354706" x="5583238" y="6281738"/>
          <p14:tracePt t="354730" x="5708650" y="6307138"/>
          <p14:tracePt t="354756" x="5921375" y="6319838"/>
          <p14:tracePt t="354779" x="6183313" y="6319838"/>
          <p14:tracePt t="354807" x="6421438" y="6319838"/>
          <p14:tracePt t="354808" x="6472238" y="6319838"/>
          <p14:tracePt t="354829" x="6596063" y="6281738"/>
          <p14:tracePt t="354859" x="6708775" y="6232525"/>
          <p14:tracePt t="354882" x="6746875" y="6157913"/>
          <p14:tracePt t="354908" x="6746875" y="5919788"/>
          <p14:tracePt t="354932" x="6608763" y="5543550"/>
          <p14:tracePt t="354937" x="6572250" y="5494338"/>
          <p14:tracePt t="354968" x="6559550" y="5494338"/>
          <p14:tracePt t="355082" x="6508750" y="5556250"/>
          <p14:tracePt t="355157" x="6508750" y="5568950"/>
          <p14:tracePt t="355179" x="6534150" y="5681663"/>
          <p14:tracePt t="355206" x="6684963" y="5881688"/>
          <p14:tracePt t="355207" x="6734175" y="5945188"/>
          <p14:tracePt t="355228" x="6821488" y="6056313"/>
          <p14:tracePt t="355260" x="6959600" y="6181725"/>
          <p14:tracePt t="355284" x="6985000" y="6257925"/>
          <p14:tracePt t="355314" x="6985000" y="6357938"/>
          <p14:tracePt t="355339" x="6859588" y="6432550"/>
          <p14:tracePt t="355370" x="6596063" y="6494463"/>
          <p14:tracePt t="355395" x="6359525" y="6494463"/>
          <p14:tracePt t="355426" x="6183313" y="6494463"/>
          <p14:tracePt t="355450" x="6083300" y="6470650"/>
          <p14:tracePt t="355474" x="5970588" y="6457950"/>
          <p14:tracePt t="355503" x="5857875" y="6394450"/>
          <p14:tracePt t="355530" x="5832475" y="6381750"/>
          <p14:tracePt t="355559" x="5808663" y="6381750"/>
          <p14:tracePt t="355630" x="5808663" y="6370638"/>
          <p14:tracePt t="355771" x="5795963" y="6332538"/>
          <p14:tracePt t="355800" x="5783263" y="6219825"/>
          <p14:tracePt t="355831" x="5557838" y="5932488"/>
          <p14:tracePt t="355855" x="5383213" y="5768975"/>
          <p14:tracePt t="355880" x="5294313" y="5630863"/>
          <p14:tracePt t="355911" x="5257800" y="5607050"/>
          <p14:tracePt t="355960" x="5207000" y="5630863"/>
          <p14:tracePt t="355984" x="5132388" y="5732463"/>
          <p14:tracePt t="356012" x="5106988" y="5768975"/>
          <p14:tracePt t="356064" x="5094288" y="5768975"/>
          <p14:tracePt t="356114" x="5081588" y="5768975"/>
          <p14:tracePt t="356138" x="5081588" y="5881688"/>
          <p14:tracePt t="356169" x="5145088" y="6069013"/>
          <p14:tracePt t="356193" x="5194300" y="6157913"/>
          <p14:tracePt t="356223" x="5232400" y="6219825"/>
          <p14:tracePt t="356249" x="5257800" y="6257925"/>
          <p14:tracePt t="356344" x="5181600" y="6281738"/>
          <p14:tracePt t="356365" x="5068888" y="6294438"/>
          <p14:tracePt t="356392" x="4819650" y="6294438"/>
          <p14:tracePt t="356414" x="4706938" y="6294438"/>
          <p14:tracePt t="356415" x="4668838" y="6294438"/>
          <p14:tracePt t="356445" x="4543425" y="6294438"/>
          <p14:tracePt t="356469" x="4394200" y="6294438"/>
          <p14:tracePt t="356496" x="4181475" y="6294438"/>
          <p14:tracePt t="356518" x="4081463" y="6294438"/>
          <p14:tracePt t="356547" x="3956050" y="6332538"/>
          <p14:tracePt t="356572" x="3905250" y="6332538"/>
          <p14:tracePt t="356599" x="3879850" y="6332538"/>
          <p14:tracePt t="356624" x="3867150" y="6332538"/>
          <p14:tracePt t="356653" x="3856038" y="6332538"/>
          <p14:tracePt t="356674" x="3830638" y="6332538"/>
          <p14:tracePt t="356725" x="3830638" y="6269038"/>
          <p14:tracePt t="356749" x="3856038" y="6119813"/>
          <p14:tracePt t="356774" x="3979863" y="5881688"/>
          <p14:tracePt t="356800" x="4043363" y="5743575"/>
          <p14:tracePt t="356913" x="4056063" y="5743575"/>
          <p14:tracePt t="356935" x="4130675" y="5781675"/>
          <p14:tracePt t="356973" x="4117975" y="5819775"/>
          <p14:tracePt t="357001" x="3843338" y="5756275"/>
          <p14:tracePt t="357031" x="3367088" y="5743575"/>
          <p14:tracePt t="357055" x="3103563" y="5756275"/>
          <p14:tracePt t="357077" x="2967038" y="5794375"/>
          <p14:tracePt t="357105" x="2841625" y="5881688"/>
          <p14:tracePt t="357135" x="2603500" y="5981700"/>
          <p14:tracePt t="357161" x="2403475" y="6081713"/>
          <p14:tracePt t="357186" x="2278063" y="6157913"/>
          <p14:tracePt t="357210" x="2216150" y="6219825"/>
          <p14:tracePt t="357235" x="2190750" y="6257925"/>
          <p14:tracePt t="357264" x="2190750" y="6281738"/>
          <p14:tracePt t="357289" x="2190750" y="6294438"/>
          <p14:tracePt t="357460" x="2228850" y="6245225"/>
          <p14:tracePt t="357482" x="2328863" y="6169025"/>
          <p14:tracePt t="357514" x="2578100" y="6032500"/>
          <p14:tracePt t="357537" x="2903538" y="5932488"/>
          <p14:tracePt t="357565" x="3241675" y="5894388"/>
          <p14:tracePt t="357586" x="3517900" y="5894388"/>
          <p14:tracePt t="357613" x="3554413" y="5894388"/>
          <p14:tracePt t="357634" x="3567113" y="5894388"/>
          <p14:tracePt t="357730" x="3579813" y="5894388"/>
          <p14:tracePt t="357756" x="3567113" y="5932488"/>
          <p14:tracePt t="357784" x="3429000" y="5969000"/>
          <p14:tracePt t="357813" x="3279775" y="6019800"/>
          <p14:tracePt t="357816" x="3254375" y="6019800"/>
          <p14:tracePt t="357842" x="3079750" y="6032500"/>
          <p14:tracePt t="357866" x="2879725" y="6056313"/>
          <p14:tracePt t="357889" x="2754313" y="6056313"/>
          <p14:tracePt t="357916" x="2667000" y="6056313"/>
          <p14:tracePt t="357940" x="2628900" y="6056313"/>
          <p14:tracePt t="358019" x="2616200" y="6056313"/>
          <p14:tracePt t="358046" x="2616200" y="6032500"/>
          <p14:tracePt t="358071" x="2616200" y="6019800"/>
          <p14:tracePt t="358071" x="2603500" y="5994400"/>
          <p14:tracePt t="358096" x="2603500" y="5981700"/>
          <p14:tracePt t="358126" x="2603500" y="5956300"/>
          <p14:tracePt t="358151" x="2603500" y="5919788"/>
          <p14:tracePt t="358200" x="2616200" y="5881688"/>
          <p14:tracePt t="358224" x="2741613" y="5856288"/>
          <p14:tracePt t="358253" x="2879725" y="5856288"/>
          <p14:tracePt t="358274" x="3154363" y="5807075"/>
          <p14:tracePt t="358302" x="3392488" y="5794375"/>
          <p14:tracePt t="358303" x="3441700" y="5794375"/>
          <p14:tracePt t="358324" x="3605213" y="5794375"/>
          <p14:tracePt t="358354" x="3805238" y="5794375"/>
          <p14:tracePt t="358380" x="3956050" y="5794375"/>
          <p14:tracePt t="358413" x="4117975" y="5794375"/>
          <p14:tracePt t="358437" x="4205288" y="5794375"/>
          <p14:tracePt t="358465" x="4356100" y="5794375"/>
          <p14:tracePt t="358487" x="4418013" y="5794375"/>
          <p14:tracePt t="358488" x="4430713" y="5794375"/>
          <p14:tracePt t="358519" x="4506913" y="5794375"/>
          <p14:tracePt t="358520" x="4518025" y="5794375"/>
          <p14:tracePt t="358545" x="4530725" y="5794375"/>
          <p14:tracePt t="358570" x="4556125" y="5807075"/>
          <p14:tracePt t="358593" x="4594225" y="5819775"/>
          <p14:tracePt t="358624" x="4630738" y="5832475"/>
          <p14:tracePt t="358652" x="4643438" y="5843588"/>
          <p14:tracePt t="358677" x="4668838" y="5856288"/>
          <p14:tracePt t="358702" x="4681538" y="5856288"/>
          <p14:tracePt t="358704" x="4706938" y="5856288"/>
          <p14:tracePt t="358728" x="4719638" y="5868988"/>
          <p14:tracePt t="359092" x="4719638" y="5881688"/>
          <p14:tracePt t="359141" x="4706938" y="5881688"/>
          <p14:tracePt t="359170" x="4694238" y="5894388"/>
          <p14:tracePt t="359199" x="4668838" y="5894388"/>
          <p14:tracePt t="359250" x="4643438" y="5907088"/>
          <p14:tracePt t="359298" x="4606925" y="5907088"/>
          <p14:tracePt t="359327" x="4556125" y="5907088"/>
          <p14:tracePt t="359354" x="4481513" y="5881688"/>
          <p14:tracePt t="359375" x="4456113" y="5868988"/>
          <p14:tracePt t="359376" x="4443413" y="5868988"/>
          <p14:tracePt t="359403" x="4406900" y="5868988"/>
          <p14:tracePt t="359430" x="4381500" y="5868988"/>
          <p14:tracePt t="359432" x="4356100" y="5868988"/>
          <p14:tracePt t="359461" x="4330700" y="5843588"/>
          <p14:tracePt t="359481" x="4305300" y="5843588"/>
          <p14:tracePt t="359664" x="4294188" y="5832475"/>
          <p14:tracePt t="359714" x="4305300" y="5819775"/>
          <p14:tracePt t="359736" x="4368800" y="5794375"/>
          <p14:tracePt t="359763" x="4406900" y="5794375"/>
          <p14:tracePt t="359785" x="4443413" y="5794375"/>
          <p14:tracePt t="359817" x="4494213" y="5768975"/>
          <p14:tracePt t="359840" x="4506913" y="5768975"/>
          <p14:tracePt t="359867" x="4556125" y="5768975"/>
          <p14:tracePt t="359890" x="4606925" y="5768975"/>
          <p14:tracePt t="359917" x="4656138" y="5768975"/>
          <p14:tracePt t="359941" x="4719638" y="5756275"/>
          <p14:tracePt t="359971" x="4743450" y="5756275"/>
          <p14:tracePt t="359994" x="4756150" y="5756275"/>
          <p14:tracePt t="360026" x="4781550" y="5756275"/>
          <p14:tracePt t="360048" x="4794250" y="5756275"/>
          <p14:tracePt t="360074" x="4832350" y="5756275"/>
          <p14:tracePt t="360096" x="4856163" y="5756275"/>
          <p14:tracePt t="360128" x="4868863" y="5756275"/>
          <p14:tracePt t="360176" x="4881563" y="5756275"/>
          <p14:tracePt t="360231" x="4894263" y="5756275"/>
          <p14:tracePt t="360322" x="4906963" y="5756275"/>
          <p14:tracePt t="360346" x="4932363" y="5756275"/>
          <p14:tracePt t="360378" x="4956175" y="5756275"/>
          <p14:tracePt t="360402" x="4994275" y="5756275"/>
          <p14:tracePt t="360433" x="5057775" y="5756275"/>
          <p14:tracePt t="360457" x="5106988" y="5768975"/>
          <p14:tracePt t="360480" x="5145088" y="5768975"/>
          <p14:tracePt t="360507" x="5181600" y="5768975"/>
          <p14:tracePt t="360537" x="5219700" y="5768975"/>
          <p14:tracePt t="360565" x="5257800" y="5768975"/>
          <p14:tracePt t="360592" x="5294313" y="5768975"/>
          <p14:tracePt t="360616" x="5332413" y="5768975"/>
          <p14:tracePt t="360641" x="5383213" y="5768975"/>
          <p14:tracePt t="360664" x="5419725" y="5768975"/>
          <p14:tracePt t="360688" x="5495925" y="5768975"/>
          <p14:tracePt t="360714" x="5595938" y="5768975"/>
          <p14:tracePt t="360739" x="5708650" y="5768975"/>
          <p14:tracePt t="360770" x="5845175" y="5768975"/>
          <p14:tracePt t="360796" x="5921375" y="5768975"/>
          <p14:tracePt t="360826" x="5970588" y="5756275"/>
          <p14:tracePt t="360854" x="5995988" y="5756275"/>
          <p14:tracePt t="360875" x="6034088" y="5756275"/>
          <p14:tracePt t="360899" x="6096000" y="5756275"/>
          <p14:tracePt t="360928" x="6157913" y="5756275"/>
          <p14:tracePt t="360959" x="6183313" y="5756275"/>
          <p14:tracePt t="361113" x="6134100" y="5756275"/>
          <p14:tracePt t="361133" x="6083300" y="5756275"/>
          <p14:tracePt t="361165" x="5921375" y="5756275"/>
          <p14:tracePt t="361189" x="5757863" y="5756275"/>
          <p14:tracePt t="361193" x="5708650" y="5756275"/>
          <p14:tracePt t="361225" x="5557838" y="5756275"/>
          <p14:tracePt t="361250" x="5483225" y="5756275"/>
          <p14:tracePt t="361275" x="5432425" y="5756275"/>
          <p14:tracePt t="361301" x="5370513" y="5756275"/>
          <p14:tracePt t="361329" x="5245100" y="5756275"/>
          <p14:tracePt t="361355" x="5157788" y="5756275"/>
          <p14:tracePt t="361380" x="5032375" y="5756275"/>
          <p14:tracePt t="361404" x="4945063" y="5756275"/>
          <p14:tracePt t="361425" x="4843463" y="5756275"/>
          <p14:tracePt t="361450" x="4743450" y="5756275"/>
          <p14:tracePt t="361478" x="4668838" y="5756275"/>
          <p14:tracePt t="361506" x="4656138" y="5768975"/>
          <p14:tracePt t="361606" x="4656138" y="5819775"/>
          <p14:tracePt t="361636" x="4819650" y="5907088"/>
          <p14:tracePt t="361640" x="4894263" y="5932488"/>
          <p14:tracePt t="361665" x="5032375" y="5956300"/>
          <p14:tracePt t="361690" x="5194300" y="5956300"/>
          <p14:tracePt t="361716" x="5432425" y="5919788"/>
          <p14:tracePt t="361744" x="5595938" y="5832475"/>
          <p14:tracePt t="361772" x="5645150" y="5781675"/>
          <p14:tracePt t="361797" x="5645150" y="5743575"/>
          <p14:tracePt t="361818" x="5645150" y="5668963"/>
          <p14:tracePt t="361843" x="5583238" y="5581650"/>
          <p14:tracePt t="361872" x="5345113" y="5430838"/>
          <p14:tracePt t="361897" x="5057775" y="5356225"/>
          <p14:tracePt t="361927" x="4932363" y="5318125"/>
          <p14:tracePt t="361955" x="4843463" y="5356225"/>
          <p14:tracePt t="361979" x="4756150" y="5418138"/>
          <p14:tracePt t="362006" x="4732338" y="5619750"/>
          <p14:tracePt t="362008" x="4732338" y="5707063"/>
          <p14:tracePt t="362033" x="4732338" y="5881688"/>
          <p14:tracePt t="362062" x="4819650" y="6056313"/>
          <p14:tracePt t="362063" x="4868863" y="6081713"/>
          <p14:tracePt t="362084" x="4994275" y="6132513"/>
          <p14:tracePt t="362113" x="5207000" y="6181725"/>
          <p14:tracePt t="362141" x="5345113" y="6181725"/>
          <p14:tracePt t="362144" x="5394325" y="6157913"/>
          <p14:tracePt t="362174" x="5483225" y="6069013"/>
          <p14:tracePt t="362200" x="5507038" y="5956300"/>
          <p14:tracePt t="362224" x="5507038" y="5868988"/>
          <p14:tracePt t="362248" x="5419725" y="5732463"/>
          <p14:tracePt t="362272" x="5232400" y="5594350"/>
          <p14:tracePt t="362298" x="5019675" y="5481638"/>
          <p14:tracePt t="362326" x="4856163" y="5418138"/>
          <p14:tracePt t="362327" x="4806950" y="5407025"/>
          <p14:tracePt t="362355" x="4694238" y="5381625"/>
          <p14:tracePt t="362377" x="4556125" y="5394325"/>
          <p14:tracePt t="362403" x="4481513" y="5494338"/>
          <p14:tracePt t="362432" x="4443413" y="5819775"/>
          <p14:tracePt t="362459" x="4506913" y="6094413"/>
          <p14:tracePt t="362481" x="4756150" y="6319838"/>
          <p14:tracePt t="362507" x="5132388" y="6445250"/>
          <p14:tracePt t="362534" x="5483225" y="6457950"/>
          <p14:tracePt t="362535" x="5595938" y="6457950"/>
          <p14:tracePt t="362562" x="5857875" y="6319838"/>
          <p14:tracePt t="362583" x="6070600" y="6145213"/>
          <p14:tracePt t="362611" x="6134100" y="5956300"/>
          <p14:tracePt t="362639" x="6121400" y="5656263"/>
          <p14:tracePt t="362667" x="5995988" y="5407025"/>
          <p14:tracePt t="362688" x="5745163" y="5181600"/>
          <p14:tracePt t="362717" x="5495925" y="5068888"/>
          <p14:tracePt t="362744" x="5194300" y="5030788"/>
          <p14:tracePt t="362773" x="4945063" y="5068888"/>
          <p14:tracePt t="362823" x="4643438" y="5543550"/>
          <p14:tracePt t="362847" x="4643438" y="5807075"/>
          <p14:tracePt t="362874" x="4781550" y="6094413"/>
          <p14:tracePt t="362925" x="5383213" y="6419850"/>
          <p14:tracePt t="362929" x="5495925" y="6445250"/>
          <p14:tracePt t="362953" x="5770563" y="6445250"/>
          <p14:tracePt t="362981" x="5921375" y="6332538"/>
          <p14:tracePt t="363004" x="6008688" y="6157913"/>
          <p14:tracePt t="363035" x="6034088" y="5868988"/>
          <p14:tracePt t="363060" x="5957888" y="5681663"/>
          <p14:tracePt t="363084" x="5719763" y="5481638"/>
          <p14:tracePt t="363108" x="5483225" y="5368925"/>
          <p14:tracePt t="363139" x="5181600" y="5281613"/>
          <p14:tracePt t="363163" x="4945063" y="5281613"/>
          <p14:tracePt t="363187" x="4856163" y="5305425"/>
          <p14:tracePt t="363212" x="4819650" y="5418138"/>
          <p14:tracePt t="363216" x="4819650" y="5507038"/>
          <p14:tracePt t="363243" x="4856163" y="5707063"/>
          <p14:tracePt t="363272" x="5232400" y="6019800"/>
          <p14:tracePt t="363291" x="5507038" y="6132513"/>
          <p14:tracePt t="363319" x="6070600" y="6194425"/>
          <p14:tracePt t="363343" x="6421438" y="6169025"/>
          <p14:tracePt t="363372" x="6584950" y="6056313"/>
          <p14:tracePt t="363393" x="6608763" y="5856288"/>
          <p14:tracePt t="363426" x="6546850" y="5607050"/>
          <p14:tracePt t="363448" x="6359525" y="5430838"/>
          <p14:tracePt t="363477" x="6045200" y="5305425"/>
          <p14:tracePt t="363499" x="5795963" y="5218113"/>
          <p14:tracePt t="363531" x="5419725" y="5218113"/>
          <p14:tracePt t="363558" x="5232400" y="5318125"/>
          <p14:tracePt t="363560" x="5194300" y="5381625"/>
          <p14:tracePt t="363582" x="5181600" y="5556250"/>
          <p14:tracePt t="363608" x="5270500" y="5868988"/>
          <p14:tracePt t="363639" x="5607050" y="6094413"/>
          <p14:tracePt t="363666" x="5932488" y="6145213"/>
          <p14:tracePt t="363689" x="6234113" y="6145213"/>
          <p14:tracePt t="363719" x="6534150" y="5981700"/>
          <p14:tracePt t="363743" x="6596063" y="5868988"/>
          <p14:tracePt t="363771" x="6596063" y="5807075"/>
          <p14:tracePt t="363791" x="6572250" y="5756275"/>
          <p14:tracePt t="363821" x="6346825" y="5694363"/>
          <p14:tracePt t="363825" x="6246813" y="5681663"/>
          <p14:tracePt t="363846" x="6045200" y="5681663"/>
          <p14:tracePt t="363874" x="5757863" y="5668963"/>
          <p14:tracePt t="363897" x="5708650" y="5681663"/>
          <p14:tracePt t="363928" x="5708650" y="5756275"/>
          <p14:tracePt t="363955" x="5757863" y="5868988"/>
          <p14:tracePt t="363981" x="5883275" y="5932488"/>
          <p14:tracePt t="364004" x="5957888" y="5956300"/>
          <p14:tracePt t="364035" x="6045200" y="5956300"/>
          <p14:tracePt t="364062" x="6083300" y="5956300"/>
          <p14:tracePt t="364063" x="6096000" y="5956300"/>
          <p14:tracePt t="364089" x="6121400" y="5956300"/>
          <p14:tracePt t="364112" x="6121400" y="5945188"/>
          <p14:tracePt t="364343" x="6134100" y="5945188"/>
          <p14:tracePt t="364366" x="6157913" y="5945188"/>
          <p14:tracePt t="364393" x="6208713" y="5945188"/>
          <p14:tracePt t="364417" x="6221413" y="5945188"/>
          <p14:tracePt t="364441" x="6234113" y="5945188"/>
          <p14:tracePt t="364492" x="6246813" y="5945188"/>
          <p14:tracePt t="364563" x="6259513" y="5945188"/>
          <p14:tracePt t="364586" x="6283325" y="5945188"/>
          <p14:tracePt t="364610" x="6321425" y="5945188"/>
          <p14:tracePt t="364639" x="6396038" y="5932488"/>
          <p14:tracePt t="364672" x="6472238" y="5919788"/>
          <p14:tracePt t="364673" x="6483350" y="5919788"/>
          <p14:tracePt t="364721" x="6521450" y="5919788"/>
          <p14:tracePt t="364855" x="6559550" y="5907088"/>
          <p14:tracePt t="364887" x="6646863" y="5894388"/>
          <p14:tracePt t="364914" x="6746875" y="5881688"/>
          <p14:tracePt t="364938" x="6797675" y="5868988"/>
          <p14:tracePt t="364965" x="6834188" y="5868988"/>
          <p14:tracePt t="365009" x="6846888" y="5868988"/>
          <p14:tracePt t="365062" x="6859588" y="5856288"/>
          <p14:tracePt t="366536" x="6872288" y="5856288"/>
          <p14:tracePt t="366559" x="6897688" y="5843588"/>
          <p14:tracePt t="366588" x="6910388" y="5819775"/>
          <p14:tracePt t="366641" x="6910388" y="5768975"/>
          <p14:tracePt t="366670" x="6934200" y="5719763"/>
          <p14:tracePt t="366672" x="6934200" y="5707063"/>
          <p14:tracePt t="366699" x="6959600" y="5694363"/>
          <p14:tracePt t="366723" x="6959600" y="5668963"/>
          <p14:tracePt t="366821" x="6959600" y="5656263"/>
          <p14:tracePt t="366957" x="6972300" y="5643563"/>
          <p14:tracePt t="366984" x="6972300" y="5630863"/>
          <p14:tracePt t="367036" x="6972300" y="5619750"/>
          <p14:tracePt t="368511" x="6972300" y="5630863"/>
          <p14:tracePt t="368535" x="6985000" y="5656263"/>
          <p14:tracePt t="368559" x="6985000" y="5668963"/>
          <p14:tracePt t="370080" x="6997700" y="5668963"/>
          <p14:tracePt t="370104" x="7010400" y="5668963"/>
          <p14:tracePt t="374153" x="6997700" y="5668963"/>
          <p14:tracePt t="374175" x="6959600" y="5668963"/>
          <p14:tracePt t="374206" x="6921500" y="5668963"/>
          <p14:tracePt t="374207" x="6897688" y="5681663"/>
          <p14:tracePt t="374231" x="6834188" y="5707063"/>
          <p14:tracePt t="374262" x="6746875" y="5732463"/>
          <p14:tracePt t="374263" x="6721475" y="5732463"/>
          <p14:tracePt t="374288" x="6596063" y="5768975"/>
          <p14:tracePt t="374312" x="6472238" y="5807075"/>
          <p14:tracePt t="374335" x="6334125" y="5956300"/>
          <p14:tracePt t="374363" x="6221413" y="6094413"/>
          <p14:tracePt t="374388" x="6146800" y="6145213"/>
          <p14:tracePt t="374419" x="6083300" y="6169025"/>
          <p14:tracePt t="374445" x="6034088" y="6194425"/>
          <p14:tracePt t="374469" x="6021388" y="6207125"/>
          <p14:tracePt t="374522" x="6008688" y="6219825"/>
          <p14:tracePt t="374733" x="5995988" y="6232525"/>
          <p14:tracePt t="374758" x="5957888" y="6245225"/>
          <p14:tracePt t="374787" x="5870575" y="6245225"/>
          <p14:tracePt t="374813" x="5808663" y="6245225"/>
          <p14:tracePt t="374841" x="5770563" y="6245225"/>
          <p14:tracePt t="374863" x="5719763" y="6245225"/>
          <p14:tracePt t="374892" x="5695950" y="6245225"/>
          <p14:tracePt t="374924" x="5645150" y="6232525"/>
          <p14:tracePt t="374954" x="5570538" y="6169025"/>
          <p14:tracePt t="374983" x="5495925" y="6107113"/>
          <p14:tracePt t="374984" x="5483225" y="6094413"/>
          <p14:tracePt t="375022" x="5419725" y="6045200"/>
          <p14:tracePt t="375051" x="5407025" y="6007100"/>
          <p14:tracePt t="375080" x="5357813" y="5932488"/>
          <p14:tracePt t="375113" x="5294313" y="5832475"/>
          <p14:tracePt t="375148" x="5281613" y="5768975"/>
          <p14:tracePt t="375170" x="5257800" y="5743575"/>
          <p14:tracePt t="375928" x="5232400" y="5756275"/>
          <p14:tracePt t="376006" x="5232400" y="5768975"/>
          <p14:tracePt t="376074" x="5219700" y="5768975"/>
          <p14:tracePt t="376249" x="5207000" y="5781675"/>
          <p14:tracePt t="376270" x="5207000" y="5794375"/>
          <p14:tracePt t="376302" x="5207000" y="5819775"/>
          <p14:tracePt t="376330" x="5207000" y="5868988"/>
          <p14:tracePt t="376358" x="5207000" y="5894388"/>
          <p14:tracePt t="376597" x="5194300" y="5945188"/>
          <p14:tracePt t="376622" x="5194300" y="5981700"/>
          <p14:tracePt t="376649" x="5194300" y="6007100"/>
          <p14:tracePt t="376670" x="5194300" y="6019800"/>
          <p14:tracePt t="376748" x="5194300" y="6045200"/>
          <p14:tracePt t="376769" x="5194300" y="6056313"/>
          <p14:tracePt t="376799" x="5194300" y="6107113"/>
          <p14:tracePt t="376825" x="5194300" y="6145213"/>
          <p14:tracePt t="376854" x="5207000" y="6169025"/>
          <p14:tracePt t="376876" x="5207000" y="6181725"/>
          <p14:tracePt t="376977" x="5207000" y="6169025"/>
          <p14:tracePt t="377003" x="5207000" y="6132513"/>
          <p14:tracePt t="377034" x="5194300" y="6119813"/>
          <p14:tracePt t="377058" x="5170488" y="6094413"/>
          <p14:tracePt t="377084" x="5132388" y="6081713"/>
          <p14:tracePt t="377115" x="5045075" y="6069013"/>
          <p14:tracePt t="377141" x="4968875" y="6069013"/>
          <p14:tracePt t="377165" x="4919663" y="6069013"/>
          <p14:tracePt t="377195" x="4894263" y="6069013"/>
          <p14:tracePt t="377224" x="4881563" y="6157913"/>
          <p14:tracePt t="377251" x="4881563" y="6232525"/>
          <p14:tracePt t="377273" x="4881563" y="6319838"/>
          <p14:tracePt t="377303" x="4945063" y="6407150"/>
          <p14:tracePt t="377329" x="5006975" y="6470650"/>
          <p14:tracePt t="377356" x="5106988" y="6557963"/>
          <p14:tracePt t="377377" x="5232400" y="6632575"/>
          <p14:tracePt t="377410" x="5419725" y="6732588"/>
          <p14:tracePt t="377432" x="5519738" y="6757988"/>
          <p14:tracePt t="377460" x="5545138" y="6757988"/>
          <p14:tracePt t="377586" x="5570538" y="6732588"/>
          <p14:tracePt t="377610" x="5570538" y="6519863"/>
          <p14:tracePt t="377635" x="5557838" y="6483350"/>
          <p14:tracePt t="377806" x="5583238" y="6483350"/>
          <p14:tracePt t="377826" x="5632450" y="6483350"/>
          <p14:tracePt t="377855" x="5683250" y="6407150"/>
          <p14:tracePt t="377877" x="5708650" y="6381750"/>
          <p14:tracePt t="377909" x="5719763" y="6357938"/>
          <p14:tracePt t="377936" x="5732463" y="6319838"/>
          <p14:tracePt t="377974" x="5732463" y="6281738"/>
          <p14:tracePt t="377998" x="5732463" y="6257925"/>
          <p14:tracePt t="378025" x="5732463" y="6232525"/>
          <p14:tracePt t="378049" x="5732463" y="6219825"/>
          <p14:tracePt t="378187" x="5732463" y="6194425"/>
          <p14:tracePt t="378216" x="5732463" y="6181725"/>
          <p14:tracePt t="378243" x="5732463" y="6145213"/>
          <p14:tracePt t="378296" x="5732463" y="6107113"/>
          <p14:tracePt t="378323" x="5732463" y="6069013"/>
          <p14:tracePt t="378349" x="5732463" y="6032500"/>
          <p14:tracePt t="378376" x="5732463" y="5994400"/>
          <p14:tracePt t="378404" x="5732463" y="5981700"/>
          <p14:tracePt t="379621" x="5708650" y="5994400"/>
          <p14:tracePt t="379642" x="5583238" y="6045200"/>
          <p14:tracePt t="379673" x="5281613" y="6107113"/>
          <p14:tracePt t="379698" x="5106988" y="6145213"/>
          <p14:tracePt t="379726" x="5068888" y="6145213"/>
          <p14:tracePt t="379748" x="5045075" y="6132513"/>
          <p14:tracePt t="379775" x="5045075" y="5932488"/>
          <p14:tracePt t="379800" x="5045075" y="5807075"/>
          <p14:tracePt t="379830" x="5045075" y="5743575"/>
          <p14:tracePt t="379904" x="5045075" y="5668963"/>
          <p14:tracePt t="380007" x="5181600" y="5619750"/>
          <p14:tracePt t="380030" x="5270500" y="5607050"/>
          <p14:tracePt t="380031" x="5345113" y="5607050"/>
          <p14:tracePt t="380060" x="5419725" y="5581650"/>
          <p14:tracePt t="380083" x="5695950" y="5556250"/>
          <p14:tracePt t="380110" x="5970588" y="5507038"/>
          <p14:tracePt t="380131" x="6296025" y="5443538"/>
          <p14:tracePt t="380159" x="6608763" y="5418138"/>
          <p14:tracePt t="380181" x="6646863" y="5418138"/>
          <p14:tracePt t="380213" x="6672263" y="5418138"/>
          <p14:tracePt t="380262" x="6684963" y="5418138"/>
          <p14:tracePt t="380284" x="6696075" y="5418138"/>
          <p14:tracePt t="380317" x="6708775" y="5443538"/>
          <p14:tracePt t="380320" x="6721475" y="5468938"/>
          <p14:tracePt t="380342" x="6734175" y="5494338"/>
          <p14:tracePt t="380343" x="6734175" y="5518150"/>
          <p14:tracePt t="380375" x="6746875" y="5556250"/>
          <p14:tracePt t="380398" x="6759575" y="5581650"/>
          <p14:tracePt t="380423" x="6772275" y="5594350"/>
          <p14:tracePt t="380446" x="6772275" y="5607050"/>
          <p14:tracePt t="380479" x="6772275" y="5630863"/>
          <p14:tracePt t="380506" x="6772275" y="5656263"/>
          <p14:tracePt t="380529" x="6708775" y="5668963"/>
          <p14:tracePt t="380554" x="6672263" y="5694363"/>
          <p14:tracePt t="380579" x="6659563" y="5694363"/>
          <p14:tracePt t="380604" x="6646863" y="5694363"/>
          <p14:tracePt t="380631" x="6634163" y="5694363"/>
          <p14:tracePt t="380656" x="6621463" y="5694363"/>
          <p14:tracePt t="380704" x="6621463" y="5668963"/>
          <p14:tracePt t="380730" x="6596063" y="5630863"/>
          <p14:tracePt t="380761" x="6596063" y="5543550"/>
          <p14:tracePt t="380790" x="6596063" y="5481638"/>
          <p14:tracePt t="380791" x="6596063" y="5468938"/>
          <p14:tracePt t="380820" x="6646863" y="5394325"/>
          <p14:tracePt t="380872" x="6759575" y="5305425"/>
          <p14:tracePt t="380894" x="6759575" y="5294313"/>
          <p14:tracePt t="380921" x="6784975" y="5268913"/>
          <p14:tracePt t="380970" x="6808788" y="5268913"/>
          <p14:tracePt t="380992" x="6884988" y="5243513"/>
          <p14:tracePt t="381028" x="6921500" y="5230813"/>
          <p14:tracePt t="381050" x="6959600" y="5230813"/>
          <p14:tracePt t="381077" x="6985000" y="5230813"/>
          <p14:tracePt t="381103" x="7046913" y="5230813"/>
          <p14:tracePt t="381132" x="7085013" y="5230813"/>
          <p14:tracePt t="381158" x="7146925" y="5256213"/>
          <p14:tracePt t="381161" x="7172325" y="5268913"/>
          <p14:tracePt t="381190" x="7223125" y="5305425"/>
          <p14:tracePt t="381192" x="7235825" y="5330825"/>
          <p14:tracePt t="381218" x="7259638" y="5381625"/>
          <p14:tracePt t="381240" x="7297738" y="5430838"/>
          <p14:tracePt t="381272" x="7323138" y="5481638"/>
          <p14:tracePt t="381295" x="7323138" y="5494338"/>
          <p14:tracePt t="381296" x="7348538" y="5507038"/>
          <p14:tracePt t="381323" x="7348538" y="5530850"/>
          <p14:tracePt t="381345" x="7348538" y="5556250"/>
          <p14:tracePt t="381376" x="7348538" y="5656263"/>
          <p14:tracePt t="381400" x="7348538" y="5732463"/>
          <p14:tracePt t="381427" x="7285038" y="5819775"/>
          <p14:tracePt t="381449" x="7185025" y="5881688"/>
          <p14:tracePt t="381481" x="6897688" y="6007100"/>
          <p14:tracePt t="381506" x="6646863" y="6045200"/>
          <p14:tracePt t="381532" x="6446838" y="6045200"/>
          <p14:tracePt t="381557" x="6383338" y="6045200"/>
          <p14:tracePt t="381560" x="6346825" y="6045200"/>
          <p14:tracePt t="381589" x="6296025" y="6045200"/>
          <p14:tracePt t="381613" x="6246813" y="6045200"/>
          <p14:tracePt t="381637" x="6221413" y="6045200"/>
          <p14:tracePt t="381662" x="6208713" y="6045200"/>
          <p14:tracePt t="381779" x="6208713" y="5994400"/>
          <p14:tracePt t="381803" x="6259513" y="5907088"/>
          <p14:tracePt t="381828" x="6396038" y="5768975"/>
          <p14:tracePt t="381851" x="6521450" y="5656263"/>
          <p14:tracePt t="381881" x="6646863" y="5568950"/>
          <p14:tracePt t="381913" x="6746875" y="5494338"/>
          <p14:tracePt t="381938" x="6784975" y="5468938"/>
          <p14:tracePt t="381968" x="6872288" y="5418138"/>
          <p14:tracePt t="381995" x="6985000" y="5356225"/>
          <p14:tracePt t="382019" x="7085013" y="5330825"/>
          <p14:tracePt t="382043" x="7172325" y="5294313"/>
          <p14:tracePt t="382069" x="7197725" y="5294313"/>
          <p14:tracePt t="382094" x="7246938" y="5281613"/>
          <p14:tracePt t="382125" x="7297738" y="5281613"/>
          <p14:tracePt t="382151" x="7335838" y="5281613"/>
          <p14:tracePt t="382178" x="7372350" y="5281613"/>
          <p14:tracePt t="382208" x="7423150" y="5281613"/>
          <p14:tracePt t="382254" x="7459663" y="5305425"/>
          <p14:tracePt t="382257" x="7472363" y="5305425"/>
          <p14:tracePt t="382284" x="7497763" y="5343525"/>
          <p14:tracePt t="382313" x="7510463" y="5356225"/>
          <p14:tracePt t="382332" x="7535863" y="5368925"/>
          <p14:tracePt t="382361" x="7548563" y="5394325"/>
          <p14:tracePt t="382390" x="7548563" y="5418138"/>
          <p14:tracePt t="382391" x="7561263" y="5418138"/>
          <p14:tracePt t="382459" x="7572375" y="5418138"/>
          <p14:tracePt t="382507" x="7585075" y="5418138"/>
          <p14:tracePt t="382535" x="7635875" y="5456238"/>
          <p14:tracePt t="382562" x="7661275" y="5481638"/>
          <p14:tracePt t="382587" x="7685088" y="5494338"/>
          <p14:tracePt t="382614" x="7710488" y="5530850"/>
          <p14:tracePt t="382819" x="7723188" y="5543550"/>
          <p14:tracePt t="382933" x="7697788" y="5543550"/>
          <p14:tracePt t="382995" x="7673975" y="5543550"/>
          <p14:tracePt t="383023" x="7648575" y="5543550"/>
          <p14:tracePt t="383051" x="7623175" y="5543550"/>
          <p14:tracePt t="383084" x="7597775" y="5543550"/>
          <p14:tracePt t="383114" x="7561263" y="5530850"/>
          <p14:tracePt t="383137" x="7535863" y="5530850"/>
          <p14:tracePt t="383166" x="7510463" y="5518150"/>
          <p14:tracePt t="383192" x="7459663" y="5494338"/>
          <p14:tracePt t="383224" x="7435850" y="5481638"/>
          <p14:tracePt t="383246" x="7423150" y="5481638"/>
          <p14:tracePt t="383299" x="7410450" y="5468938"/>
          <p14:tracePt t="383328" x="7410450" y="5456238"/>
          <p14:tracePt t="383406" x="7410450" y="5430838"/>
          <p14:tracePt t="383433" x="7410450" y="5394325"/>
          <p14:tracePt t="383484" x="7410450" y="5368925"/>
          <p14:tracePt t="383531" x="7410450" y="5356225"/>
          <p14:tracePt t="383554" x="7410450" y="5343525"/>
          <p14:tracePt t="383586" x="7410450" y="5305425"/>
          <p14:tracePt t="383610" x="7423150" y="5294313"/>
          <p14:tracePt t="383635" x="7435850" y="5268913"/>
          <p14:tracePt t="383658" x="7435850" y="5256213"/>
          <p14:tracePt t="383686" x="7497763" y="5230813"/>
          <p14:tracePt t="383709" x="7523163" y="5230813"/>
          <p14:tracePt t="383739" x="7561263" y="5205413"/>
          <p14:tracePt t="383762" x="7597775" y="5194300"/>
          <p14:tracePt t="383794" x="7610475" y="5194300"/>
          <p14:tracePt t="383888" x="7623175" y="5194300"/>
          <p14:tracePt t="383939" x="7648575" y="5194300"/>
          <p14:tracePt t="383962" x="7673975" y="5194300"/>
          <p14:tracePt t="383967" x="7685088" y="5194300"/>
          <p14:tracePt t="383991" x="7735888" y="5194300"/>
          <p14:tracePt t="384019" x="7773988" y="5194300"/>
          <p14:tracePt t="384040" x="7797800" y="5194300"/>
          <p14:tracePt t="384069" x="7861300" y="5230813"/>
          <p14:tracePt t="384090" x="7897813" y="5281613"/>
          <p14:tracePt t="384118" x="7948613" y="5294313"/>
          <p14:tracePt t="384142" x="7986713" y="5305425"/>
          <p14:tracePt t="384171" x="7999413" y="5330825"/>
          <p14:tracePt t="384199" x="8023225" y="5356225"/>
          <p14:tracePt t="384200" x="8035925" y="5368925"/>
          <p14:tracePt t="384226" x="8048625" y="5394325"/>
          <p14:tracePt t="384247" x="8048625" y="5418138"/>
          <p14:tracePt t="384324" x="8048625" y="5430838"/>
          <p14:tracePt t="384346" x="8048625" y="5456238"/>
          <p14:tracePt t="384374" x="8048625" y="5494338"/>
          <p14:tracePt t="384395" x="8023225" y="5518150"/>
          <p14:tracePt t="384422" x="7986713" y="5530850"/>
          <p14:tracePt t="384444" x="7961313" y="5543550"/>
          <p14:tracePt t="384472" x="7897813" y="5556250"/>
          <p14:tracePt t="384492" x="7810500" y="5581650"/>
          <p14:tracePt t="384523" x="7673975" y="5594350"/>
          <p14:tracePt t="384546" x="7597775" y="5594350"/>
          <p14:tracePt t="384578" x="7497763" y="5594350"/>
          <p14:tracePt t="384601" x="7472363" y="5594350"/>
          <p14:tracePt t="384626" x="7448550" y="5594350"/>
          <p14:tracePt t="384648" x="7435850" y="5568950"/>
          <p14:tracePt t="384676" x="7423150" y="5530850"/>
          <p14:tracePt t="384700" x="7410450" y="5481638"/>
          <p14:tracePt t="384735" x="7410450" y="5418138"/>
          <p14:tracePt t="384736" x="7410450" y="5394325"/>
          <p14:tracePt t="384759" x="7435850" y="5343525"/>
          <p14:tracePt t="384760" x="7448550" y="5330825"/>
          <p14:tracePt t="384787" x="7510463" y="5305425"/>
          <p14:tracePt t="384810" x="7548563" y="5281613"/>
          <p14:tracePt t="384836" x="7597775" y="5256213"/>
          <p14:tracePt t="384858" x="7697788" y="5218113"/>
          <p14:tracePt t="384886" x="7773988" y="5205413"/>
          <p14:tracePt t="384888" x="7810500" y="5194300"/>
          <p14:tracePt t="384912" x="7897813" y="5194300"/>
          <p14:tracePt t="384944" x="8010525" y="5194300"/>
          <p14:tracePt t="384970" x="8074025" y="5194300"/>
          <p14:tracePt t="385001" x="8161338" y="5194300"/>
          <p14:tracePt t="385024" x="8174038" y="5194300"/>
          <p14:tracePt t="385048" x="8212138" y="5194300"/>
          <p14:tracePt t="385074" x="8223250" y="5218113"/>
          <p14:tracePt t="385104" x="8261350" y="5256213"/>
          <p14:tracePt t="385132" x="8299450" y="5318125"/>
          <p14:tracePt t="385157" x="8312150" y="5394325"/>
          <p14:tracePt t="385182" x="8335963" y="5481638"/>
          <p14:tracePt t="385184" x="8335963" y="5494338"/>
          <p14:tracePt t="385207" x="8335963" y="5543550"/>
          <p14:tracePt t="385234" x="8312150" y="5568950"/>
          <p14:tracePt t="385256" x="8248650" y="5568950"/>
          <p14:tracePt t="385285" x="8212138" y="5568950"/>
          <p14:tracePt t="385308" x="8186738" y="5581650"/>
          <p14:tracePt t="385336" x="8174038" y="5581650"/>
          <p14:tracePt t="385434" x="8148638" y="5581650"/>
          <p14:tracePt t="386104" x="8135938" y="5581650"/>
          <p14:tracePt t="386201" x="8023225" y="5507038"/>
          <p14:tracePt t="386226" x="7935913" y="5381625"/>
          <p14:tracePt t="386251" x="7923213" y="5368925"/>
          <p14:tracePt t="386481" x="7874000" y="5394325"/>
          <p14:tracePt t="386530" x="7861300" y="5407025"/>
          <p14:tracePt t="386778" x="7874000" y="5418138"/>
          <p14:tracePt t="386805" x="7886700" y="5418138"/>
          <p14:tracePt t="386832" x="7897813" y="5418138"/>
          <p14:tracePt t="386880" x="7910513" y="5418138"/>
          <p14:tracePt t="387180" x="7923213" y="5418138"/>
          <p14:tracePt t="387203" x="7961313" y="5418138"/>
          <p14:tracePt t="387229" x="7974013" y="5407025"/>
          <p14:tracePt t="387344" x="7986713" y="5407025"/>
          <p14:tracePt t="387597" x="8186738" y="5407025"/>
          <p14:tracePt t="387621" x="8512175" y="5381625"/>
          <p14:tracePt t="387624" x="8637588" y="5368925"/>
          <p14:tracePt t="387648" x="8850313" y="5318125"/>
          <p14:tracePt t="387672" x="8886825" y="5281613"/>
          <p14:tracePt t="387701" x="8899525" y="5281613"/>
          <p14:tracePt t="387732" x="8899525" y="5268913"/>
          <p14:tracePt t="387756" x="8899525" y="5243513"/>
          <p14:tracePt t="387784" x="8886825" y="5194300"/>
          <p14:tracePt t="387804" x="8812213" y="5143500"/>
          <p14:tracePt t="387832" x="8712200" y="5005388"/>
          <p14:tracePt t="387852" x="8661400" y="4968875"/>
          <p14:tracePt t="387882" x="8399463" y="4956175"/>
          <p14:tracePt t="387911" x="8299450" y="4981575"/>
          <p14:tracePt t="387912" x="8286750" y="4992688"/>
          <p14:tracePt t="387938" x="8274050" y="5081588"/>
          <p14:tracePt t="387961" x="8261350" y="5130800"/>
          <p14:tracePt t="387997" x="8261350" y="5168900"/>
          <p14:tracePt t="388023" x="8312150" y="5194300"/>
          <p14:tracePt t="388053" x="8386763" y="5205413"/>
          <p14:tracePt t="388078" x="8448675" y="5205413"/>
          <p14:tracePt t="388101" x="8474075" y="5218113"/>
          <p14:tracePt t="388301" x="8486775" y="5218113"/>
          <p14:tracePt t="388327" x="8486775" y="5230813"/>
          <p14:tracePt t="388351" x="8499475" y="5305425"/>
          <p14:tracePt t="388378" x="8524875" y="5343525"/>
          <p14:tracePt t="388406" x="8548688" y="5356225"/>
          <p14:tracePt t="388436" x="8586788" y="5368925"/>
          <p14:tracePt t="388440" x="8599488" y="5381625"/>
          <p14:tracePt t="388462" x="8624888" y="5381625"/>
          <p14:tracePt t="388595" x="8599488" y="5381625"/>
          <p14:tracePt t="388618" x="8499475" y="5343525"/>
          <p14:tracePt t="388652" x="8412163" y="5343525"/>
          <p14:tracePt t="388675" x="8335963" y="5343525"/>
          <p14:tracePt t="388700" x="8312150" y="5343525"/>
          <p14:tracePt t="388727" x="8299450" y="5368925"/>
          <p14:tracePt t="388727" x="8286750" y="5381625"/>
          <p14:tracePt t="388750" x="8286750" y="5430838"/>
          <p14:tracePt t="388773" x="8286750" y="5456238"/>
          <p14:tracePt t="388805" x="8335963" y="5530850"/>
          <p14:tracePt t="388836" x="8386763" y="5581650"/>
          <p14:tracePt t="388861" x="8399463" y="5594350"/>
          <p14:tracePt t="389355" x="8361363" y="5594350"/>
          <p14:tracePt t="389379" x="8212138" y="5543550"/>
          <p14:tracePt t="389403" x="8086725" y="5481638"/>
          <p14:tracePt t="389426" x="8061325" y="5481638"/>
          <p14:tracePt t="389480" x="8023225" y="5481638"/>
          <p14:tracePt t="389502" x="7974013" y="5481638"/>
          <p14:tracePt t="389531" x="7861300" y="5594350"/>
          <p14:tracePt t="389551" x="7710488" y="5807075"/>
          <p14:tracePt t="389578" x="7635875" y="5919788"/>
          <p14:tracePt t="389607" x="7635875" y="5994400"/>
          <p14:tracePt t="389660" x="7635875" y="6007100"/>
          <p14:tracePt t="389686" x="7685088" y="5981700"/>
          <p14:tracePt t="389687" x="7697788" y="5956300"/>
          <p14:tracePt t="389712" x="7723188" y="5919788"/>
          <p14:tracePt t="389742" x="7735888" y="5919788"/>
          <p14:tracePt t="389766" x="7735888" y="5907088"/>
          <p14:tracePt t="390100" x="7761288" y="5907088"/>
          <p14:tracePt t="390122" x="7797800" y="5919788"/>
          <p14:tracePt t="390127" x="7823200" y="5919788"/>
          <p14:tracePt t="390156" x="7886700" y="5932488"/>
          <p14:tracePt t="390182" x="7923213" y="5945188"/>
          <p14:tracePt t="390695" x="7935913" y="5945188"/>
          <p14:tracePt t="390717" x="7935913" y="5919788"/>
          <p14:tracePt t="390744" x="7961313" y="5868988"/>
          <p14:tracePt t="390764" x="7961313" y="5819775"/>
          <p14:tracePt t="390795" x="8010525" y="5732463"/>
          <p14:tracePt t="390816" x="8061325" y="5643563"/>
          <p14:tracePt t="390847" x="8099425" y="5568950"/>
          <p14:tracePt t="390848" x="8110538" y="5556250"/>
          <p14:tracePt t="390868" x="8148638" y="5530850"/>
          <p14:tracePt t="390895" x="8174038" y="5507038"/>
          <p14:tracePt t="390950" x="8199438" y="5494338"/>
          <p14:tracePt t="390972" x="8212138" y="5494338"/>
          <p14:tracePt t="390999" x="8223250" y="5494338"/>
          <p14:tracePt t="391022" x="8248650" y="5494338"/>
          <p14:tracePt t="391050" x="8286750" y="5494338"/>
          <p14:tracePt t="391072" x="8299450" y="5481638"/>
          <p14:tracePt t="391145" x="8324850" y="5468938"/>
          <p14:tracePt t="391348" x="8335963" y="5481638"/>
          <p14:tracePt t="391370" x="8324850" y="5530850"/>
          <p14:tracePt t="391395" x="8286750" y="5594350"/>
          <p14:tracePt t="391416" x="8223250" y="5630863"/>
          <p14:tracePt t="391443" x="8148638" y="5668963"/>
          <p14:tracePt t="391464" x="7986713" y="5719763"/>
          <p14:tracePt t="391496" x="7797800" y="5743575"/>
          <p14:tracePt t="391519" x="7697788" y="5743575"/>
          <p14:tracePt t="391551" x="7561263" y="5668963"/>
          <p14:tracePt t="391575" x="7485063" y="5619750"/>
          <p14:tracePt t="391602" x="7385050" y="5518150"/>
          <p14:tracePt t="391623" x="7323138" y="5468938"/>
          <p14:tracePt t="391624" x="7323138" y="5430838"/>
          <p14:tracePt t="391656" x="7297738" y="5330825"/>
          <p14:tracePt t="391680" x="7285038" y="5294313"/>
          <p14:tracePt t="391708" x="7285038" y="5256213"/>
          <p14:tracePt t="391734" x="7297738" y="5230813"/>
          <p14:tracePt t="391736" x="7335838" y="5218113"/>
          <p14:tracePt t="391765" x="7472363" y="5168900"/>
          <p14:tracePt t="391790" x="7597775" y="5143500"/>
          <p14:tracePt t="391815" x="7835900" y="5143500"/>
          <p14:tracePt t="391844" x="7923213" y="5143500"/>
          <p14:tracePt t="391868" x="8010525" y="5143500"/>
          <p14:tracePt t="391893" x="8061325" y="5143500"/>
          <p14:tracePt t="391916" x="8074025" y="5143500"/>
          <p14:tracePt t="391944" x="8086725" y="5143500"/>
          <p14:tracePt t="392061" x="8099425" y="5143500"/>
          <p14:tracePt t="392311" x="8123238" y="5181600"/>
          <p14:tracePt t="392336" x="8174038" y="5318125"/>
          <p14:tracePt t="392366" x="8312150" y="5556250"/>
          <p14:tracePt t="392393" x="8435975" y="5856288"/>
          <p14:tracePt t="392416" x="8499475" y="5945188"/>
          <p14:tracePt t="392443" x="8524875" y="6007100"/>
          <p14:tracePt t="392469" x="8548688" y="6045200"/>
          <p14:tracePt t="392494" x="8548688" y="6069013"/>
          <p14:tracePt t="392495" x="8548688" y="6081713"/>
          <p14:tracePt t="392518" x="8548688" y="6119813"/>
          <p14:tracePt t="392520" x="8537575" y="6132513"/>
          <p14:tracePt t="392545" x="8386763" y="6169025"/>
          <p14:tracePt t="392574" x="8148638" y="6181725"/>
          <p14:tracePt t="392598" x="7810500" y="6232525"/>
          <p14:tracePt t="392599" x="7685088" y="6232525"/>
          <p14:tracePt t="392624" x="7423150" y="6232525"/>
          <p14:tracePt t="392654" x="7223125" y="6232525"/>
          <p14:tracePt t="392680" x="7097713" y="6157913"/>
          <p14:tracePt t="392703" x="7059613" y="6132513"/>
          <p14:tracePt t="392733" x="7046913" y="6094413"/>
          <p14:tracePt t="392759" x="7046913" y="6045200"/>
          <p14:tracePt t="392784" x="7046913" y="6032500"/>
          <p14:tracePt t="392809" x="7046913" y="5981700"/>
          <p14:tracePt t="392835" x="7059613" y="5956300"/>
          <p14:tracePt t="392863" x="7072313" y="5945188"/>
          <p14:tracePt t="392890" x="7085013" y="5932488"/>
          <p14:tracePt t="392985" x="7097713" y="5932488"/>
          <p14:tracePt t="393007" x="7085013" y="5907088"/>
          <p14:tracePt t="393033" x="7059613" y="5868988"/>
          <p14:tracePt t="393063" x="6959600" y="5807075"/>
          <p14:tracePt t="393092" x="6846888" y="5719763"/>
          <p14:tracePt t="393114" x="6684963" y="5630863"/>
          <p14:tracePt t="393144" x="6308725" y="5581650"/>
          <p14:tracePt t="393168" x="6045200" y="5543550"/>
          <p14:tracePt t="393196" x="5845175" y="5543550"/>
          <p14:tracePt t="393217" x="5757863" y="5556250"/>
          <p14:tracePt t="393245" x="5745163" y="5568950"/>
          <p14:tracePt t="393269" x="5732463" y="5607050"/>
          <p14:tracePt t="393295" x="5732463" y="5643563"/>
          <p14:tracePt t="393315" x="5732463" y="5656263"/>
          <p14:tracePt t="393542" x="5745163" y="5668963"/>
          <p14:tracePt t="393543" x="5783263" y="5668963"/>
          <p14:tracePt t="393567" x="6146800" y="5668963"/>
          <p14:tracePt t="393595" x="6572250" y="5656263"/>
          <p14:tracePt t="393620" x="6846888" y="5619750"/>
          <p14:tracePt t="393624" x="6910388" y="5594350"/>
          <p14:tracePt t="393695" x="6846888" y="5530850"/>
          <p14:tracePt t="393696" x="6834188" y="5530850"/>
          <p14:tracePt t="393723" x="6759575" y="5507038"/>
          <p14:tracePt t="393756" x="6659563" y="5481638"/>
          <p14:tracePt t="393785" x="6459538" y="5443538"/>
          <p14:tracePt t="393823" x="6196013" y="5443538"/>
          <p14:tracePt t="393855" x="6045200" y="5456238"/>
          <p14:tracePt t="393883" x="6008688" y="5507038"/>
          <p14:tracePt t="393911" x="5970588" y="5556250"/>
          <p14:tracePt t="393942" x="6021388" y="5668963"/>
          <p14:tracePt t="393975" x="6321425" y="5856288"/>
          <p14:tracePt t="394007" x="6684963" y="5945188"/>
          <p14:tracePt t="394032" x="6859588" y="5945188"/>
          <p14:tracePt t="394065" x="7046913" y="5781675"/>
          <p14:tracePt t="394093" x="7046913" y="5581650"/>
          <p14:tracePt t="394121" x="6946900" y="5268913"/>
          <p14:tracePt t="394148" x="6684963" y="5081588"/>
          <p14:tracePt t="394174" x="6321425" y="4992688"/>
          <p14:tracePt t="394201" x="5832475" y="4992688"/>
          <p14:tracePt t="394232" x="5432425" y="5081588"/>
          <p14:tracePt t="394264" x="5157788" y="5294313"/>
          <p14:tracePt t="394294" x="5094288" y="5456238"/>
          <p14:tracePt t="394295" x="5094288" y="5543550"/>
          <p14:tracePt t="394318" x="5094288" y="5668963"/>
          <p14:tracePt t="394354" x="5094288" y="5807075"/>
          <p14:tracePt t="394377" x="5094288" y="5819775"/>
          <p14:tracePt t="395129" x="5094288" y="5832475"/>
          <p14:tracePt t="395269" x="5119688" y="5819775"/>
          <p14:tracePt t="395298" x="5257800" y="5707063"/>
          <p14:tracePt t="395328" x="5357813" y="5619750"/>
          <p14:tracePt t="395360" x="5370513" y="5530850"/>
          <p14:tracePt t="395388" x="5394325" y="5518150"/>
          <p14:tracePt t="395411" x="5394325" y="5494338"/>
          <p14:tracePt t="395440" x="5394325" y="5481638"/>
          <p14:tracePt t="395513" x="5419725" y="5481638"/>
          <p14:tracePt t="395565" x="5507038" y="5468938"/>
          <p14:tracePt t="395588" x="5645150" y="5468938"/>
          <p14:tracePt t="395616" x="5808663" y="5468938"/>
          <p14:tracePt t="395642" x="5857875" y="5468938"/>
          <p14:tracePt t="395912" x="5983288" y="5468938"/>
          <p14:tracePt t="395934" x="6096000" y="5468938"/>
          <p14:tracePt t="395936" x="6108700" y="5468938"/>
          <p14:tracePt t="395970" x="6183313" y="5456238"/>
          <p14:tracePt t="395991" x="6196013" y="5443538"/>
          <p14:tracePt t="396042" x="6134100" y="5394325"/>
          <p14:tracePt t="396070" x="5957888" y="5318125"/>
          <p14:tracePt t="396097" x="5645150" y="5230813"/>
          <p14:tracePt t="396121" x="5495925" y="5205413"/>
          <p14:tracePt t="396150" x="5407025" y="5181600"/>
          <p14:tracePt t="396176" x="5270500" y="5181600"/>
          <p14:tracePt t="396206" x="5207000" y="5194300"/>
          <p14:tracePt t="396227" x="5132388" y="5268913"/>
          <p14:tracePt t="396258" x="5106988" y="5294313"/>
          <p14:tracePt t="396280" x="5081588" y="5318125"/>
          <p14:tracePt t="396307" x="5081588" y="5330825"/>
          <p14:tracePt t="396329" x="5068888" y="5368925"/>
          <p14:tracePt t="396360" x="5057775" y="5394325"/>
          <p14:tracePt t="397103" x="5132388" y="5368925"/>
          <p14:tracePt t="397125" x="5207000" y="5356225"/>
          <p14:tracePt t="397154" x="5307013" y="5305425"/>
          <p14:tracePt t="397178" x="5357813" y="5305425"/>
          <p14:tracePt t="397209" x="5470525" y="5218113"/>
          <p14:tracePt t="397236" x="5495925" y="5218113"/>
          <p14:tracePt t="397309" x="5507038" y="5194300"/>
          <p14:tracePt t="397335" x="5532438" y="5181600"/>
          <p14:tracePt t="397362" x="5570538" y="5181600"/>
          <p14:tracePt t="397385" x="5632450" y="5181600"/>
          <p14:tracePt t="397413" x="5719763" y="5181600"/>
          <p14:tracePt t="397436" x="5845175" y="5218113"/>
          <p14:tracePt t="397469" x="5921375" y="5268913"/>
          <p14:tracePt t="397492" x="5957888" y="5294313"/>
          <p14:tracePt t="397520" x="6008688" y="5318125"/>
          <p14:tracePt t="397542" x="6008688" y="5330825"/>
          <p14:tracePt t="397573" x="6021388" y="5330825"/>
          <p14:tracePt t="397595" x="6021388" y="5343525"/>
          <p14:tracePt t="397651" x="6034088" y="5343525"/>
          <p14:tracePt t="397901" x="6083300" y="5356225"/>
          <p14:tracePt t="397922" x="6157913" y="5356225"/>
          <p14:tracePt t="397947" x="6296025" y="5356225"/>
          <p14:tracePt t="397978" x="6772275" y="5205413"/>
          <p14:tracePt t="398007" x="7210425" y="5118100"/>
          <p14:tracePt t="398033" x="7323138" y="5068888"/>
          <p14:tracePt t="398061" x="7335838" y="5068888"/>
          <p14:tracePt t="398130" x="7359650" y="5068888"/>
          <p14:tracePt t="398157" x="7410450" y="5143500"/>
          <p14:tracePt t="398187" x="7459663" y="5218113"/>
          <p14:tracePt t="398212" x="7497763" y="5256213"/>
          <p14:tracePt t="398237" x="7510463" y="5268913"/>
          <p14:tracePt t="399035" x="7523163" y="5294313"/>
          <p14:tracePt t="399061" x="7535863" y="5294313"/>
          <p14:tracePt t="399087" x="7548563" y="5356225"/>
          <p14:tracePt t="399116" x="7548563" y="5394325"/>
          <p14:tracePt t="399142" x="7485063" y="5468938"/>
          <p14:tracePt t="399143" x="7459663" y="5481638"/>
          <p14:tracePt t="399171" x="7335838" y="5530850"/>
          <p14:tracePt t="399197" x="7246938" y="5568950"/>
          <p14:tracePt t="399223" x="7146925" y="5607050"/>
          <p14:tracePt t="399253" x="7110413" y="5619750"/>
          <p14:tracePt t="399279" x="7085013" y="5630863"/>
          <p14:tracePt t="399397" x="7072313" y="5630863"/>
          <p14:tracePt t="399421" x="7097713" y="5581650"/>
          <p14:tracePt t="399448" x="7146925" y="5556250"/>
          <p14:tracePt t="399477" x="7197725" y="5530850"/>
          <p14:tracePt t="399505" x="7272338" y="5494338"/>
          <p14:tracePt t="399528" x="7310438" y="5494338"/>
          <p14:tracePt t="399557" x="7348538" y="5494338"/>
          <p14:tracePt t="399584" x="7372350" y="5494338"/>
          <p14:tracePt t="399614" x="7435850" y="5481638"/>
          <p14:tracePt t="399615" x="7459663" y="5481638"/>
          <p14:tracePt t="399636" x="7510463" y="5481638"/>
          <p14:tracePt t="399670" x="7661275" y="5443538"/>
          <p14:tracePt t="399671" x="7697788" y="5443538"/>
          <p14:tracePt t="399694" x="7785100" y="5430838"/>
          <p14:tracePt t="399724" x="7910513" y="5418138"/>
          <p14:tracePt t="399745" x="7961313" y="5407025"/>
          <p14:tracePt t="399927" x="7986713" y="5407025"/>
          <p14:tracePt t="399952" x="7999413" y="5468938"/>
          <p14:tracePt t="399986" x="8023225" y="5543550"/>
          <p14:tracePt t="400011" x="8023225" y="5594350"/>
          <p14:tracePt t="400035" x="8023225" y="5630863"/>
          <p14:tracePt t="400061" x="8023225" y="5668963"/>
          <p14:tracePt t="400090" x="7823200" y="5756275"/>
          <p14:tracePt t="400115" x="7572375" y="5768975"/>
          <p14:tracePt t="400140" x="7348538" y="5768975"/>
          <p14:tracePt t="400170" x="7272338" y="5743575"/>
          <p14:tracePt t="400199" x="7246938" y="5694363"/>
          <p14:tracePt t="400226" x="7235825" y="5656263"/>
          <p14:tracePt t="400254" x="7235825" y="5619750"/>
          <p14:tracePt t="400277" x="7235825" y="5594350"/>
          <p14:tracePt t="400303" x="7235825" y="5556250"/>
          <p14:tracePt t="400333" x="7246938" y="5543550"/>
          <p14:tracePt t="400633" x="7259638" y="5543550"/>
          <p14:tracePt t="400682" x="7285038" y="5530850"/>
          <p14:tracePt t="400704" x="7310438" y="5518150"/>
          <p14:tracePt t="400738" x="7372350" y="5507038"/>
          <p14:tracePt t="400763" x="7410450" y="5494338"/>
          <p14:tracePt t="400786" x="7523163" y="5468938"/>
          <p14:tracePt t="400811" x="7610475" y="5456238"/>
          <p14:tracePt t="400836" x="7648575" y="5456238"/>
          <p14:tracePt t="401323" x="7661275" y="5443538"/>
          <p14:tracePt t="401373" x="7661275" y="5418138"/>
          <p14:tracePt t="401424" x="7610475" y="5407025"/>
          <p14:tracePt t="401448" x="7597775" y="5407025"/>
          <p14:tracePt t="401474" x="7572375" y="5407025"/>
          <p14:tracePt t="401494" x="7561263" y="5407025"/>
          <p14:tracePt t="401497" x="7548563" y="5407025"/>
          <p14:tracePt t="401531" x="7510463" y="5407025"/>
          <p14:tracePt t="401577" x="7485063" y="5407025"/>
          <p14:tracePt t="401598" x="7472363" y="5418138"/>
          <p14:tracePt t="401624" x="7459663" y="5418138"/>
          <p14:tracePt t="401699" x="7448550" y="5418138"/>
          <p14:tracePt t="401725" x="7435850" y="5418138"/>
          <p14:tracePt t="401756" x="7397750" y="5443538"/>
          <p14:tracePt t="401781" x="7348538" y="5468938"/>
          <p14:tracePt t="401808" x="7235825" y="5543550"/>
          <p14:tracePt t="401836" x="7172325" y="5594350"/>
          <p14:tracePt t="401866" x="7123113" y="5619750"/>
          <p14:tracePt t="401886" x="7110413" y="5630863"/>
          <p14:tracePt t="402299" x="7110413" y="5643563"/>
          <p14:tracePt t="402353" x="7110413" y="5656263"/>
          <p14:tracePt t="402479" x="7110413" y="5668963"/>
          <p14:tracePt t="402501" x="7097713" y="5668963"/>
          <p14:tracePt t="402533" x="7123113" y="5518150"/>
          <p14:tracePt t="402556" x="7185025" y="5394325"/>
          <p14:tracePt t="402563" x="7223125" y="5356225"/>
          <p14:tracePt t="402587" x="7323138" y="5205413"/>
          <p14:tracePt t="402615" x="7435850" y="5130800"/>
          <p14:tracePt t="402616" x="7459663" y="5118100"/>
          <p14:tracePt t="402643" x="7548563" y="5081588"/>
          <p14:tracePt t="402648" x="7585075" y="5081588"/>
          <p14:tracePt t="402673" x="7697788" y="5068888"/>
          <p14:tracePt t="402696" x="7823200" y="5068888"/>
          <p14:tracePt t="402720" x="7923213" y="5068888"/>
          <p14:tracePt t="402744" x="8074025" y="5105400"/>
          <p14:tracePt t="402771" x="8235950" y="5168900"/>
          <p14:tracePt t="402799" x="8348663" y="5230813"/>
          <p14:tracePt t="402824" x="8412163" y="5281613"/>
          <p14:tracePt t="402850" x="8424863" y="5305425"/>
          <p14:tracePt t="402880" x="8448675" y="5356225"/>
          <p14:tracePt t="402906" x="8448675" y="5381625"/>
          <p14:tracePt t="402936" x="8448675" y="5430838"/>
          <p14:tracePt t="402964" x="8448675" y="5456238"/>
          <p14:tracePt t="402986" x="8448675" y="5507038"/>
          <p14:tracePt t="403014" x="8448675" y="5518150"/>
          <p14:tracePt t="403040" x="8448675" y="5543550"/>
          <p14:tracePt t="403090" x="8448675" y="5568950"/>
          <p14:tracePt t="403112" x="8424863" y="5594350"/>
          <p14:tracePt t="403135" x="8424863" y="5607050"/>
          <p14:tracePt t="403160" x="8412163" y="5643563"/>
          <p14:tracePt t="403190" x="8374063" y="5668963"/>
          <p14:tracePt t="403216" x="8312150" y="5694363"/>
          <p14:tracePt t="403240" x="8286750" y="5719763"/>
          <p14:tracePt t="403266" x="8248650" y="5732463"/>
          <p14:tracePt t="403295" x="8235950" y="5743575"/>
          <p14:tracePt t="403869" x="8223250" y="5743575"/>
          <p14:tracePt t="403889" x="8212138" y="5719763"/>
          <p14:tracePt t="405999" x="7986713" y="5468938"/>
          <p14:tracePt t="406023" x="7974013" y="5456238"/>
          <p14:tracePt t="406143" x="7974013" y="5430838"/>
          <p14:tracePt t="406192" x="8199438" y="5430838"/>
          <p14:tracePt t="406213" x="8186738" y="5443538"/>
          <p14:tracePt t="406677" x="8161338" y="5443538"/>
          <p14:tracePt t="406846" x="8074025" y="5443538"/>
          <p14:tracePt t="406847" x="8061325" y="5443538"/>
          <p14:tracePt t="406872" x="7961313" y="5430838"/>
          <p14:tracePt t="406899" x="7897813" y="5418138"/>
          <p14:tracePt t="406924" x="7835900" y="5407025"/>
          <p14:tracePt t="406962" x="7685088" y="5368925"/>
          <p14:tracePt t="406996" x="7497763" y="5343525"/>
          <p14:tracePt t="407022" x="7259638" y="5343525"/>
          <p14:tracePt t="407025" x="7185025" y="5343525"/>
          <p14:tracePt t="407047" x="6821488" y="5368925"/>
          <p14:tracePt t="407074" x="6646863" y="5407025"/>
          <p14:tracePt t="407101" x="6546850" y="5418138"/>
          <p14:tracePt t="407130" x="6459538" y="5456238"/>
          <p14:tracePt t="407156" x="6434138" y="5456238"/>
          <p14:tracePt t="407418" x="6446838" y="5456238"/>
          <p14:tracePt t="407493" x="6459538" y="5456238"/>
          <p14:tracePt t="407515" x="6483350" y="5456238"/>
          <p14:tracePt t="407548" x="6496050" y="5456238"/>
          <p14:tracePt t="407597" x="6508750" y="5456238"/>
          <p14:tracePt t="407650" x="6521450" y="5456238"/>
          <p14:tracePt t="407702" x="6534150" y="5456238"/>
          <p14:tracePt t="408164" x="6559550" y="5456238"/>
          <p14:tracePt t="408210" x="6572250" y="5456238"/>
          <p14:tracePt t="408236" x="6584950" y="5456238"/>
          <p14:tracePt t="408265" x="6596063" y="5456238"/>
          <p14:tracePt t="408570" x="6634163" y="5456238"/>
          <p14:tracePt t="408593" x="6646863" y="5481638"/>
          <p14:tracePt t="408618" x="6659563" y="5494338"/>
          <p14:tracePt t="408644" x="6672263" y="5494338"/>
          <p14:tracePt t="408677" x="6684963" y="5518150"/>
          <p14:tracePt t="408723" x="6684963" y="5530850"/>
          <p14:tracePt t="408751" x="6696075" y="5543550"/>
          <p14:tracePt t="408781" x="6708775" y="5556250"/>
          <p14:tracePt t="409169" x="6721475" y="5556250"/>
          <p14:tracePt t="409194" x="6772275" y="5594350"/>
          <p14:tracePt t="409219" x="6834188" y="5630863"/>
          <p14:tracePt t="409248" x="6859588" y="5694363"/>
          <p14:tracePt t="409279" x="6884988" y="5732463"/>
          <p14:tracePt t="410020" x="6884988" y="5707063"/>
          <p14:tracePt t="410049" x="6897688" y="5668963"/>
          <p14:tracePt t="410105" x="6897688" y="5656263"/>
          <p14:tracePt t="410153" x="6897688" y="5643563"/>
          <p14:tracePt t="410451" x="6910388" y="5643563"/>
          <p14:tracePt t="411713" x="6910388" y="5630863"/>
          <p14:tracePt t="411751" x="6921500" y="5619750"/>
          <p14:tracePt t="411804" x="6934200" y="5607050"/>
          <p14:tracePt t="412420" x="6946900" y="5607050"/>
          <p14:tracePt t="412461" x="6959600" y="5607050"/>
          <p14:tracePt t="412564" x="6972300" y="5607050"/>
          <p14:tracePt t="412595" x="6985000" y="5607050"/>
          <p14:tracePt t="412829" x="6997700" y="5607050"/>
          <p14:tracePt t="412946" x="7021513" y="5607050"/>
          <p14:tracePt t="412972" x="7059613" y="5607050"/>
          <p14:tracePt t="413005" x="7097713" y="5630863"/>
          <p14:tracePt t="413027" x="7134225" y="5656263"/>
          <p14:tracePt t="413076" x="7159625" y="5681663"/>
          <p14:tracePt t="413105" x="7159625" y="5732463"/>
          <p14:tracePt t="413131" x="7159625" y="5781675"/>
          <p14:tracePt t="413156" x="7159625" y="5856288"/>
          <p14:tracePt t="413182" x="7159625" y="5919788"/>
          <p14:tracePt t="413211" x="7146925" y="6019800"/>
          <p14:tracePt t="413240" x="7072313" y="6119813"/>
          <p14:tracePt t="413262" x="7034213" y="6157913"/>
          <p14:tracePt t="413263" x="6997700" y="6181725"/>
          <p14:tracePt t="413291" x="6910388" y="6232525"/>
          <p14:tracePt t="413313" x="6834188" y="6281738"/>
          <p14:tracePt t="413341" x="6797675" y="6332538"/>
          <p14:tracePt t="413369" x="6772275" y="6357938"/>
          <p14:tracePt t="413423" x="6772275" y="6370638"/>
          <p14:tracePt t="413448" x="7010400" y="6370638"/>
          <p14:tracePt t="413473" x="7335838" y="6294438"/>
          <p14:tracePt t="413503" x="7635875" y="6094413"/>
          <p14:tracePt t="413620" x="7648575" y="6094413"/>
          <p14:tracePt t="413647" x="7661275" y="6081713"/>
          <p14:tracePt t="413673" x="7597775" y="5969000"/>
          <p14:tracePt t="413698" x="7397750" y="5881688"/>
          <p14:tracePt t="413723" x="7072313" y="5807075"/>
          <p14:tracePt t="413751" x="6784975" y="5781675"/>
          <p14:tracePt t="413779" x="6659563" y="5781675"/>
          <p14:tracePt t="413808" x="6483350" y="5781675"/>
          <p14:tracePt t="413834" x="6296025" y="5932488"/>
          <p14:tracePt t="413858" x="6170613" y="6045200"/>
          <p14:tracePt t="413884" x="6057900" y="6232525"/>
          <p14:tracePt t="413912" x="5821363" y="6519863"/>
          <p14:tracePt t="413940" x="5632450" y="6707188"/>
          <p14:tracePt t="414329" x="4932363" y="6532563"/>
          <p14:tracePt t="414359" x="4994275" y="6507163"/>
          <p14:tracePt t="414380" x="5006975" y="6483350"/>
          <p14:tracePt t="414463" x="4956175" y="6519863"/>
          <p14:tracePt t="414493" x="4932363" y="6583363"/>
          <p14:tracePt t="414523" x="4919663" y="6583363"/>
          <p14:tracePt t="414575" x="4906963" y="6594475"/>
          <p14:tracePt t="414715" x="4981575" y="6507163"/>
          <p14:tracePt t="414741" x="5081588" y="6419850"/>
          <p14:tracePt t="414771" x="5232400" y="6319838"/>
          <p14:tracePt t="414800" x="5294313" y="6269038"/>
          <p14:tracePt t="414832" x="5307013" y="6257925"/>
          <p14:tracePt t="415386" x="5307013" y="6269038"/>
          <p14:tracePt t="415415" x="5307013" y="6319838"/>
          <p14:tracePt t="415442" x="5307013" y="6357938"/>
          <p14:tracePt t="415471" x="5307013" y="6407150"/>
          <p14:tracePt t="415507" x="5307013" y="6432550"/>
          <p14:tracePt t="415561" x="5294313" y="6445250"/>
          <p14:tracePt t="415587" x="5270500" y="6457950"/>
          <p14:tracePt t="415622" x="5257800" y="6470650"/>
          <p14:tracePt t="415651" x="5207000" y="6483350"/>
          <p14:tracePt t="415682" x="5170488" y="6507163"/>
          <p14:tracePt t="415817" x="5181600" y="6507163"/>
          <p14:tracePt t="415839" x="5294313" y="6445250"/>
          <p14:tracePt t="415840" x="5383213" y="6357938"/>
          <p14:tracePt t="415868" x="5607050" y="6181725"/>
          <p14:tracePt t="415893" x="5832475" y="6045200"/>
          <p14:tracePt t="415925" x="6070600" y="5956300"/>
          <p14:tracePt t="415950" x="6121400" y="5956300"/>
          <p14:tracePt t="415974" x="6134100" y="5981700"/>
          <p14:tracePt t="416072" x="6121400" y="5994400"/>
          <p14:tracePt t="416098" x="6083300" y="5994400"/>
          <p14:tracePt t="416126" x="6057900" y="6007100"/>
          <p14:tracePt t="416201" x="6057900" y="6019800"/>
          <p14:tracePt t="416225" x="6045200" y="6019800"/>
          <p14:tracePt t="416317" x="6034088" y="6032500"/>
          <p14:tracePt t="416411" x="6034088" y="6045200"/>
          <p14:tracePt t="416433" x="6034088" y="6069013"/>
          <p14:tracePt t="416461" x="6008688" y="6119813"/>
          <p14:tracePt t="416484" x="5995988" y="6145213"/>
          <p14:tracePt t="416517" x="5957888" y="6207125"/>
          <p14:tracePt t="416538" x="5945188" y="6207125"/>
          <p14:tracePt t="416616" x="5945188" y="6219825"/>
          <p14:tracePt t="416667" x="5957888" y="6232525"/>
          <p14:tracePt t="416742" x="5983288" y="6232525"/>
          <p14:tracePt t="416765" x="5995988" y="6232525"/>
          <p14:tracePt t="416790" x="6021388" y="6232525"/>
          <p14:tracePt t="416841" x="6034088" y="6245225"/>
          <p14:tracePt t="416938" x="6045200" y="6257925"/>
          <p14:tracePt t="417869" x="6045200" y="6281738"/>
          <p14:tracePt t="417891" x="6045200" y="6307138"/>
          <p14:tracePt t="417918" x="6045200" y="6332538"/>
          <p14:tracePt t="417941" x="6045200" y="6345238"/>
          <p14:tracePt t="417975" x="6045200" y="6357938"/>
          <p14:tracePt t="418001" x="6045200" y="6394450"/>
          <p14:tracePt t="418059" x="6045200" y="6407150"/>
          <p14:tracePt t="418110" x="6045200" y="6419850"/>
          <p14:tracePt t="418408" x="6045200" y="6432550"/>
          <p14:tracePt t="418482" x="6045200" y="6445250"/>
          <p14:tracePt t="418507" x="6057900" y="6470650"/>
          <p14:tracePt t="419340" x="6070600" y="6470650"/>
          <p14:tracePt t="419394" x="6070600" y="6457950"/>
          <p14:tracePt t="419419" x="6070600" y="6445250"/>
          <p14:tracePt t="419444" x="6070600" y="6432550"/>
          <p14:tracePt t="419469" x="6070600" y="6419850"/>
          <p14:tracePt t="419494" x="6083300" y="6407150"/>
          <p14:tracePt t="419524" x="6083300" y="6394450"/>
          <p14:tracePt t="419573" x="6083300" y="6381750"/>
          <p14:tracePt t="419668" x="6083300" y="6370638"/>
          <p14:tracePt t="419741" x="6083300" y="6357938"/>
          <p14:tracePt t="419819" x="6083300" y="6332538"/>
          <p14:tracePt t="420001" x="6096000" y="6332538"/>
          <p14:tracePt t="420030" x="6096000" y="6319838"/>
          <p14:tracePt t="420055" x="6096000" y="6294438"/>
          <p14:tracePt t="420081" x="6083300" y="6281738"/>
          <p14:tracePt t="420108" x="6057900" y="6281738"/>
          <p14:tracePt t="420112" x="6045200" y="6257925"/>
          <p14:tracePt t="420135" x="6021388" y="6257925"/>
          <p14:tracePt t="420164" x="5970588" y="6257925"/>
          <p14:tracePt t="420191" x="5945188" y="6257925"/>
          <p14:tracePt t="420220" x="5921375" y="6257925"/>
          <p14:tracePt t="420242" x="5895975" y="6257925"/>
          <p14:tracePt t="420270" x="5870575" y="6257925"/>
          <p14:tracePt t="420292" x="5832475" y="6245225"/>
          <p14:tracePt t="420323" x="5795963" y="6219825"/>
          <p14:tracePt t="420349" x="5770563" y="6207125"/>
          <p14:tracePt t="420376" x="5757863" y="6194425"/>
          <p14:tracePt t="420398" x="5745163" y="6169025"/>
          <p14:tracePt t="420454" x="5732463" y="6145213"/>
          <p14:tracePt t="420670" x="5708650" y="6145213"/>
          <p14:tracePt t="420721" x="5695950" y="6157913"/>
          <p14:tracePt t="420745" x="5683250" y="6169025"/>
          <p14:tracePt t="420869" x="5683250" y="6181725"/>
          <p14:tracePt t="420922" x="5683250" y="6194425"/>
          <p14:tracePt t="422950" x="5683250" y="6207125"/>
          <p14:tracePt t="422977" x="5683250" y="6232525"/>
          <p14:tracePt t="423031" x="5683250" y="6245225"/>
          <p14:tracePt t="423174" x="5683250" y="6257925"/>
          <p14:tracePt t="423224" x="5683250" y="6281738"/>
          <p14:tracePt t="423278" x="5683250" y="6294438"/>
          <p14:tracePt t="423303" x="5683250" y="6319838"/>
          <p14:tracePt t="423330" x="5683250" y="6345238"/>
          <p14:tracePt t="423379" x="5683250" y="6357938"/>
          <p14:tracePt t="423399" x="5683250" y="6370638"/>
          <p14:tracePt t="423433" x="5670550" y="6381750"/>
          <p14:tracePt t="424563" x="5645150" y="6394450"/>
          <p14:tracePt t="424589" x="5607050" y="6407150"/>
          <p14:tracePt t="424617" x="5570538" y="6432550"/>
          <p14:tracePt t="424644" x="5532438" y="6432550"/>
          <p14:tracePt t="424670" x="5519738" y="6445250"/>
          <p14:tracePt t="424699" x="5507038" y="6445250"/>
          <p14:tracePt t="424728" x="5495925" y="6445250"/>
          <p14:tracePt t="424803" x="5483225" y="6445250"/>
          <p14:tracePt t="426704" x="5483225" y="6419850"/>
          <p14:tracePt t="426730" x="5483225" y="6394450"/>
          <p14:tracePt t="426755" x="5483225" y="6370638"/>
          <p14:tracePt t="426781" x="5483225" y="6345238"/>
          <p14:tracePt t="426810" x="5483225" y="6332538"/>
          <p14:tracePt t="426863" x="5483225" y="6319838"/>
          <p14:tracePt t="426938" x="5483225" y="6294438"/>
          <p14:tracePt t="427838" x="5483225" y="6245225"/>
          <p14:tracePt t="427839" x="5483225" y="6219825"/>
          <p14:tracePt t="427859" x="5483225" y="6207125"/>
          <p14:tracePt t="427889" x="5483225" y="6169025"/>
          <p14:tracePt t="428018" x="5470525" y="6169025"/>
          <p14:tracePt t="428043" x="5457825" y="6169025"/>
          <p14:tracePt t="428068" x="5445125" y="6169025"/>
          <p14:tracePt t="428095" x="5432425" y="6169025"/>
          <p14:tracePt t="428123" x="5419725" y="6181725"/>
          <p14:tracePt t="428146" x="5407025" y="6181725"/>
          <p14:tracePt t="428827" x="5407025" y="6194425"/>
          <p14:tracePt t="429107" x="5407025" y="6207125"/>
          <p14:tracePt t="429292" x="5407025" y="6219825"/>
          <p14:tracePt t="429639" x="5407025" y="6232525"/>
          <p14:tracePt t="429663" x="5394325" y="6281738"/>
          <p14:tracePt t="429718" x="5394325" y="6307138"/>
          <p14:tracePt t="429743" x="5394325" y="6357938"/>
          <p14:tracePt t="429768" x="5394325" y="6381750"/>
          <p14:tracePt t="432051" x="5394325" y="6370638"/>
          <p14:tracePt t="432332" x="5394325" y="6357938"/>
          <p14:tracePt t="437275" x="5394325" y="6319838"/>
          <p14:tracePt t="437297" x="5394325" y="6294438"/>
          <p14:tracePt t="437326" x="5394325" y="6281738"/>
          <p14:tracePt t="437352" x="5394325" y="6269038"/>
          <p14:tracePt t="437408" x="5394325" y="6257925"/>
          <p14:tracePt t="437832" x="5383213" y="6281738"/>
          <p14:tracePt t="437859" x="5370513" y="6281738"/>
          <p14:tracePt t="437888" x="5357813" y="6294438"/>
          <p14:tracePt t="437913" x="5345113" y="6319838"/>
          <p14:tracePt t="437937" x="5332413" y="6332538"/>
          <p14:tracePt t="437971" x="5319713" y="6357938"/>
          <p14:tracePt t="438000" x="5307013" y="6370638"/>
          <p14:tracePt t="438383" x="5270500" y="6370638"/>
          <p14:tracePt t="438407" x="5257800" y="6357938"/>
          <p14:tracePt t="438433" x="5257800" y="6319838"/>
          <p14:tracePt t="438460" x="5232400" y="6281738"/>
          <p14:tracePt t="438486" x="5207000" y="6194425"/>
          <p14:tracePt t="438487" x="5207000" y="6181725"/>
          <p14:tracePt t="438513" x="5181600" y="6081713"/>
          <p14:tracePt t="438537" x="5157788" y="5969000"/>
          <p14:tracePt t="438565" x="5132388" y="5868988"/>
          <p14:tracePt t="438595" x="5106988" y="5732463"/>
          <p14:tracePt t="438619" x="5106988" y="5619750"/>
          <p14:tracePt t="438645" x="5106988" y="5518150"/>
          <p14:tracePt t="438675" x="5132388" y="5294313"/>
          <p14:tracePt t="438701" x="5170488" y="5092700"/>
          <p14:tracePt t="438728" x="5219700" y="4918075"/>
          <p14:tracePt t="438756" x="5270500" y="4868863"/>
          <p14:tracePt t="439300" x="5270500" y="4892675"/>
          <p14:tracePt t="439326" x="5270500" y="5005388"/>
          <p14:tracePt t="439328" x="5270500" y="5043488"/>
          <p14:tracePt t="439353" x="5270500" y="5105400"/>
          <p14:tracePt t="439359" x="5270500" y="5118100"/>
          <p14:tracePt t="439417" x="5232400" y="5056188"/>
          <p14:tracePt t="439650" x="5219700" y="5056188"/>
          <p14:tracePt t="439681" x="5106988" y="5130800"/>
          <p14:tracePt t="439729" x="5094288" y="5243513"/>
          <p14:tracePt t="439750" x="5232400" y="5407025"/>
          <p14:tracePt t="439752" x="5307013" y="5481638"/>
          <p14:tracePt t="439783" x="5857875" y="5956300"/>
          <p14:tracePt t="439810" x="6496050" y="6345238"/>
          <p14:tracePt t="439837" x="6985000" y="6607175"/>
          <p14:tracePt t="439865" x="7510463" y="6757988"/>
          <p14:tracePt t="439893" x="7648575" y="6757988"/>
          <p14:tracePt t="439920" x="7848600" y="6545263"/>
          <p14:tracePt t="439947" x="7910513" y="6345238"/>
          <p14:tracePt t="439979" x="7935913" y="5932488"/>
          <p14:tracePt t="440011" x="7773988" y="5468938"/>
          <p14:tracePt t="440033" x="7548563" y="5168900"/>
          <p14:tracePt t="440063" x="7297738" y="4981575"/>
          <p14:tracePt t="440064" x="7197725" y="4905375"/>
          <p14:tracePt t="440090" x="6808788" y="4843463"/>
          <p14:tracePt t="440119" x="6308725" y="4830763"/>
          <p14:tracePt t="440143" x="6045200" y="4818063"/>
          <p14:tracePt t="440176" x="5908675" y="4856163"/>
          <p14:tracePt t="440200" x="5832475" y="4981575"/>
          <p14:tracePt t="440231" x="5732463" y="5407025"/>
          <p14:tracePt t="440258" x="5957888" y="5781675"/>
          <p14:tracePt t="440288" x="6170613" y="6145213"/>
          <p14:tracePt t="440315" x="6421438" y="6381750"/>
          <p14:tracePt t="440342" x="6608763" y="6583363"/>
          <p14:tracePt t="440373" x="6672263" y="6632575"/>
          <p14:tracePt t="440400" x="6708775" y="6632575"/>
          <p14:tracePt t="440427" x="6797675" y="6457950"/>
          <p14:tracePt t="440454" x="6897688" y="6207125"/>
          <p14:tracePt t="440483" x="6959600" y="5981700"/>
          <p14:tracePt t="440512" x="6972300" y="5881688"/>
          <p14:tracePt t="440535" x="6972300" y="5843588"/>
          <p14:tracePt t="440564" x="6972300" y="5819775"/>
          <p14:tracePt t="440821" x="6946900" y="5843588"/>
          <p14:tracePt t="440842" x="6884988" y="5932488"/>
          <p14:tracePt t="440873" x="6872288" y="5994400"/>
          <p14:tracePt t="440896" x="6872288" y="6007100"/>
          <p14:tracePt t="440980" x="6872288" y="6019800"/>
          <p14:tracePt t="441003" x="6859588" y="6032500"/>
          <p14:tracePt t="441497" x="6846888" y="6045200"/>
          <p14:tracePt t="441524" x="6797675" y="6056313"/>
          <p14:tracePt t="441548" x="6746875" y="6119813"/>
          <p14:tracePt t="441579" x="6734175" y="6169025"/>
          <p14:tracePt t="441606" x="6734175" y="6245225"/>
          <p14:tracePt t="441608" x="6734175" y="6257925"/>
          <p14:tracePt t="441633" x="6734175" y="6307138"/>
          <p14:tracePt t="441661" x="6759575" y="6381750"/>
          <p14:tracePt t="441689" x="6846888" y="6507163"/>
          <p14:tracePt t="441717" x="6934200" y="6583363"/>
          <p14:tracePt t="441740" x="6997700" y="6619875"/>
          <p14:tracePt t="441770" x="7110413" y="6632575"/>
          <p14:tracePt t="441803" x="7197725" y="6632575"/>
          <p14:tracePt t="441833" x="7272338" y="6545263"/>
          <p14:tracePt t="441856" x="7297738" y="6419850"/>
          <p14:tracePt t="441889" x="7246938" y="6194425"/>
          <p14:tracePt t="441914" x="7085013" y="5956300"/>
          <p14:tracePt t="441940" x="6797675" y="5768975"/>
          <p14:tracePt t="441968" x="6483350" y="5568950"/>
          <p14:tracePt t="442000" x="6108700" y="5481638"/>
          <p14:tracePt t="442027" x="5870575" y="5456238"/>
          <p14:tracePt t="442055" x="5770563" y="5456238"/>
          <p14:tracePt t="442084" x="5632450" y="5543550"/>
          <p14:tracePt t="442112" x="5545138" y="5781675"/>
          <p14:tracePt t="442138" x="5545138" y="6007100"/>
          <p14:tracePt t="442167" x="5795963" y="6381750"/>
          <p14:tracePt t="442194" x="6146800" y="6607175"/>
          <p14:tracePt t="442224" x="6708775" y="6832600"/>
          <p14:tracePt t="442333" x="7710488" y="6519863"/>
          <p14:tracePt t="442338" x="7710488" y="6445250"/>
          <p14:tracePt t="442364" x="7710488" y="6245225"/>
          <p14:tracePt t="442391" x="7523163" y="6045200"/>
          <p14:tracePt t="442415" x="7185025" y="5932488"/>
          <p14:tracePt t="442447" x="6872288" y="5794375"/>
          <p14:tracePt t="442474" x="6559550" y="5732463"/>
          <p14:tracePt t="442501" x="6421438" y="5719763"/>
          <p14:tracePt t="442527" x="6270625" y="5768975"/>
          <p14:tracePt t="442553" x="6170613" y="5856288"/>
          <p14:tracePt t="442580" x="6146800" y="5907088"/>
          <p14:tracePt t="442609" x="6146800" y="5932488"/>
          <p14:tracePt t="442634" x="6146800" y="5956300"/>
          <p14:tracePt t="442665" x="6170613" y="6019800"/>
          <p14:tracePt t="442694" x="6270625" y="6119813"/>
          <p14:tracePt t="442723" x="6346825" y="6207125"/>
          <p14:tracePt t="442748" x="6370638" y="6219825"/>
          <p14:tracePt t="442798" x="6383338" y="6219825"/>
          <p14:tracePt t="443038" x="6396038" y="6219825"/>
          <p14:tracePt t="443063" x="6396038" y="6232525"/>
          <p14:tracePt t="443093" x="6421438" y="6245225"/>
          <p14:tracePt t="443121" x="6421438" y="6257925"/>
          <p14:tracePt t="443149" x="6446838" y="6269038"/>
          <p14:tracePt t="443179" x="6483350" y="6269038"/>
          <p14:tracePt t="443202" x="6496050" y="6281738"/>
          <p14:tracePt t="443231" x="6521450" y="6281738"/>
          <p14:tracePt t="443400" x="6534150" y="6281738"/>
          <p14:tracePt t="443610" x="6559550" y="6281738"/>
          <p14:tracePt t="443636" x="6572250" y="6281738"/>
          <p14:tracePt t="443661" x="6584950" y="6269038"/>
          <p14:tracePt t="443689" x="6596063" y="6269038"/>
          <p14:tracePt t="444026" x="6608763" y="6269038"/>
          <p14:tracePt t="444048" x="6608763" y="6307138"/>
          <p14:tracePt t="444080" x="6621463" y="6345238"/>
          <p14:tracePt t="444104" x="6646863" y="6407150"/>
          <p14:tracePt t="444131" x="6659563" y="6445250"/>
          <p14:tracePt t="444153" x="6659563" y="6470650"/>
          <p14:tracePt t="444189" x="6659563" y="6483350"/>
          <p14:tracePt t="444311" x="6634163" y="6483350"/>
          <p14:tracePt t="444339" x="6621463" y="6483350"/>
          <p14:tracePt t="444389" x="6608763" y="6483350"/>
          <p14:tracePt t="444959" x="6608763" y="6470650"/>
          <p14:tracePt t="444990" x="6608763" y="6457950"/>
          <p14:tracePt t="445020" x="6608763" y="6445250"/>
          <p14:tracePt t="445620" x="6634163" y="6357938"/>
          <p14:tracePt t="445645" x="6672263" y="6219825"/>
          <p14:tracePt t="445847" x="6596063" y="6307138"/>
          <p14:tracePt t="445876" x="6559550" y="6307138"/>
          <p14:tracePt t="445908" x="6521450" y="6307138"/>
          <p14:tracePt t="445936" x="6472238" y="6307138"/>
          <p14:tracePt t="445971" x="6408738" y="6294438"/>
          <p14:tracePt t="445994" x="6359525" y="6281738"/>
          <p14:tracePt t="446023" x="6170613" y="6281738"/>
          <p14:tracePt t="446047" x="6070600" y="6281738"/>
          <p14:tracePt t="446076" x="5957888" y="6281738"/>
          <p14:tracePt t="446103" x="5895975" y="6281738"/>
          <p14:tracePt t="446152" x="5883275" y="6281738"/>
          <p14:tracePt t="446178" x="5870575" y="6281738"/>
          <p14:tracePt t="446253" x="5870575" y="6269038"/>
          <p14:tracePt t="447050" x="6021388" y="6319838"/>
          <p14:tracePt t="447074" x="6459538" y="6381750"/>
          <p14:tracePt t="447100" x="7123113" y="6407150"/>
          <p14:tracePt t="447122" x="7773988" y="6419850"/>
          <p14:tracePt t="447152" x="8474075" y="6370638"/>
          <p14:tracePt t="447182" x="8624888" y="6370638"/>
          <p14:tracePt t="447211" x="8674100" y="6370638"/>
          <p14:tracePt t="447237" x="8674100" y="6357938"/>
          <p14:tracePt t="447290" x="8686800" y="6319838"/>
          <p14:tracePt t="447312" x="8561388" y="6281738"/>
          <p14:tracePt t="447345" x="8235950" y="6294438"/>
          <p14:tracePt t="447371" x="7748588" y="6407150"/>
          <p14:tracePt t="447400" x="7059613" y="6607175"/>
          <p14:tracePt t="447422" x="6821488" y="6696075"/>
          <p14:tracePt t="447455" x="6459538" y="6732588"/>
          <p14:tracePt t="447481" x="6259513" y="6845300"/>
          <p14:tracePt t="447762" x="7085013" y="5230813"/>
          <p14:tracePt t="447792" x="7886700" y="4254500"/>
          <p14:tracePt t="447816" x="8035925" y="4017963"/>
          <p14:tracePt t="447851" x="8148638" y="3892550"/>
          <p14:tracePt t="447876" x="8148638" y="3879850"/>
          <p14:tracePt t="447946" x="8186738" y="3905250"/>
          <p14:tracePt t="447971" x="8261350" y="4005263"/>
          <p14:tracePt t="448006" x="8399463" y="4141788"/>
          <p14:tracePt t="448030" x="8499475" y="4292600"/>
          <p14:tracePt t="448032" x="8548688" y="4367213"/>
          <p14:tracePt t="448062" x="8737600" y="4618038"/>
          <p14:tracePt t="448089" x="8837613" y="4943475"/>
          <p14:tracePt t="448115" x="8850313" y="5181600"/>
          <p14:tracePt t="448144" x="8724900" y="5518150"/>
          <p14:tracePt t="448172" x="8461375" y="5743575"/>
          <p14:tracePt t="448195" x="8123238" y="5994400"/>
          <p14:tracePt t="448199" x="7986713" y="6045200"/>
          <p14:tracePt t="448224" x="7548563" y="6219825"/>
          <p14:tracePt t="448257" x="6934200" y="6357938"/>
          <p14:tracePt t="448285" x="6546850" y="6432550"/>
          <p14:tracePt t="448310" x="6121400" y="6545263"/>
          <p14:tracePt t="448311" x="5995988" y="6594475"/>
          <p14:tracePt t="448336" x="5595938" y="6645275"/>
          <p14:tracePt t="448361" x="5281613" y="6696075"/>
          <p14:tracePt t="448390" x="5181600" y="6696075"/>
          <p14:tracePt t="448416" x="5170488" y="6696075"/>
          <p14:tracePt t="448444" x="5157788" y="6696075"/>
          <p14:tracePt t="448538" x="5119688" y="6670675"/>
          <p14:tracePt t="448563" x="5094288" y="6645275"/>
          <p14:tracePt t="448594" x="5045075" y="6607175"/>
          <p14:tracePt t="448615" x="5019675" y="6583363"/>
          <p14:tracePt t="448646" x="4968875" y="6545263"/>
          <p14:tracePt t="448672" x="4881563" y="6519863"/>
          <p14:tracePt t="448700" x="4856163" y="6507163"/>
          <p14:tracePt t="448722" x="4843463" y="6507163"/>
          <p14:tracePt t="448970" x="4819650" y="6507163"/>
          <p14:tracePt t="449118" x="4806950" y="6507163"/>
          <p14:tracePt t="449196" x="4794250" y="6507163"/>
          <p14:tracePt t="449218" x="4819650" y="6507163"/>
          <p14:tracePt t="449369" x="4806950" y="6507163"/>
          <p14:tracePt t="449400" x="4694238" y="6483350"/>
          <p14:tracePt t="449426" x="4643438" y="6483350"/>
          <p14:tracePt t="449451" x="4619625" y="6494463"/>
          <p14:tracePt t="449477" x="4619625" y="6583363"/>
          <p14:tracePt t="449501" x="4619625" y="6745288"/>
          <p14:tracePt t="449664" x="4356100" y="6796088"/>
          <p14:tracePt t="449691" x="4543425" y="6632575"/>
          <p14:tracePt t="449717" x="4768850" y="6432550"/>
          <p14:tracePt t="449742" x="4932363" y="6257925"/>
          <p14:tracePt t="449744" x="4956175" y="6219825"/>
          <p14:tracePt t="449776" x="5068888" y="6094413"/>
          <p14:tracePt t="449835" x="5081588" y="6081713"/>
          <p14:tracePt t="449857" x="5094288" y="6081713"/>
          <p14:tracePt t="449887" x="5119688" y="6081713"/>
          <p14:tracePt t="449911" x="5145088" y="6081713"/>
          <p14:tracePt t="449940" x="5157788" y="6081713"/>
          <p14:tracePt t="449993" x="5170488" y="6081713"/>
          <p14:tracePt t="450018" x="5181600" y="6081713"/>
          <p14:tracePt t="450411" x="5194300" y="6081713"/>
          <p14:tracePt t="450491" x="5194300" y="6094413"/>
          <p14:tracePt t="450513" x="5194300" y="6119813"/>
          <p14:tracePt t="450543" x="5194300" y="6169025"/>
          <p14:tracePt t="450571" x="5194300" y="6207125"/>
          <p14:tracePt t="450604" x="5194300" y="6232525"/>
          <p14:tracePt t="450630" x="5194300" y="6269038"/>
          <p14:tracePt t="450658" x="5157788" y="6307138"/>
          <p14:tracePt t="450683" x="5094288" y="6332538"/>
          <p14:tracePt t="450709" x="5019675" y="6357938"/>
          <p14:tracePt t="450734" x="4981575" y="6357938"/>
          <p14:tracePt t="450811" x="4968875" y="6357938"/>
          <p14:tracePt t="451824" x="4868863" y="6394450"/>
          <p14:tracePt t="451854" x="4806950" y="6407150"/>
          <p14:tracePt t="451856" x="4794250" y="6407150"/>
          <p14:tracePt t="451882" x="4768850" y="6407150"/>
          <p14:tracePt t="451908" x="4756150" y="6407150"/>
          <p14:tracePt t="452036" x="4743450" y="6407150"/>
          <p14:tracePt t="452135" x="4732338" y="6407150"/>
          <p14:tracePt t="452194" x="4732338" y="6419850"/>
          <p14:tracePt t="452268" x="4719638" y="6419850"/>
          <p14:tracePt t="452295" x="4706938" y="6419850"/>
          <p14:tracePt t="452320" x="4681538" y="6407150"/>
          <p14:tracePt t="452611" x="4668838" y="6407150"/>
          <p14:tracePt t="452981" x="4630738" y="6407150"/>
          <p14:tracePt t="453007" x="4581525" y="6432550"/>
          <p14:tracePt t="453008" x="4568825" y="6432550"/>
          <p14:tracePt t="453032" x="4543425" y="6445250"/>
          <p14:tracePt t="453064" x="4518025" y="6445250"/>
          <p14:tracePt t="453114" x="4506913" y="6445250"/>
          <p14:tracePt t="453169" x="4494213" y="6445250"/>
          <p14:tracePt t="453196" x="4468813" y="6432550"/>
          <p14:tracePt t="453229" x="4443413" y="6370638"/>
          <p14:tracePt t="453256" x="4443413" y="6319838"/>
          <p14:tracePt t="453283" x="4443413" y="6269038"/>
          <p14:tracePt t="453311" x="4443413" y="6207125"/>
          <p14:tracePt t="453338" x="4443413" y="6169025"/>
          <p14:tracePt t="453363" x="4443413" y="6132513"/>
          <p14:tracePt t="453390" x="4443413" y="6107113"/>
          <p14:tracePt t="453393" x="4443413" y="6094413"/>
          <p14:tracePt t="453444" x="4443413" y="6081713"/>
          <p14:tracePt t="453474" x="4443413" y="6032500"/>
          <p14:tracePt t="453503" x="4494213" y="5981700"/>
          <p14:tracePt t="453525" x="4494213" y="5969000"/>
          <p14:tracePt t="453553" x="4518025" y="5956300"/>
          <p14:tracePt t="453581" x="4530725" y="5945188"/>
          <p14:tracePt t="453613" x="4543425" y="5932488"/>
          <p14:tracePt t="453963" x="4556125" y="5932488"/>
          <p14:tracePt t="454707" x="4556125" y="5945188"/>
          <p14:tracePt t="454755" x="4556125" y="5956300"/>
          <p14:tracePt t="455075" x="4556125" y="5969000"/>
          <p14:tracePt t="455224" x="4556125" y="5994400"/>
          <p14:tracePt t="455433" x="4568825" y="6007100"/>
          <p14:tracePt t="455463" x="4568825" y="6032500"/>
          <p14:tracePt t="455493" x="4568825" y="6056313"/>
          <p14:tracePt t="455517" x="4568825" y="6069013"/>
          <p14:tracePt t="455544" x="4568825" y="6107113"/>
          <p14:tracePt t="455574" x="4568825" y="6119813"/>
          <p14:tracePt t="455769" x="4630738" y="6132513"/>
          <p14:tracePt t="455794" x="4694238" y="6132513"/>
          <p14:tracePt t="455821" x="4743450" y="6132513"/>
          <p14:tracePt t="455844" x="4768850" y="6132513"/>
          <p14:tracePt t="455876" x="4856163" y="6169025"/>
          <p14:tracePt t="455901" x="4906963" y="6207125"/>
          <p14:tracePt t="455928" x="4906963" y="6232525"/>
          <p14:tracePt t="455959" x="4906963" y="6257925"/>
          <p14:tracePt t="455991" x="4856163" y="6307138"/>
          <p14:tracePt t="456018" x="4806950" y="6319838"/>
          <p14:tracePt t="456044" x="4719638" y="6319838"/>
          <p14:tracePt t="456070" x="4694238" y="6319838"/>
          <p14:tracePt t="456073" x="4681538" y="6319838"/>
          <p14:tracePt t="456124" x="4668838" y="6294438"/>
          <p14:tracePt t="456148" x="4668838" y="6269038"/>
          <p14:tracePt t="456181" x="4643438" y="6219825"/>
          <p14:tracePt t="456207" x="4643438" y="6194425"/>
          <p14:tracePt t="456232" x="4643438" y="6169025"/>
          <p14:tracePt t="456288" x="4643438" y="6157913"/>
          <p14:tracePt t="456313" x="4656138" y="6157913"/>
          <p14:tracePt t="456482" x="4668838" y="6132513"/>
          <p14:tracePt t="456508" x="4681538" y="6132513"/>
          <p14:tracePt t="456534" x="4681538" y="6119813"/>
          <p14:tracePt t="456558" x="4706938" y="6119813"/>
          <p14:tracePt t="457562" x="4643438" y="6145213"/>
          <p14:tracePt t="457589" x="4606925" y="6157913"/>
          <p14:tracePt t="457617" x="4518025" y="6169025"/>
          <p14:tracePt t="457644" x="4481513" y="6181725"/>
          <p14:tracePt t="457670" x="4430713" y="6181725"/>
          <p14:tracePt t="457695" x="4406900" y="6181725"/>
          <p14:tracePt t="457725" x="4381500" y="6181725"/>
          <p14:tracePt t="457728" x="4356100" y="6181725"/>
          <p14:tracePt t="457752" x="4318000" y="6181725"/>
          <p14:tracePt t="457779" x="4268788" y="6194425"/>
          <p14:tracePt t="457805" x="4205288" y="6207125"/>
          <p14:tracePt t="457809" x="4192588" y="6207125"/>
          <p14:tracePt t="457834" x="4117975" y="6219825"/>
          <p14:tracePt t="457865" x="4068763" y="6232525"/>
          <p14:tracePt t="457888" x="4030663" y="6232525"/>
          <p14:tracePt t="457922" x="3992563" y="6232525"/>
          <p14:tracePt t="457945" x="3979863" y="6232525"/>
          <p14:tracePt t="457974" x="3968750" y="6232525"/>
          <p14:tracePt t="458029" x="3943350" y="6207125"/>
          <p14:tracePt t="458052" x="3943350" y="6194425"/>
          <p14:tracePt t="458369" x="3943350" y="6181725"/>
          <p14:tracePt t="459549" x="3943350" y="6194425"/>
          <p14:tracePt t="459597" x="3956050" y="6194425"/>
          <p14:tracePt t="459623" x="3968750" y="6194425"/>
          <p14:tracePt t="459675" x="3979863" y="6194425"/>
          <p14:tracePt t="459697" x="3992563" y="6181725"/>
          <p14:tracePt t="459912" x="3956050" y="6169025"/>
          <p14:tracePt t="459939" x="3892550" y="6145213"/>
          <p14:tracePt t="459969" x="3654425" y="6145213"/>
          <p14:tracePt t="459990" x="3517900" y="6145213"/>
          <p14:tracePt t="460017" x="3305175" y="6219825"/>
          <p14:tracePt t="460038" x="3267075" y="6219825"/>
          <p14:tracePt t="460065" x="3254375" y="6219825"/>
          <p14:tracePt t="460533" x="3254375" y="6232525"/>
          <p14:tracePt t="460683" x="3216275" y="6257925"/>
          <p14:tracePt t="460706" x="3141663" y="6281738"/>
          <p14:tracePt t="460740" x="2979738" y="6345238"/>
          <p14:tracePt t="460765" x="2741613" y="6370638"/>
          <p14:tracePt t="460770" x="2703513" y="6370638"/>
          <p14:tracePt t="460793" x="2565400" y="6394450"/>
          <p14:tracePt t="460828" x="2452688" y="6419850"/>
          <p14:tracePt t="460854" x="2428875" y="6419850"/>
          <p14:tracePt t="460880" x="2365375" y="6445250"/>
          <p14:tracePt t="460907" x="2303463" y="6470650"/>
          <p14:tracePt t="460938" x="2265363" y="6494463"/>
          <p14:tracePt t="460968" x="2252663" y="6494463"/>
          <p14:tracePt t="461019" x="2265363" y="6419850"/>
          <p14:tracePt t="461042" x="2316163" y="6357938"/>
          <p14:tracePt t="461072" x="2352675" y="6357938"/>
          <p14:tracePt t="461094" x="2378075" y="6357938"/>
          <p14:tracePt t="461243" x="2390775" y="6381750"/>
          <p14:tracePt t="461266" x="2428875" y="6394450"/>
          <p14:tracePt t="461291" x="2516188" y="6394450"/>
          <p14:tracePt t="461318" x="2654300" y="6394450"/>
          <p14:tracePt t="461346" x="2767013" y="6394450"/>
          <p14:tracePt t="461374" x="2803525" y="6381750"/>
          <p14:tracePt t="461375" x="2816225" y="6381750"/>
          <p14:tracePt t="461427" x="2828925" y="6381750"/>
          <p14:tracePt t="461476" x="2841625" y="6381750"/>
          <p14:tracePt t="461497" x="2854325" y="6381750"/>
          <p14:tracePt t="462098" x="2867025" y="6381750"/>
          <p14:tracePt t="462130" x="2867025" y="6432550"/>
          <p14:tracePt t="462156" x="2867025" y="6457950"/>
          <p14:tracePt t="462182" x="2816225" y="6494463"/>
          <p14:tracePt t="462207" x="2716213" y="6519863"/>
          <p14:tracePt t="462239" x="2603500" y="6519863"/>
          <p14:tracePt t="462240" x="2565400" y="6519863"/>
          <p14:tracePt t="462264" x="2403475" y="6483350"/>
          <p14:tracePt t="462293" x="2252663" y="6394450"/>
          <p14:tracePt t="462322" x="2203450" y="6219825"/>
          <p14:tracePt t="462343" x="2203450" y="6094413"/>
          <p14:tracePt t="462372" x="2252663" y="5919788"/>
          <p14:tracePt t="462393" x="2339975" y="5794375"/>
          <p14:tracePt t="462422" x="2403475" y="5732463"/>
          <p14:tracePt t="462447" x="2465388" y="5694363"/>
          <p14:tracePt t="462477" x="2516188" y="5668963"/>
          <p14:tracePt t="462500" x="2565400" y="5668963"/>
          <p14:tracePt t="462534" x="2641600" y="5694363"/>
          <p14:tracePt t="462554" x="2728913" y="5707063"/>
          <p14:tracePt t="462583" x="2803525" y="5732463"/>
          <p14:tracePt t="462605" x="2841625" y="5756275"/>
          <p14:tracePt t="462636" x="2903538" y="5781675"/>
          <p14:tracePt t="462658" x="2928938" y="5794375"/>
          <p14:tracePt t="462689" x="2941638" y="5794375"/>
          <p14:tracePt t="462711" x="2954338" y="5807075"/>
          <p14:tracePt t="462738" x="2979738" y="5807075"/>
          <p14:tracePt t="462759" x="3003550" y="5832475"/>
          <p14:tracePt t="463153" x="3003550" y="5843588"/>
          <p14:tracePt t="463179" x="3003550" y="5881688"/>
          <p14:tracePt t="463204" x="3003550" y="5956300"/>
          <p14:tracePt t="463233" x="3003550" y="6007100"/>
          <p14:tracePt t="463258" x="3003550" y="6056313"/>
          <p14:tracePt t="463282" x="3028950" y="6132513"/>
          <p14:tracePt t="463307" x="3028950" y="6169025"/>
          <p14:tracePt t="463334" x="3067050" y="6232525"/>
          <p14:tracePt t="463336" x="3079750" y="6245225"/>
          <p14:tracePt t="463360" x="3092450" y="6319838"/>
          <p14:tracePt t="463391" x="3128963" y="6407150"/>
          <p14:tracePt t="463416" x="3141663" y="6432550"/>
          <p14:tracePt t="463452" x="3167063" y="6470650"/>
          <p14:tracePt t="463476" x="3192463" y="6483350"/>
          <p14:tracePt t="463500" x="3254375" y="6507163"/>
          <p14:tracePt t="463533" x="3405188" y="6507163"/>
          <p14:tracePt t="463537" x="3441700" y="6507163"/>
          <p14:tracePt t="463561" x="3467100" y="6507163"/>
          <p14:tracePt t="463591" x="3479800" y="6507163"/>
          <p14:tracePt t="463613" x="3492500" y="6507163"/>
          <p14:tracePt t="463646" x="3492500" y="6470650"/>
          <p14:tracePt t="463648" x="3492500" y="6457950"/>
          <p14:tracePt t="463672" x="3492500" y="6432550"/>
          <p14:tracePt t="463697" x="3467100" y="6407150"/>
          <p14:tracePt t="463722" x="3454400" y="6394450"/>
          <p14:tracePt t="463953" x="3441700" y="6381750"/>
          <p14:tracePt t="464003" x="3441700" y="6357938"/>
          <p14:tracePt t="464031" x="3505200" y="6307138"/>
          <p14:tracePt t="464059" x="3617913" y="6219825"/>
          <p14:tracePt t="464084" x="3756025" y="6132513"/>
          <p14:tracePt t="464109" x="3817938" y="6094413"/>
          <p14:tracePt t="464293" x="3830638" y="6094413"/>
          <p14:tracePt t="464316" x="3879850" y="6107113"/>
          <p14:tracePt t="464346" x="3956050" y="6119813"/>
          <p14:tracePt t="464370" x="4030663" y="6119813"/>
          <p14:tracePt t="464398" x="4056063" y="6119813"/>
          <p14:tracePt t="464399" x="4081463" y="6119813"/>
          <p14:tracePt t="464454" x="4105275" y="6119813"/>
          <p14:tracePt t="464525" x="4117975" y="6119813"/>
          <p14:tracePt t="464551" x="4143375" y="6119813"/>
          <p14:tracePt t="464580" x="4156075" y="6119813"/>
          <p14:tracePt t="464601" x="4181475" y="6119813"/>
          <p14:tracePt t="464630" x="4192588" y="6119813"/>
          <p14:tracePt t="464634" x="4192588" y="6132513"/>
          <p14:tracePt t="464654" x="4217988" y="6132513"/>
          <p14:tracePt t="464681" x="4230688" y="6132513"/>
          <p14:tracePt t="464729" x="4243388" y="6145213"/>
          <p14:tracePt t="464781" x="4256088" y="6145213"/>
          <p14:tracePt t="464876" x="4268788" y="6145213"/>
          <p14:tracePt t="464901" x="4281488" y="6157913"/>
          <p14:tracePt t="464955" x="4305300" y="6181725"/>
          <p14:tracePt t="465004" x="4330700" y="6181725"/>
          <p14:tracePt t="465030" x="4343400" y="6194425"/>
          <p14:tracePt t="465057" x="4381500" y="6207125"/>
          <p14:tracePt t="465082" x="4394200" y="6219825"/>
          <p14:tracePt t="465130" x="4406900" y="6219825"/>
          <p14:tracePt t="465155" x="4418013" y="6219825"/>
          <p14:tracePt t="465183" x="4418013" y="6232525"/>
          <p14:tracePt t="465233" x="4430713" y="6232525"/>
          <p14:tracePt t="465256" x="4443413" y="6232525"/>
          <p14:tracePt t="465284" x="4443413" y="6245225"/>
          <p14:tracePt t="465305" x="4456113" y="6245225"/>
          <p14:tracePt t="465340" x="4468813" y="6257925"/>
          <p14:tracePt t="465390" x="4481513" y="6269038"/>
          <p14:tracePt t="465442" x="4506913" y="6269038"/>
          <p14:tracePt t="465467" x="4530725" y="6269038"/>
          <p14:tracePt t="465493" x="4556125" y="6269038"/>
          <p14:tracePt t="465515" x="4643438" y="6269038"/>
          <p14:tracePt t="465548" x="4794250" y="6219825"/>
          <p14:tracePt t="465570" x="4819650" y="6194425"/>
          <p14:tracePt t="465600" x="4843463" y="6181725"/>
          <p14:tracePt t="465817" x="4856163" y="6181725"/>
          <p14:tracePt t="465840" x="4868863" y="6181725"/>
          <p14:tracePt t="465865" x="4906963" y="6181725"/>
          <p14:tracePt t="465891" x="4956175" y="6207125"/>
          <p14:tracePt t="465916" x="4994275" y="6219825"/>
          <p14:tracePt t="465946" x="5006975" y="6232525"/>
          <p14:tracePt t="465973" x="5032375" y="6245225"/>
          <p14:tracePt t="466096" x="5068888" y="6269038"/>
          <p14:tracePt t="466118" x="5081588" y="6294438"/>
          <p14:tracePt t="466119" x="5094288" y="6294438"/>
          <p14:tracePt t="466146" x="5119688" y="6319838"/>
          <p14:tracePt t="466168" x="5145088" y="6332538"/>
          <p14:tracePt t="466197" x="5157788" y="6345238"/>
          <p14:tracePt t="466219" x="5181600" y="6357938"/>
          <p14:tracePt t="466249" x="5219700" y="6357938"/>
          <p14:tracePt t="466271" x="5257800" y="6357938"/>
          <p14:tracePt t="466299" x="5281613" y="6357938"/>
          <p14:tracePt t="466323" x="5307013" y="6345238"/>
          <p14:tracePt t="466357" x="5370513" y="6257925"/>
          <p14:tracePt t="466381" x="5383213" y="6194425"/>
          <p14:tracePt t="466406" x="5383213" y="6181725"/>
          <p14:tracePt t="466460" x="5383213" y="6245225"/>
          <p14:tracePt t="466648" x="5383213" y="6257925"/>
          <p14:tracePt t="467197" x="5357813" y="6257925"/>
          <p14:tracePt t="467219" x="5219700" y="6269038"/>
          <p14:tracePt t="467251" x="5068888" y="6294438"/>
          <p14:tracePt t="467273" x="4994275" y="6332538"/>
          <p14:tracePt t="467306" x="4968875" y="6394450"/>
          <p14:tracePt t="467332" x="4968875" y="6483350"/>
          <p14:tracePt t="467357" x="5068888" y="6557963"/>
          <p14:tracePt t="467381" x="5145088" y="6583363"/>
          <p14:tracePt t="467384" x="5170488" y="6583363"/>
          <p14:tracePt t="467408" x="5319713" y="6594475"/>
          <p14:tracePt t="467439" x="5545138" y="6583363"/>
          <p14:tracePt t="467465" x="5632450" y="6532563"/>
          <p14:tracePt t="467494" x="5670550" y="6494463"/>
          <p14:tracePt t="467516" x="5670550" y="6445250"/>
          <p14:tracePt t="467548" x="5670550" y="6307138"/>
          <p14:tracePt t="467571" x="5619750" y="6194425"/>
          <p14:tracePt t="467598" x="5545138" y="6107113"/>
          <p14:tracePt t="467622" x="5507038" y="6081713"/>
          <p14:tracePt t="467654" x="5432425" y="6056313"/>
          <p14:tracePt t="467677" x="5394325" y="6056313"/>
          <p14:tracePt t="467707" x="5370513" y="6056313"/>
          <p14:tracePt t="467733" x="5357813" y="6056313"/>
          <p14:tracePt t="467780" x="5345113" y="6069013"/>
          <p14:tracePt t="467802" x="5345113" y="6094413"/>
          <p14:tracePt t="467828" x="5345113" y="6107113"/>
          <p14:tracePt t="468462" x="5294313" y="6145213"/>
          <p14:tracePt t="468463" x="5257800" y="6145213"/>
          <p14:tracePt t="468490" x="5157788" y="6157913"/>
          <p14:tracePt t="468520" x="5045075" y="6194425"/>
          <p14:tracePt t="468544" x="5006975" y="6207125"/>
          <p14:tracePt t="468569" x="4956175" y="6219825"/>
          <p14:tracePt t="468593" x="4945063" y="6232525"/>
          <p14:tracePt t="468641" x="4932363" y="6232525"/>
          <p14:tracePt t="468667" x="4919663" y="6245225"/>
          <p14:tracePt t="468696" x="4919663" y="6257925"/>
          <p14:tracePt t="468717" x="4894263" y="6281738"/>
          <p14:tracePt t="468748" x="4894263" y="6294438"/>
          <p14:tracePt t="468957" x="4881563" y="6294438"/>
          <p14:tracePt t="468980" x="4856163" y="6307138"/>
          <p14:tracePt t="469007" x="4819650" y="6307138"/>
          <p14:tracePt t="469032" x="4768850" y="6319838"/>
          <p14:tracePt t="469064" x="4694238" y="6332538"/>
          <p14:tracePt t="469088" x="4681538" y="6332538"/>
          <p14:tracePt t="469300" x="4668838" y="6332538"/>
          <p14:tracePt t="469483" x="4656138" y="6332538"/>
          <p14:tracePt t="469607" x="4668838" y="6307138"/>
          <p14:tracePt t="469630" x="4681538" y="6307138"/>
          <p14:tracePt t="469658" x="4719638" y="6294438"/>
          <p14:tracePt t="469681" x="4732338" y="6281738"/>
          <p14:tracePt t="469712" x="4756150" y="6281738"/>
          <p14:tracePt t="469736" x="4781550" y="6281738"/>
          <p14:tracePt t="469761" x="4794250" y="6269038"/>
          <p14:tracePt t="469812" x="4945063" y="6194425"/>
          <p14:tracePt t="469840" x="5045075" y="6132513"/>
          <p14:tracePt t="469864" x="5081588" y="6119813"/>
          <p14:tracePt t="469892" x="5106988" y="6107113"/>
          <p14:tracePt t="469949" x="5119688" y="6107113"/>
          <p14:tracePt t="470061" x="5145088" y="6107113"/>
          <p14:tracePt t="470115" x="5145088" y="6132513"/>
          <p14:tracePt t="470139" x="5145088" y="6145213"/>
          <p14:tracePt t="470183" x="5145088" y="6157913"/>
          <p14:tracePt t="470239" x="5132388" y="6157913"/>
          <p14:tracePt t="470262" x="5119688" y="6157913"/>
          <p14:tracePt t="470264" x="5106988" y="6169025"/>
          <p14:tracePt t="470316" x="5106988" y="6194425"/>
          <p14:tracePt t="470341" x="5094288" y="6219825"/>
          <p14:tracePt t="470542" x="5094288" y="6245225"/>
          <p14:tracePt t="470862" x="5094288" y="6257925"/>
          <p14:tracePt t="470884" x="5032375" y="6245225"/>
          <p14:tracePt t="470894" x="5006975" y="6245225"/>
          <p14:tracePt t="470917" x="4881563" y="6145213"/>
          <p14:tracePt t="470946" x="4719638" y="6032500"/>
          <p14:tracePt t="470972" x="4630738" y="5907088"/>
          <p14:tracePt t="471003" x="4556125" y="5768975"/>
          <p14:tracePt t="471028" x="4556125" y="5707063"/>
          <p14:tracePt t="471057" x="4518025" y="5630863"/>
          <p14:tracePt t="471078" x="4518025" y="5607050"/>
          <p14:tracePt t="471112" x="4506913" y="5530850"/>
          <p14:tracePt t="471137" x="4506913" y="5481638"/>
          <p14:tracePt t="471165" x="4518025" y="5443538"/>
          <p14:tracePt t="471189" x="4530725" y="5418138"/>
          <p14:tracePt t="471221" x="4543425" y="5407025"/>
          <p14:tracePt t="471361" x="4556125" y="5407025"/>
          <p14:tracePt t="471383" x="4581525" y="5430838"/>
          <p14:tracePt t="471416" x="4606925" y="5456238"/>
          <p14:tracePt t="471442" x="4630738" y="5468938"/>
          <p14:tracePt t="471467" x="4643438" y="5481638"/>
          <p14:tracePt t="471494" x="4668838" y="5494338"/>
          <p14:tracePt t="471524" x="4694238" y="5518150"/>
          <p14:tracePt t="471550" x="4719638" y="5543550"/>
          <p14:tracePt t="471575" x="4743450" y="5594350"/>
          <p14:tracePt t="471604" x="4756150" y="5630863"/>
          <p14:tracePt t="471609" x="4756150" y="5643563"/>
          <p14:tracePt t="471635" x="4781550" y="5681663"/>
          <p14:tracePt t="471659" x="4794250" y="5694363"/>
          <p14:tracePt t="471686" x="4794250" y="5719763"/>
          <p14:tracePt t="471711" x="4806950" y="5743575"/>
          <p14:tracePt t="471736" x="4806950" y="5756275"/>
          <p14:tracePt t="471766" x="4806950" y="5781675"/>
          <p14:tracePt t="471767" x="4819650" y="5794375"/>
          <p14:tracePt t="471797" x="4832350" y="5819775"/>
          <p14:tracePt t="471822" x="4843463" y="5856288"/>
          <p14:tracePt t="471851" x="4868863" y="5907088"/>
          <p14:tracePt t="471872" x="4881563" y="5932488"/>
          <p14:tracePt t="471903" x="4906963" y="5956300"/>
          <p14:tracePt t="471931" x="4906963" y="5981700"/>
          <p14:tracePt t="471966" x="4919663" y="5994400"/>
          <p14:tracePt t="471991" x="4919663" y="6007100"/>
          <p14:tracePt t="472102" x="4919663" y="6019800"/>
          <p14:tracePt t="472150" x="4932363" y="6019800"/>
          <p14:tracePt t="473545" x="4956175" y="6045200"/>
          <p14:tracePt t="473573" x="4981575" y="6094413"/>
          <p14:tracePt t="473601" x="5132388" y="6181725"/>
          <p14:tracePt t="473623" x="5257800" y="6257925"/>
          <p14:tracePt t="473651" x="5407025" y="6307138"/>
          <p14:tracePt t="473675" x="5557838" y="6307138"/>
          <p14:tracePt t="473704" x="5683250" y="6307138"/>
          <p14:tracePt t="473729" x="5719763" y="6307138"/>
          <p14:tracePt t="473758" x="5745163" y="6307138"/>
          <p14:tracePt t="473778" x="5757863" y="6319838"/>
          <p14:tracePt t="473855" x="5757863" y="6332538"/>
          <p14:tracePt t="473926" x="5732463" y="6345238"/>
          <p14:tracePt t="473956" x="5695950" y="6345238"/>
          <p14:tracePt t="473984" x="5657850" y="6345238"/>
          <p14:tracePt t="474008" x="5619750" y="6332538"/>
          <p14:tracePt t="474032" x="5570538" y="6319838"/>
          <p14:tracePt t="474057" x="5507038" y="6319838"/>
          <p14:tracePt t="474081" x="5457825" y="6319838"/>
          <p14:tracePt t="474108" x="5407025" y="6319838"/>
          <p14:tracePt t="474136" x="5370513" y="6345238"/>
          <p14:tracePt t="474160" x="5370513" y="6370638"/>
          <p14:tracePt t="474186" x="5370513" y="6432550"/>
          <p14:tracePt t="474215" x="5483225" y="6594475"/>
          <p14:tracePt t="474243" x="5719763" y="6732588"/>
          <p14:tracePt t="474267" x="5945188" y="6807200"/>
          <p14:tracePt t="474442" x="6346825" y="6696075"/>
          <p14:tracePt t="474471" x="6170613" y="6494463"/>
          <p14:tracePt t="474495" x="6083300" y="6407150"/>
          <p14:tracePt t="474528" x="5957888" y="6345238"/>
          <p14:tracePt t="474554" x="5921375" y="6332538"/>
          <p14:tracePt t="474605" x="5883275" y="6332538"/>
          <p14:tracePt t="474631" x="5945188" y="6419850"/>
          <p14:tracePt t="474662" x="6034088" y="6457950"/>
          <p14:tracePt t="474683" x="6096000" y="6470650"/>
          <p14:tracePt t="474714" x="6121400" y="6470650"/>
          <p14:tracePt t="474736" x="6134100" y="6470650"/>
          <p14:tracePt t="474767" x="6146800" y="6470650"/>
          <p14:tracePt t="474816" x="6134100" y="6419850"/>
          <p14:tracePt t="474838" x="6134100" y="6407150"/>
          <p14:tracePt t="474840" x="6108700" y="6394450"/>
          <p14:tracePt t="476863" x="6108700" y="6407150"/>
          <p14:tracePt t="479665" x="6083300" y="6407150"/>
          <p14:tracePt t="479922" x="6083300" y="6394450"/>
          <p14:tracePt t="480135" x="6083300" y="6381750"/>
          <p14:tracePt t="483649" x="6070600" y="6370638"/>
          <p14:tracePt t="483766" x="6057900" y="6370638"/>
          <p14:tracePt t="483791" x="6045200" y="6370638"/>
          <p14:tracePt t="484268" x="6045200" y="6307138"/>
          <p14:tracePt t="484295" x="6045200" y="6207125"/>
          <p14:tracePt t="484319" x="6034088" y="6157913"/>
          <p14:tracePt t="484472" x="6034088" y="6145213"/>
          <p14:tracePt t="484660" x="6021388" y="6157913"/>
          <p14:tracePt t="484686" x="5995988" y="6207125"/>
          <p14:tracePt t="484687" x="5983288" y="6232525"/>
          <p14:tracePt t="484712" x="5983288" y="6257925"/>
          <p14:tracePt t="485019" x="5957888" y="6307138"/>
          <p14:tracePt t="485046" x="5908675" y="6345238"/>
          <p14:tracePt t="485078" x="5870575" y="6394450"/>
          <p14:tracePt t="485102" x="5857875" y="6407150"/>
          <p14:tracePt t="486339" x="5857875" y="6419850"/>
          <p14:tracePt t="486367" x="5832475" y="6432550"/>
          <p14:tracePt t="487782" x="5821363" y="6432550"/>
          <p14:tracePt t="487808" x="5821363" y="6419850"/>
          <p14:tracePt t="490626" x="5808663" y="6419850"/>
          <p14:tracePt t="490647" x="5783263" y="6419850"/>
          <p14:tracePt t="490676" x="5757863" y="6419850"/>
          <p14:tracePt t="490701" x="5732463" y="6419850"/>
          <p14:tracePt t="490705" x="5719763" y="6419850"/>
          <p14:tracePt t="490755" x="5708650" y="6419850"/>
          <p14:tracePt t="490779" x="5695950" y="6419850"/>
          <p14:tracePt t="494860" x="5683250" y="6407150"/>
          <p14:tracePt t="495629" x="5683250" y="6394450"/>
          <p14:tracePt t="497134" x="5683250" y="6345238"/>
          <p14:tracePt t="497135" x="5683250" y="6332538"/>
          <p14:tracePt t="497158" x="5683250" y="6307138"/>
          <p14:tracePt t="497185" x="5670550" y="6269038"/>
          <p14:tracePt t="499547" x="5657850" y="6281738"/>
          <p14:tracePt t="499571" x="5645150" y="6294438"/>
          <p14:tracePt t="499829" x="5645150" y="6307138"/>
          <p14:tracePt t="500144" x="5632450" y="6307138"/>
          <p14:tracePt t="517122" x="5632450" y="6319838"/>
          <p14:tracePt t="517147" x="5632450" y="6370638"/>
          <p14:tracePt t="517177" x="5632450" y="6457950"/>
          <p14:tracePt t="517200" x="5657850" y="6519863"/>
          <p14:tracePt t="517233" x="5719763" y="6607175"/>
          <p14:tracePt t="517259" x="5745163" y="6645275"/>
          <p14:tracePt t="517285" x="5770563" y="6657975"/>
          <p14:tracePt t="517310" x="5795963" y="6657975"/>
          <p14:tracePt t="517344" x="5821363" y="6670675"/>
          <p14:tracePt t="517371" x="5870575" y="6670675"/>
          <p14:tracePt t="517396" x="5908675" y="6683375"/>
          <p14:tracePt t="517423" x="6021388" y="6719888"/>
          <p14:tracePt t="517455" x="6170613" y="6757988"/>
          <p14:tracePt t="517459" x="6208713" y="6770688"/>
          <p14:tracePt t="517481" x="6370638" y="6796088"/>
          <p14:tracePt t="517510" x="6483350" y="6796088"/>
          <p14:tracePt t="517538" x="6521450" y="6819900"/>
          <p14:tracePt t="517567" x="6534150" y="6819900"/>
          <p14:tracePt t="517618" x="6546850" y="6819900"/>
          <p14:tracePt t="517674" x="6572250" y="6832600"/>
          <p14:tracePt t="517725" x="6596063" y="6832600"/>
          <p14:tracePt t="517751" x="6646863" y="6832600"/>
          <p14:tracePt t="517803" x="6672263" y="6832600"/>
          <p14:tracePt t="517886" x="6684963" y="6832600"/>
          <p14:tracePt t="518572" x="6696075" y="6832600"/>
          <p14:tracePt t="518593" x="6696075" y="6796088"/>
          <p14:tracePt t="518624" x="6696075" y="6745288"/>
          <p14:tracePt t="518651" x="6696075" y="6670675"/>
          <p14:tracePt t="518684" x="6696075" y="6570663"/>
          <p14:tracePt t="518709" x="6696075" y="6483350"/>
          <p14:tracePt t="518736" x="6696075" y="6381750"/>
          <p14:tracePt t="518760" x="6696075" y="6294438"/>
          <p14:tracePt t="518791" x="6696075" y="6219825"/>
          <p14:tracePt t="518814" x="6696075" y="6181725"/>
          <p14:tracePt t="518838" x="6734175" y="6107113"/>
          <p14:tracePt t="518865" x="6734175" y="6056313"/>
          <p14:tracePt t="518897" x="6746875" y="6032500"/>
          <p14:tracePt t="518928" x="6772275" y="6007100"/>
          <p14:tracePt t="518978" x="6784975" y="5956300"/>
          <p14:tracePt t="519001" x="6846888" y="5932488"/>
          <p14:tracePt t="519036" x="6934200" y="5894388"/>
          <p14:tracePt t="519063" x="6985000" y="5868988"/>
          <p14:tracePt t="519095" x="7085013" y="5843588"/>
          <p14:tracePt t="519123" x="7259638" y="5807075"/>
          <p14:tracePt t="519151" x="7548563" y="5743575"/>
          <p14:tracePt t="519179" x="7785100" y="5707063"/>
          <p14:tracePt t="519210" x="7910513" y="5681663"/>
          <p14:tracePt t="519237" x="7935913" y="5681663"/>
          <p14:tracePt t="519269" x="7999413" y="5694363"/>
          <p14:tracePt t="519292" x="8099425" y="5732463"/>
          <p14:tracePt t="519320" x="8148638" y="5681663"/>
          <p14:tracePt t="519349" x="8148638" y="5656263"/>
          <p14:tracePt t="519589" x="8148638" y="5619750"/>
          <p14:tracePt t="519612" x="8148638" y="5607050"/>
          <p14:tracePt t="519646" x="8161338" y="5681663"/>
          <p14:tracePt t="519672" x="8335963" y="6257925"/>
          <p14:tracePt t="519696" x="8399463" y="6670675"/>
          <p14:tracePt t="519919" x="7797800" y="6719888"/>
          <p14:tracePt t="519944" x="7710488" y="6570663"/>
          <p14:tracePt t="519978" x="7661275" y="6407150"/>
          <p14:tracePt t="519999" x="7635875" y="6307138"/>
          <p14:tracePt t="520034" x="7635875" y="6169025"/>
          <p14:tracePt t="520060" x="7635875" y="6081713"/>
          <p14:tracePt t="520087" x="7710488" y="5894388"/>
          <p14:tracePt t="520112" x="7848600" y="5732463"/>
          <p14:tracePt t="520144" x="8048625" y="5518150"/>
          <p14:tracePt t="520170" x="8186738" y="5443538"/>
          <p14:tracePt t="520198" x="8248650" y="5407025"/>
          <p14:tracePt t="520199" x="8261350" y="5394325"/>
          <p14:tracePt t="520253" x="8274050" y="5394325"/>
          <p14:tracePt t="520422" x="8261350" y="5407025"/>
          <p14:tracePt t="520424" x="8261350" y="5418138"/>
          <p14:tracePt t="520449" x="8248650" y="5443538"/>
          <p14:tracePt t="520477" x="8248650" y="5468938"/>
          <p14:tracePt t="520499" x="8248650" y="5494338"/>
          <p14:tracePt t="520531" x="8235950" y="5530850"/>
          <p14:tracePt t="520556" x="8235950" y="5543550"/>
          <p14:tracePt t="520585" x="8212138" y="5630863"/>
          <p14:tracePt t="520609" x="8199438" y="5681663"/>
          <p14:tracePt t="520641" x="8174038" y="5732463"/>
          <p14:tracePt t="520663" x="8148638" y="5768975"/>
          <p14:tracePt t="520742" x="8148638" y="5794375"/>
          <p14:tracePt t="520812" x="8148638" y="5807075"/>
          <p14:tracePt t="521040" x="8148638" y="5843588"/>
          <p14:tracePt t="521063" x="8099425" y="6032500"/>
          <p14:tracePt t="521096" x="7886700" y="6345238"/>
          <p14:tracePt t="521122" x="7761288" y="6470650"/>
          <p14:tracePt t="521148" x="7697788" y="6519863"/>
          <p14:tracePt t="521292" x="7685088" y="6519863"/>
          <p14:tracePt t="521347" x="7661275" y="6507163"/>
          <p14:tracePt t="521375" x="7635875" y="6457950"/>
          <p14:tracePt t="521402" x="7635875" y="6381750"/>
          <p14:tracePt t="521429" x="7635875" y="6332538"/>
          <p14:tracePt t="521459" x="7635875" y="6307138"/>
          <p14:tracePt t="521489" x="7635875" y="6294438"/>
          <p14:tracePt t="521514" x="7623175" y="6257925"/>
          <p14:tracePt t="521540" x="7623175" y="6232525"/>
          <p14:tracePt t="521570" x="7623175" y="6194425"/>
          <p14:tracePt t="521593" x="7623175" y="6181725"/>
          <p14:tracePt t="521647" x="7623175" y="6169025"/>
          <p14:tracePt t="521702" x="7610475" y="6157913"/>
          <p14:tracePt t="521729" x="7597775" y="6157913"/>
          <p14:tracePt t="521755" x="7597775" y="6145213"/>
          <p14:tracePt t="521783" x="7597775" y="6119813"/>
          <p14:tracePt t="521808" x="7585075" y="6081713"/>
          <p14:tracePt t="521834" x="7585075" y="6045200"/>
          <p14:tracePt t="521861" x="7585075" y="6032500"/>
          <p14:tracePt t="521891" x="7561263" y="6007100"/>
          <p14:tracePt t="521918" x="7561263" y="5994400"/>
          <p14:tracePt t="522040" x="7561263" y="5981700"/>
          <p14:tracePt t="522065" x="7572375" y="5868988"/>
          <p14:tracePt t="522098" x="7572375" y="5694363"/>
          <p14:tracePt t="522320" x="7572375" y="5707063"/>
          <p14:tracePt t="522555" x="7561263" y="5707063"/>
          <p14:tracePt t="522610" x="7561263" y="5719763"/>
          <p14:tracePt t="522662" x="7548563" y="5743575"/>
          <p14:tracePt t="522717" x="7523163" y="5768975"/>
          <p14:tracePt t="525602" x="7510463" y="5781675"/>
          <p14:tracePt t="525745" x="7497763" y="5794375"/>
          <p14:tracePt t="525768" x="7485063" y="5807075"/>
          <p14:tracePt t="526043" x="7472363" y="5832475"/>
          <p14:tracePt t="526065" x="7472363" y="5843588"/>
          <p14:tracePt t="526096" x="7435850" y="5894388"/>
          <p14:tracePt t="526121" x="7410450" y="5932488"/>
          <p14:tracePt t="526153" x="7359650" y="5956300"/>
          <p14:tracePt t="526176" x="7359650" y="5969000"/>
          <p14:tracePt t="526209" x="7348538" y="5981700"/>
          <p14:tracePt t="526232" x="7348538" y="5994400"/>
          <p14:tracePt t="526375" x="7335838" y="6007100"/>
          <p14:tracePt t="526473" x="7335838" y="6019800"/>
          <p14:tracePt t="526500" x="7310438" y="6045200"/>
          <p14:tracePt t="526527" x="7285038" y="6094413"/>
          <p14:tracePt t="526528" x="7272338" y="6107113"/>
          <p14:tracePt t="526554" x="7185025" y="6232525"/>
          <p14:tracePt t="526582" x="7097713" y="6394450"/>
          <p14:tracePt t="526610" x="7010400" y="6507163"/>
          <p14:tracePt t="526638" x="6997700" y="6532563"/>
          <p14:tracePt t="526661" x="6985000" y="6545263"/>
          <p14:tracePt t="527047" x="6985000" y="6532563"/>
          <p14:tracePt t="527048" x="6997700" y="6532563"/>
          <p14:tracePt t="527102" x="6997700" y="6507163"/>
          <p14:tracePt t="527103" x="7010400" y="6494463"/>
          <p14:tracePt t="527126" x="7021513" y="6494463"/>
          <p14:tracePt t="527127" x="7034213" y="6483350"/>
          <p14:tracePt t="527155" x="7034213" y="6470650"/>
          <p14:tracePt t="527346" x="7034213" y="6457950"/>
          <p14:tracePt t="530574" x="7046913" y="6432550"/>
          <p14:tracePt t="530629" x="7059613" y="6419850"/>
          <p14:tracePt t="530655" x="7059613" y="6407150"/>
          <p14:tracePt t="530681" x="7072313" y="6381750"/>
          <p14:tracePt t="530735" x="7072313" y="6357938"/>
          <p14:tracePt t="530763" x="7085013" y="6345238"/>
          <p14:tracePt t="530813" x="7097713" y="6332538"/>
          <p14:tracePt t="530835" x="7123113" y="6319838"/>
          <p14:tracePt t="530892" x="7159625" y="6307138"/>
          <p14:tracePt t="530916" x="7210425" y="6269038"/>
          <p14:tracePt t="530944" x="7285038" y="6219825"/>
          <p14:tracePt t="530969" x="7348538" y="6181725"/>
          <p14:tracePt t="531000" x="7359650" y="6169025"/>
          <p14:tracePt t="531056" x="7372350" y="6145213"/>
          <p14:tracePt t="531110" x="7397750" y="6119813"/>
          <p14:tracePt t="531132" x="7397750" y="6107113"/>
          <p14:tracePt t="531165" x="7410450" y="6094413"/>
          <p14:tracePt t="539775" x="7423150" y="6094413"/>
          <p14:tracePt t="542332" x="7423150" y="6081713"/>
          <p14:tracePt t="543355" x="7410450" y="6081713"/>
          <p14:tracePt t="543405" x="7410450" y="6094413"/>
          <p14:tracePt t="543529" x="7397750" y="6107113"/>
          <p14:tracePt t="544453" x="7397750" y="6119813"/>
          <p14:tracePt t="544504" x="7385050" y="6119813"/>
          <p14:tracePt t="545124" x="7372350" y="6132513"/>
          <p14:tracePt t="545154" x="7372350" y="6145213"/>
          <p14:tracePt t="545185" x="7372350" y="6157913"/>
          <p14:tracePt t="545208" x="7372350" y="6169025"/>
          <p14:tracePt t="545263" x="7348538" y="6194425"/>
          <p14:tracePt t="545670" x="7348538" y="6207125"/>
          <p14:tracePt t="545695" x="7348538" y="6219825"/>
          <p14:tracePt t="545722" x="7335838" y="6232525"/>
          <p14:tracePt t="545822" x="7335838" y="6257925"/>
          <p14:tracePt t="545882" x="7372350" y="6532563"/>
          <p14:tracePt t="545907" x="7535863" y="6832600"/>
          <p14:tracePt t="556055" x="7886700" y="6819900"/>
          <p14:tracePt t="556113" x="7897813" y="6819900"/>
          <p14:tracePt t="556268" x="7897813" y="6832600"/>
          <p14:tracePt t="558171" x="7459663" y="6796088"/>
          <p14:tracePt t="558197" x="7123113" y="6770688"/>
          <p14:tracePt t="558226" x="6734175" y="6770688"/>
          <p14:tracePt t="558253" x="6421438" y="6845300"/>
          <p14:tracePt t="558793" x="5407025" y="6683375"/>
          <p14:tracePt t="558822" x="5270500" y="6619875"/>
          <p14:tracePt t="558850" x="5032375" y="6570663"/>
          <p14:tracePt t="558882" x="4543425" y="6532563"/>
          <p14:tracePt t="558906" x="4068763" y="6532563"/>
          <p14:tracePt t="558941" x="3541713" y="6532563"/>
          <p14:tracePt t="558970" x="3441700" y="6519863"/>
          <p14:tracePt t="559099" x="3429000" y="6519863"/>
          <p14:tracePt t="559127" x="3405188" y="6519863"/>
          <p14:tracePt t="559128" x="3392488" y="6519863"/>
          <p14:tracePt t="559158" x="3279775" y="6532563"/>
          <p14:tracePt t="559184" x="3079750" y="6557963"/>
          <p14:tracePt t="559211" x="2879725" y="6594475"/>
          <p14:tracePt t="559242" x="2741613" y="6607175"/>
          <p14:tracePt t="559273" x="2716213" y="6607175"/>
          <p14:tracePt t="559295" x="2690813" y="6607175"/>
          <p14:tracePt t="559323" x="2678113" y="6607175"/>
          <p14:tracePt t="559345" x="2667000" y="6607175"/>
          <p14:tracePt t="559402" x="2641600" y="6607175"/>
          <p14:tracePt t="559481" x="2628900" y="6607175"/>
          <p14:tracePt t="559800" x="2628900" y="6583363"/>
          <p14:tracePt t="561288" x="2628900" y="6570663"/>
          <p14:tracePt t="561365" x="2628900" y="6557963"/>
          <p14:tracePt t="561511" x="2628900" y="6545263"/>
          <p14:tracePt t="561611" x="2628900" y="6532563"/>
          <p14:tracePt t="561714" x="2628900" y="6519863"/>
          <p14:tracePt t="561896" x="2628900" y="6507163"/>
          <p14:tracePt t="561952" x="2628900" y="6494463"/>
          <p14:tracePt t="561983" x="2616200" y="6470650"/>
          <p14:tracePt t="562009" x="2590800" y="6445250"/>
          <p14:tracePt t="562045" x="2590800" y="6432550"/>
          <p14:tracePt t="562048" x="2590800" y="6419850"/>
          <p14:tracePt t="562100" x="2578100" y="6419850"/>
          <p14:tracePt t="562124" x="2578100" y="6407150"/>
          <p14:tracePt t="562157" x="2578100" y="6381750"/>
          <p14:tracePt t="562184" x="2578100" y="6370638"/>
          <p14:tracePt t="562209" x="2578100" y="6345238"/>
          <p14:tracePt t="562703" x="2578100" y="6357938"/>
          <p14:tracePt t="562729" x="2590800" y="6370638"/>
          <p14:tracePt t="562758" x="2603500" y="6370638"/>
          <p14:tracePt t="562760" x="2616200" y="6370638"/>
          <p14:tracePt t="562811" x="2654300" y="6370638"/>
          <p14:tracePt t="562839" x="2690813" y="6370638"/>
          <p14:tracePt t="562872" x="2741613" y="6381750"/>
          <p14:tracePt t="562901" x="2778125" y="6381750"/>
          <p14:tracePt t="562982" x="2790825" y="6394450"/>
          <p14:tracePt t="563004" x="2803525" y="6407150"/>
          <p14:tracePt t="563137" x="2816225" y="6407150"/>
          <p14:tracePt t="563196" x="2828925" y="6407150"/>
          <p14:tracePt t="563219" x="2841625" y="6407150"/>
          <p14:tracePt t="563255" x="2928938" y="6370638"/>
          <p14:tracePt t="563284" x="3016250" y="6345238"/>
          <p14:tracePt t="563310" x="3116263" y="6294438"/>
          <p14:tracePt t="563339" x="3192463" y="6245225"/>
          <p14:tracePt t="563370" x="3305175" y="6181725"/>
          <p14:tracePt t="563397" x="3354388" y="6169025"/>
          <p14:tracePt t="563424" x="3417888" y="6157913"/>
          <p14:tracePt t="563454" x="3441700" y="6145213"/>
          <p14:tracePt t="564162" x="3441700" y="6157913"/>
          <p14:tracePt t="564188" x="3429000" y="6181725"/>
          <p14:tracePt t="564242" x="3405188" y="6207125"/>
          <p14:tracePt t="564264" x="3379788" y="6219825"/>
          <p14:tracePt t="564299" x="3341688" y="6257925"/>
          <p14:tracePt t="564324" x="3292475" y="6269038"/>
          <p14:tracePt t="564354" x="3254375" y="6281738"/>
          <p14:tracePt t="564380" x="3216275" y="6281738"/>
          <p14:tracePt t="564407" x="3167063" y="6294438"/>
          <p14:tracePt t="564434" x="3141663" y="6294438"/>
          <p14:tracePt t="564464" x="3128963" y="6294438"/>
          <p14:tracePt t="564593" x="3116263" y="6281738"/>
          <p14:tracePt t="564617" x="3103563" y="6232525"/>
          <p14:tracePt t="564646" x="3103563" y="6181725"/>
          <p14:tracePt t="564670" x="3103563" y="6119813"/>
          <p14:tracePt t="564671" x="3128963" y="6081713"/>
          <p14:tracePt t="564706" x="3154363" y="6019800"/>
          <p14:tracePt t="564731" x="3179763" y="5981700"/>
          <p14:tracePt t="564786" x="3192463" y="5981700"/>
          <p14:tracePt t="564810" x="3216275" y="5981700"/>
          <p14:tracePt t="564841" x="3267075" y="5969000"/>
          <p14:tracePt t="564869" x="3292475" y="5969000"/>
          <p14:tracePt t="564898" x="3305175" y="5969000"/>
          <p14:tracePt t="564919" x="3317875" y="5969000"/>
          <p14:tracePt t="564953" x="3354388" y="5969000"/>
          <p14:tracePt t="565037" x="3354388" y="5956300"/>
          <p14:tracePt t="565041" x="3367088" y="5956300"/>
          <p14:tracePt t="565064" x="3392488" y="5956300"/>
          <p14:tracePt t="565097" x="3429000" y="5956300"/>
          <p14:tracePt t="565122" x="3454400" y="5956300"/>
          <p14:tracePt t="565152" x="3492500" y="5956300"/>
          <p14:tracePt t="565177" x="3517900" y="5956300"/>
          <p14:tracePt t="565206" x="3554413" y="5956300"/>
          <p14:tracePt t="565231" x="3567113" y="5956300"/>
          <p14:tracePt t="565265" x="3592513" y="5969000"/>
          <p14:tracePt t="565291" x="3617913" y="5981700"/>
          <p14:tracePt t="565317" x="3630613" y="5981700"/>
          <p14:tracePt t="565346" x="3654425" y="6007100"/>
          <p14:tracePt t="565376" x="3705225" y="6032500"/>
          <p14:tracePt t="565405" x="3717925" y="6045200"/>
          <p14:tracePt t="565433" x="3743325" y="6069013"/>
          <p14:tracePt t="565458" x="3767138" y="6094413"/>
          <p14:tracePt t="565492" x="3792538" y="6145213"/>
          <p14:tracePt t="565518" x="3792538" y="6157913"/>
          <p14:tracePt t="565549" x="3805238" y="6181725"/>
          <p14:tracePt t="565621" x="3817938" y="6194425"/>
          <p14:tracePt t="565649" x="3817938" y="6245225"/>
          <p14:tracePt t="565678" x="3843338" y="6281738"/>
          <p14:tracePt t="565704" x="3843338" y="6319838"/>
          <p14:tracePt t="565731" x="3856038" y="6345238"/>
          <p14:tracePt t="565760" x="3856038" y="6357938"/>
          <p14:tracePt t="565789" x="3867150" y="6370638"/>
          <p14:tracePt t="566278" x="3892550" y="6381750"/>
          <p14:tracePt t="566307" x="3917950" y="6381750"/>
          <p14:tracePt t="566333" x="3943350" y="6357938"/>
          <p14:tracePt t="566359" x="3943350" y="6232525"/>
          <p14:tracePt t="566387" x="3943350" y="6157913"/>
          <p14:tracePt t="566412" x="3943350" y="6132513"/>
          <p14:tracePt t="566439" x="3943350" y="6119813"/>
          <p14:tracePt t="566518" x="3943350" y="6107113"/>
          <p14:tracePt t="566546" x="3956050" y="6094413"/>
          <p14:tracePt t="566578" x="3968750" y="6094413"/>
          <p14:tracePt t="566608" x="3979863" y="6081713"/>
          <p14:tracePt t="566660" x="3992563" y="6081713"/>
          <p14:tracePt t="566717" x="4005263" y="6081713"/>
          <p14:tracePt t="566745" x="4017963" y="6081713"/>
          <p14:tracePt t="566818" x="4030663" y="6081713"/>
          <p14:tracePt t="566997" x="4043363" y="6081713"/>
          <p14:tracePt t="567073" x="4056063" y="6081713"/>
          <p14:tracePt t="567102" x="4068763" y="6081713"/>
          <p14:tracePt t="567131" x="4068763" y="6094413"/>
          <p14:tracePt t="567157" x="4081463" y="6107113"/>
          <p14:tracePt t="567211" x="4092575" y="6132513"/>
          <p14:tracePt t="567235" x="4117975" y="6157913"/>
          <p14:tracePt t="567269" x="4117975" y="6181725"/>
          <p14:tracePt t="567295" x="4130675" y="6181725"/>
          <p14:tracePt t="567319" x="4143375" y="6194425"/>
          <p14:tracePt t="567816" x="4143375" y="6207125"/>
          <p14:tracePt t="567866" x="4156075" y="6219825"/>
          <p14:tracePt t="580048" x="4156075" y="6257925"/>
          <p14:tracePt t="580072" x="4156075" y="6281738"/>
          <p14:tracePt t="580101" x="4156075" y="6307138"/>
          <p14:tracePt t="580132" x="4143375" y="6332538"/>
          <p14:tracePt t="580672" x="4092575" y="6357938"/>
          <p14:tracePt t="580700" x="3968750" y="6381750"/>
          <p14:tracePt t="580731" x="3730625" y="6470650"/>
          <p14:tracePt t="580753" x="3554413" y="6570663"/>
          <p14:tracePt t="580784" x="3205163" y="6832600"/>
          <p14:tracePt t="581187" x="1614488" y="6719888"/>
          <p14:tracePt t="581216" x="1514475" y="6696075"/>
          <p14:tracePt t="581249" x="1439863" y="6657975"/>
          <p14:tracePt t="581278" x="1363663" y="6619875"/>
          <p14:tracePt t="581280" x="1327150" y="6594475"/>
          <p14:tracePt t="581306" x="1239838" y="6532563"/>
          <p14:tracePt t="581337" x="1139825" y="6445250"/>
          <p14:tracePt t="581361" x="1114425" y="6394450"/>
          <p14:tracePt t="581399" x="1089025" y="6332538"/>
          <p14:tracePt t="581425" x="1089025" y="6319838"/>
          <p14:tracePt t="581451" x="1076325" y="6281738"/>
          <p14:tracePt t="581475" x="1063625" y="6245225"/>
          <p14:tracePt t="581510" x="1063625" y="6194425"/>
          <p14:tracePt t="581536" x="1038225" y="6132513"/>
          <p14:tracePt t="581563" x="1038225" y="6119813"/>
          <p14:tracePt t="581589" x="1038225" y="6094413"/>
          <p14:tracePt t="581617" x="1038225" y="6081713"/>
          <p14:tracePt t="581646" x="1038225" y="6045200"/>
          <p14:tracePt t="581674" x="1063625" y="5956300"/>
          <p14:tracePt t="581706" x="1150938" y="5894388"/>
          <p14:tracePt t="581735" x="1214438" y="5868988"/>
          <p14:tracePt t="581758" x="1252538" y="5856288"/>
          <p14:tracePt t="581793" x="1352550" y="5832475"/>
          <p14:tracePt t="581820" x="1389063" y="5819775"/>
          <p14:tracePt t="581852" x="1476375" y="5807075"/>
          <p14:tracePt t="581876" x="1539875" y="5807075"/>
          <p14:tracePt t="581909" x="1614488" y="5807075"/>
          <p14:tracePt t="581937" x="1677988" y="5807075"/>
          <p14:tracePt t="581962" x="1701800" y="5807075"/>
          <p14:tracePt t="581992" x="1727200" y="5807075"/>
          <p14:tracePt t="582070" x="1739900" y="5807075"/>
          <p14:tracePt t="582099" x="1765300" y="5856288"/>
          <p14:tracePt t="582131" x="1778000" y="5919788"/>
          <p14:tracePt t="582154" x="1801813" y="5945188"/>
          <p14:tracePt t="582182" x="1814513" y="5981700"/>
          <p14:tracePt t="582184" x="1827213" y="5994400"/>
          <p14:tracePt t="582214" x="1839913" y="6019800"/>
          <p14:tracePt t="582246" x="1865313" y="6045200"/>
          <p14:tracePt t="582270" x="1903413" y="6069013"/>
          <p14:tracePt t="582302" x="1927225" y="6081713"/>
          <p14:tracePt t="582332" x="1965325" y="6094413"/>
          <p14:tracePt t="582355" x="2003425" y="6094413"/>
          <p14:tracePt t="582385" x="2039938" y="6107113"/>
          <p14:tracePt t="582409" x="2065338" y="6107113"/>
          <p14:tracePt t="582442" x="2116138" y="6107113"/>
          <p14:tracePt t="582468" x="2152650" y="6107113"/>
          <p14:tracePt t="582503" x="2278063" y="6107113"/>
          <p14:tracePt t="582532" x="2378075" y="6107113"/>
          <p14:tracePt t="582559" x="2528888" y="6119813"/>
          <p14:tracePt t="582588" x="2616200" y="6119813"/>
          <p14:tracePt t="582594" x="2654300" y="6119813"/>
          <p14:tracePt t="582600" x="2741613" y="6119813"/>
          <p14:tracePt t="582629" x="2803525" y="6119813"/>
          <p14:tracePt t="582632" x="2841625" y="6119813"/>
          <p14:tracePt t="582657" x="2928938" y="6119813"/>
          <p14:tracePt t="582686" x="3016250" y="6119813"/>
          <p14:tracePt t="582688" x="3054350" y="6119813"/>
          <p14:tracePt t="582715" x="3092450" y="6119813"/>
          <p14:tracePt t="582745" x="3128963" y="6119813"/>
          <p14:tracePt t="582768" x="3167063" y="6132513"/>
          <p14:tracePt t="582798" x="3179763" y="6132513"/>
          <p14:tracePt t="582823" x="3192463" y="6132513"/>
          <p14:tracePt t="582880" x="3205163" y="6132513"/>
          <p14:tracePt t="582987" x="3228975" y="6119813"/>
          <p14:tracePt t="583013" x="3241675" y="6107113"/>
          <p14:tracePt t="583045" x="3267075" y="6094413"/>
          <p14:tracePt t="583068" x="3279775" y="6081713"/>
          <p14:tracePt t="583098" x="3292475" y="6081713"/>
          <p14:tracePt t="583423" x="3354388" y="6107113"/>
          <p14:tracePt t="583452" x="3417888" y="6132513"/>
          <p14:tracePt t="583478" x="3454400" y="6169025"/>
          <p14:tracePt t="583501" x="3479800" y="6207125"/>
          <p14:tracePt t="583532" x="3541713" y="6257925"/>
          <p14:tracePt t="583561" x="3554413" y="6281738"/>
          <p14:tracePt t="583590" x="3567113" y="6294438"/>
          <p14:tracePt t="583614" x="3592513" y="6307138"/>
          <p14:tracePt t="583649" x="3617913" y="6319838"/>
          <p14:tracePt t="583704" x="3630613" y="6345238"/>
          <p14:tracePt t="583731" x="3643313" y="6357938"/>
          <p14:tracePt t="583783" x="3643313" y="6370638"/>
          <p14:tracePt t="583813" x="3643313" y="6381750"/>
          <p14:tracePt t="583848" x="3643313" y="6407150"/>
          <p14:tracePt t="583898" x="3643313" y="6432550"/>
          <p14:tracePt t="583922" x="3630613" y="6432550"/>
          <p14:tracePt t="583958" x="3617913" y="6445250"/>
          <p14:tracePt t="583960" x="3592513" y="6445250"/>
          <p14:tracePt t="583985" x="3579813" y="6445250"/>
          <p14:tracePt t="584012" x="3554413" y="6445250"/>
          <p14:tracePt t="584044" x="3530600" y="6432550"/>
          <p14:tracePt t="584071" x="3517900" y="6381750"/>
          <p14:tracePt t="584073" x="3505200" y="6370638"/>
          <p14:tracePt t="584103" x="3467100" y="6281738"/>
          <p14:tracePt t="584132" x="3467100" y="6245225"/>
          <p14:tracePt t="584157" x="3467100" y="6232525"/>
          <p14:tracePt t="584188" x="3454400" y="6219825"/>
          <p14:tracePt t="584246" x="3454400" y="6194425"/>
          <p14:tracePt t="584269" x="3454400" y="6181725"/>
          <p14:tracePt t="584299" x="3454400" y="6145213"/>
          <p14:tracePt t="584352" x="3454400" y="6132513"/>
          <p14:tracePt t="584375" x="3454400" y="6119813"/>
          <p14:tracePt t="584409" x="3467100" y="6119813"/>
          <p14:tracePt t="584875" x="3467100" y="6145213"/>
          <p14:tracePt t="584905" x="3467100" y="6194425"/>
          <p14:tracePt t="584933" x="3467100" y="6219825"/>
          <p14:tracePt t="584959" x="3505200" y="6219825"/>
          <p14:tracePt t="584994" x="3541713" y="6219825"/>
          <p14:tracePt t="585025" x="3567113" y="6232525"/>
          <p14:tracePt t="585175" x="3567113" y="6257925"/>
          <p14:tracePt t="585207" x="3579813" y="6319838"/>
          <p14:tracePt t="585234" x="3579813" y="6381750"/>
          <p14:tracePt t="585260" x="3579813" y="6432550"/>
          <p14:tracePt t="585291" x="3492500" y="6557963"/>
          <p14:tracePt t="585319" x="3379788" y="6632575"/>
          <p14:tracePt t="585350" x="3317875" y="6645275"/>
          <p14:tracePt t="585351" x="3292475" y="6657975"/>
          <p14:tracePt t="585374" x="3254375" y="6657975"/>
          <p14:tracePt t="585377" x="3241675" y="6657975"/>
          <p14:tracePt t="585410" x="3128963" y="6657975"/>
          <p14:tracePt t="585442" x="3041650" y="6645275"/>
          <p14:tracePt t="585465" x="2992438" y="6607175"/>
          <p14:tracePt t="585496" x="2928938" y="6557963"/>
          <p14:tracePt t="585523" x="2903538" y="6532563"/>
          <p14:tracePt t="585552" x="2867025" y="6483350"/>
          <p14:tracePt t="585577" x="2854325" y="6445250"/>
          <p14:tracePt t="585611" x="2841625" y="6407150"/>
          <p14:tracePt t="585636" x="2841625" y="6394450"/>
          <p14:tracePt t="585663" x="2828925" y="6370638"/>
          <p14:tracePt t="585688" x="2828925" y="6357938"/>
          <p14:tracePt t="585722" x="2828925" y="6332538"/>
          <p14:tracePt t="585749" x="2828925" y="6307138"/>
          <p14:tracePt t="585800" x="2828925" y="6294438"/>
          <p14:tracePt t="586636" x="2828925" y="6281738"/>
          <p14:tracePt t="586660" x="2828925" y="6269038"/>
          <p14:tracePt t="586692" x="2828925" y="6232525"/>
          <p14:tracePt t="586720" x="2828925" y="6181725"/>
          <p14:tracePt t="586750" x="2828925" y="6132513"/>
          <p14:tracePt t="586774" x="2828925" y="6094413"/>
          <p14:tracePt t="586809" x="2803525" y="5981700"/>
          <p14:tracePt t="586833" x="2790825" y="5907088"/>
          <p14:tracePt t="586863" x="2754313" y="5794375"/>
          <p14:tracePt t="586889" x="2690813" y="5707063"/>
          <p14:tracePt t="586924" x="2641600" y="5530850"/>
          <p14:tracePt t="586960" x="2578100" y="5318125"/>
          <p14:tracePt t="587008" x="2541588" y="5068888"/>
          <p14:tracePt t="587034" x="2528888" y="4981575"/>
          <p14:tracePt t="587062" x="2516188" y="4918075"/>
          <p14:tracePt t="587087" x="2516188" y="4879975"/>
          <p14:tracePt t="587088" x="2516188" y="4856163"/>
          <p14:tracePt t="587121" x="2516188" y="4818063"/>
          <p14:tracePt t="587150" x="2516188" y="4805363"/>
          <p14:tracePt t="587205" x="2503488" y="4792663"/>
          <p14:tracePt t="587453" x="2490788" y="4892675"/>
          <p14:tracePt t="587475" x="2490788" y="5018088"/>
          <p14:tracePt t="587508" x="2528888" y="5130800"/>
          <p14:tracePt t="587534" x="2554288" y="5194300"/>
          <p14:tracePt t="587567" x="2603500" y="5330825"/>
          <p14:tracePt t="587595" x="2678113" y="5443538"/>
          <p14:tracePt t="587623" x="2754313" y="5543550"/>
          <p14:tracePt t="587654" x="2816225" y="5607050"/>
          <p14:tracePt t="587685" x="2967038" y="5694363"/>
          <p14:tracePt t="587710" x="3092450" y="5743575"/>
          <p14:tracePt t="587741" x="3305175" y="5768975"/>
          <p14:tracePt t="587770" x="3505200" y="5756275"/>
          <p14:tracePt t="587800" x="3692525" y="5656263"/>
          <p14:tracePt t="587822" x="3730625" y="5607050"/>
          <p14:tracePt t="587852" x="3817938" y="5456238"/>
          <p14:tracePt t="587874" x="3830638" y="5418138"/>
          <p14:tracePt t="587906" x="3830638" y="5394325"/>
          <p14:tracePt t="587932" x="3830638" y="5381625"/>
          <p14:tracePt t="587968" x="3830638" y="5356225"/>
          <p14:tracePt t="588076" x="3817938" y="5356225"/>
          <p14:tracePt t="588103" x="3779838" y="5368925"/>
          <p14:tracePt t="588131" x="3779838" y="5418138"/>
          <p14:tracePt t="588156" x="3767138" y="5468938"/>
          <p14:tracePt t="588181" x="3767138" y="5543550"/>
          <p14:tracePt t="588215" x="3856038" y="5732463"/>
          <p14:tracePt t="588246" x="3943350" y="5819775"/>
          <p14:tracePt t="588270" x="3979863" y="5868988"/>
          <p14:tracePt t="588300" x="4117975" y="5932488"/>
          <p14:tracePt t="588327" x="4205288" y="5956300"/>
          <p14:tracePt t="588360" x="4281488" y="5956300"/>
          <p14:tracePt t="588386" x="4330700" y="5956300"/>
          <p14:tracePt t="588414" x="4343400" y="5945188"/>
          <p14:tracePt t="588440" x="4368800" y="5932488"/>
          <p14:tracePt t="588471" x="4406900" y="5907088"/>
          <p14:tracePt t="588496" x="4406900" y="5894388"/>
          <p14:tracePt t="588525" x="4430713" y="5881688"/>
          <p14:tracePt t="588552" x="4481513" y="5856288"/>
          <p14:tracePt t="588577" x="4494213" y="5856288"/>
          <p14:tracePt t="588605" x="4556125" y="5856288"/>
          <p14:tracePt t="588639" x="4619625" y="5856288"/>
          <p14:tracePt t="588640" x="4656138" y="5856288"/>
          <p14:tracePt t="588666" x="4706938" y="5856288"/>
          <p14:tracePt t="588695" x="4756150" y="5843588"/>
          <p14:tracePt t="588696" x="4768850" y="5843588"/>
          <p14:tracePt t="588724" x="4843463" y="5819775"/>
          <p14:tracePt t="588756" x="4919663" y="5794375"/>
          <p14:tracePt t="588780" x="4968875" y="5756275"/>
          <p14:tracePt t="588811" x="5006975" y="5694363"/>
          <p14:tracePt t="588836" x="5006975" y="5668963"/>
          <p14:tracePt t="588871" x="5006975" y="5607050"/>
          <p14:tracePt t="588899" x="4994275" y="5543550"/>
          <p14:tracePt t="588927" x="4945063" y="5494338"/>
          <p14:tracePt t="588955" x="4932363" y="5456238"/>
          <p14:tracePt t="588981" x="4906963" y="5456238"/>
          <p14:tracePt t="589009" x="4868863" y="5456238"/>
          <p14:tracePt t="589041" x="4832350" y="5456238"/>
          <p14:tracePt t="589068" x="4794250" y="5468938"/>
          <p14:tracePt t="589095" x="4781550" y="5481638"/>
          <p14:tracePt t="589125" x="4781550" y="5507038"/>
          <p14:tracePt t="589160" x="4806950" y="5630863"/>
          <p14:tracePt t="589187" x="4932363" y="5707063"/>
          <p14:tracePt t="589217" x="5057775" y="5768975"/>
          <p14:tracePt t="589242" x="5132388" y="5781675"/>
          <p14:tracePt t="589278" x="5294313" y="5781675"/>
          <p14:tracePt t="589306" x="5432425" y="5756275"/>
          <p14:tracePt t="589333" x="5595938" y="5607050"/>
          <p14:tracePt t="589359" x="5607050" y="5568950"/>
          <p14:tracePt t="589387" x="5607050" y="5518150"/>
          <p14:tracePt t="589420" x="5595938" y="5481638"/>
          <p14:tracePt t="589450" x="5570538" y="5443538"/>
          <p14:tracePt t="589474" x="5545138" y="5443538"/>
          <p14:tracePt t="589531" x="5532438" y="5443538"/>
          <p14:tracePt t="589560" x="5519738" y="5443538"/>
          <p14:tracePt t="589614" x="5519738" y="5456238"/>
          <p14:tracePt t="589637" x="5532438" y="5481638"/>
          <p14:tracePt t="589717" x="5545138" y="5481638"/>
          <p14:tracePt t="589741" x="5545138" y="5494338"/>
          <p14:tracePt t="589772" x="5583238" y="5494338"/>
          <p14:tracePt t="589797" x="5595938" y="5530850"/>
          <p14:tracePt t="589828" x="5619750" y="5568950"/>
          <p14:tracePt t="589857" x="5619750" y="5594350"/>
          <p14:tracePt t="589910" x="5632450" y="5607050"/>
          <p14:tracePt t="590092" x="5657850" y="5643563"/>
          <p14:tracePt t="590120" x="5670550" y="5694363"/>
          <p14:tracePt t="590149" x="5708650" y="5732463"/>
          <p14:tracePt t="590202" x="5719763" y="5743575"/>
          <p14:tracePt t="590637" x="5719763" y="5756275"/>
          <p14:tracePt t="590664" x="5795963" y="5819775"/>
          <p14:tracePt t="590691" x="5870575" y="5868988"/>
          <p14:tracePt t="590722" x="5970588" y="5945188"/>
          <p14:tracePt t="590754" x="6070600" y="6007100"/>
          <p14:tracePt t="590781" x="6108700" y="6032500"/>
          <p14:tracePt t="590812" x="6157913" y="6069013"/>
          <p14:tracePt t="590837" x="6196013" y="6107113"/>
          <p14:tracePt t="590840" x="6221413" y="6132513"/>
          <p14:tracePt t="590871" x="6296025" y="6181725"/>
          <p14:tracePt t="590872" x="6321425" y="6207125"/>
          <p14:tracePt t="590901" x="6383338" y="6245225"/>
          <p14:tracePt t="590925" x="6534150" y="6332538"/>
          <p14:tracePt t="590962" x="6734175" y="6432550"/>
          <p14:tracePt t="591018" x="7097713" y="6494463"/>
          <p14:tracePt t="591043" x="7235825" y="6494463"/>
          <p14:tracePt t="591078" x="7310438" y="6483350"/>
          <p14:tracePt t="591080" x="7335838" y="6457950"/>
          <p14:tracePt t="591106" x="7348538" y="6419850"/>
          <p14:tracePt t="591136" x="7348538" y="6307138"/>
          <p14:tracePt t="591164" x="7310438" y="6181725"/>
          <p14:tracePt t="591192" x="7210425" y="6056313"/>
          <p14:tracePt t="591217" x="7123113" y="5994400"/>
          <p14:tracePt t="591245" x="6997700" y="5932488"/>
          <p14:tracePt t="591248" x="6946900" y="5907088"/>
          <p14:tracePt t="591277" x="6834188" y="5894388"/>
          <p14:tracePt t="591309" x="6696075" y="5881688"/>
          <p14:tracePt t="591335" x="6608763" y="5881688"/>
          <p14:tracePt t="591370" x="6483350" y="5881688"/>
          <p14:tracePt t="591394" x="6434138" y="5907088"/>
          <p14:tracePt t="591424" x="6383338" y="5945188"/>
          <p14:tracePt t="591450" x="6370638" y="5994400"/>
          <p14:tracePt t="591483" x="6370638" y="6056313"/>
          <p14:tracePt t="591511" x="6370638" y="6094413"/>
          <p14:tracePt t="591539" x="6396038" y="6169025"/>
          <p14:tracePt t="591570" x="6459538" y="6245225"/>
          <p14:tracePt t="591599" x="6546850" y="6319838"/>
          <p14:tracePt t="591600" x="6584950" y="6319838"/>
          <p14:tracePt t="591624" x="6659563" y="6370638"/>
          <p14:tracePt t="591655" x="6759575" y="6381750"/>
          <p14:tracePt t="591678" x="6808788" y="6381750"/>
          <p14:tracePt t="591706" x="6934200" y="6381750"/>
          <p14:tracePt t="591733" x="7010400" y="6370638"/>
          <p14:tracePt t="591768" x="7072313" y="6294438"/>
          <p14:tracePt t="591791" x="7072313" y="6245225"/>
          <p14:tracePt t="591821" x="7072313" y="6194425"/>
          <p14:tracePt t="591848" x="7059613" y="6132513"/>
          <p14:tracePt t="591882" x="6997700" y="6069013"/>
          <p14:tracePt t="591909" x="6884988" y="6007100"/>
          <p14:tracePt t="591936" x="6759575" y="5969000"/>
          <p14:tracePt t="591966" x="6646863" y="5956300"/>
          <p14:tracePt t="591996" x="6496050" y="5956300"/>
          <p14:tracePt t="592022" x="6421438" y="5956300"/>
          <p14:tracePt t="592023" x="6408738" y="5956300"/>
          <p14:tracePt t="592051" x="6383338" y="5956300"/>
          <p14:tracePt t="592075" x="6370638" y="5956300"/>
          <p14:tracePt t="592103" x="6334125" y="5981700"/>
          <p14:tracePt t="592132" x="6334125" y="6019800"/>
          <p14:tracePt t="592164" x="6334125" y="6094413"/>
          <p14:tracePt t="592189" x="6334125" y="6132513"/>
          <p14:tracePt t="592219" x="6346825" y="6169025"/>
          <p14:tracePt t="592242" x="6370638" y="6194425"/>
          <p14:tracePt t="592277" x="6383338" y="6207125"/>
          <p14:tracePt t="592328" x="6396038" y="6219825"/>
          <p14:tracePt t="592477" x="6383338" y="6219825"/>
          <p14:tracePt t="592502" x="6346825" y="6219825"/>
          <p14:tracePt t="592504" x="6346825" y="6207125"/>
          <p14:tracePt t="592536" x="6246813" y="6181725"/>
          <p14:tracePt t="592565" x="6183313" y="6169025"/>
          <p14:tracePt t="592596" x="6070600" y="6157913"/>
          <p14:tracePt t="592622" x="6034088" y="6157913"/>
          <p14:tracePt t="592649" x="5995988" y="6157913"/>
          <p14:tracePt t="592680" x="5970588" y="6157913"/>
          <p14:tracePt t="592707" x="5945188" y="6169025"/>
          <p14:tracePt t="592732" x="5921375" y="6181725"/>
          <p14:tracePt t="592761" x="5908675" y="6194425"/>
          <p14:tracePt t="592788" x="5908675" y="6207125"/>
          <p14:tracePt t="592816" x="5908675" y="6232525"/>
          <p14:tracePt t="592868" x="5908675" y="6245225"/>
          <p14:tracePt t="593475" x="5932488" y="6281738"/>
          <p14:tracePt t="593500" x="5970588" y="6319838"/>
          <p14:tracePt t="593531" x="6045200" y="6345238"/>
          <p14:tracePt t="593558" x="6070600" y="6357938"/>
          <p14:tracePt t="593561" x="6096000" y="6357938"/>
          <p14:tracePt t="593590" x="6108700" y="6370638"/>
          <p14:tracePt t="593591" x="6134100" y="6370638"/>
          <p14:tracePt t="593620" x="6146800" y="6370638"/>
          <p14:tracePt t="593645" x="6170613" y="6370638"/>
          <p14:tracePt t="593672" x="6183313" y="6370638"/>
          <p14:tracePt t="593697" x="6196013" y="6357938"/>
          <p14:tracePt t="593730" x="6196013" y="6345238"/>
          <p14:tracePt t="593758" x="6196013" y="6307138"/>
          <p14:tracePt t="593763" x="6196013" y="6294438"/>
          <p14:tracePt t="593791" x="6157913" y="6219825"/>
          <p14:tracePt t="593822" x="6108700" y="6181725"/>
          <p14:tracePt t="593846" x="6034088" y="6145213"/>
          <p14:tracePt t="593880" x="5895975" y="6069013"/>
          <p14:tracePt t="593904" x="5808663" y="6056313"/>
          <p14:tracePt t="593935" x="5670550" y="6045200"/>
          <p14:tracePt t="593963" x="5632450" y="6045200"/>
          <p14:tracePt t="593996" x="5595938" y="6045200"/>
          <p14:tracePt t="594023" x="5557838" y="6045200"/>
          <p14:tracePt t="594051" x="5545138" y="6069013"/>
          <p14:tracePt t="594077" x="5507038" y="6107113"/>
          <p14:tracePt t="594104" x="5495925" y="6132513"/>
          <p14:tracePt t="594135" x="5495925" y="6181725"/>
          <p14:tracePt t="594167" x="5495925" y="6245225"/>
          <p14:tracePt t="594195" x="5532438" y="6294438"/>
          <p14:tracePt t="594224" x="5595938" y="6345238"/>
          <p14:tracePt t="594250" x="5657850" y="6381750"/>
          <p14:tracePt t="594285" x="5783263" y="6394450"/>
          <p14:tracePt t="594313" x="5857875" y="6407150"/>
          <p14:tracePt t="594340" x="5895975" y="6407150"/>
          <p14:tracePt t="594424" x="5908675" y="6407150"/>
          <p14:tracePt t="594446" x="5921375" y="6407150"/>
          <p14:tracePt t="594546" x="5908675" y="6394450"/>
          <p14:tracePt t="594602" x="5870575" y="6394450"/>
          <p14:tracePt t="594630" x="5845175" y="6381750"/>
          <p14:tracePt t="594632" x="5832475" y="6381750"/>
          <p14:tracePt t="594658" x="5821363" y="6381750"/>
          <p14:tracePt t="594686" x="5808663" y="6381750"/>
          <p14:tracePt t="595272" x="5732463" y="6381750"/>
          <p14:tracePt t="595297" x="5657850" y="6381750"/>
          <p14:tracePt t="595328" x="5532438" y="6394450"/>
          <p14:tracePt t="595351" x="5483225" y="6419850"/>
          <p14:tracePt t="595384" x="5407025" y="6445250"/>
          <p14:tracePt t="595408" x="5394325" y="6457950"/>
          <p14:tracePt t="595438" x="5383213" y="6457950"/>
          <p14:tracePt t="595465" x="5345113" y="6483350"/>
          <p14:tracePt t="595497" x="5307013" y="6494463"/>
          <p14:tracePt t="595524" x="5270500" y="6519863"/>
          <p14:tracePt t="595551" x="5170488" y="6532563"/>
          <p14:tracePt t="595582" x="5068888" y="6557963"/>
          <p14:tracePt t="595612" x="4994275" y="6570663"/>
          <p14:tracePt t="595638" x="4945063" y="6570663"/>
          <p14:tracePt t="595640" x="4932363" y="6570663"/>
          <p14:tracePt t="595671" x="4894263" y="6570663"/>
          <p14:tracePt t="595700" x="4806950" y="6570663"/>
          <p14:tracePt t="595731" x="4656138" y="6570663"/>
          <p14:tracePt t="595757" x="4481513" y="6570663"/>
          <p14:tracePt t="595790" x="4305300" y="6570663"/>
          <p14:tracePt t="595819" x="4168775" y="6570663"/>
          <p14:tracePt t="595846" x="4117975" y="6570663"/>
          <p14:tracePt t="595876" x="4092575" y="6570663"/>
          <p14:tracePt t="595904" x="4068763" y="6570663"/>
          <p14:tracePt t="595932" x="4043363" y="6557963"/>
          <p14:tracePt t="595963" x="4017963" y="6519863"/>
          <p14:tracePt t="595995" x="4005263" y="6519863"/>
          <p14:tracePt t="596025" x="4005263" y="6507163"/>
          <p14:tracePt t="596047" x="3992563" y="6494463"/>
          <p14:tracePt t="596082" x="3979863" y="6483350"/>
          <p14:tracePt t="596136" x="3968750" y="6457950"/>
          <p14:tracePt t="596163" x="3968750" y="6445250"/>
          <p14:tracePt t="596196" x="3943350" y="6432550"/>
          <p14:tracePt t="596330" x="3943350" y="6419850"/>
          <p14:tracePt t="596353" x="3943350" y="6381750"/>
          <p14:tracePt t="596386" x="3943350" y="6357938"/>
          <p14:tracePt t="596440" x="3943350" y="6345238"/>
          <p14:tracePt t="596523" x="3943350" y="6332538"/>
          <p14:tracePt t="596945" x="3917950" y="6332538"/>
          <p14:tracePt t="596979" x="3892550" y="6357938"/>
          <p14:tracePt t="596984" x="3879850" y="6381750"/>
          <p14:tracePt t="597010" x="3817938" y="6407150"/>
          <p14:tracePt t="597040" x="3717925" y="6445250"/>
          <p14:tracePt t="597067" x="3554413" y="6494463"/>
          <p14:tracePt t="597101" x="3341688" y="6519863"/>
          <p14:tracePt t="597128" x="3141663" y="6532563"/>
          <p14:tracePt t="597155" x="3054350" y="6532563"/>
          <p14:tracePt t="597185" x="3003550" y="6545263"/>
          <p14:tracePt t="597215" x="2867025" y="6583363"/>
          <p14:tracePt t="597243" x="2828925" y="6583363"/>
          <p14:tracePt t="597272" x="2790825" y="6583363"/>
          <p14:tracePt t="597300" x="2754313" y="6583363"/>
          <p14:tracePt t="597330" x="2678113" y="6583363"/>
          <p14:tracePt t="597355" x="2641600" y="6583363"/>
          <p14:tracePt t="597460" x="2628900" y="6583363"/>
          <p14:tracePt t="597492" x="2603500" y="6583363"/>
          <p14:tracePt t="597520" x="2590800" y="6570663"/>
          <p14:tracePt t="597546" x="2541588" y="6507163"/>
          <p14:tracePt t="597579" x="2516188" y="6445250"/>
          <p14:tracePt t="597602" x="2503488" y="6407150"/>
          <p14:tracePt t="597631" x="2503488" y="6381750"/>
          <p14:tracePt t="597656" x="2490788" y="6357938"/>
          <p14:tracePt t="597690" x="2478088" y="6332538"/>
          <p14:tracePt t="597713" x="2478088" y="6294438"/>
          <p14:tracePt t="597744" x="2465388" y="6257925"/>
          <p14:tracePt t="597772" x="2465388" y="6232525"/>
          <p14:tracePt t="597802" x="2465388" y="6219825"/>
          <p14:tracePt t="598087" x="2465388" y="6194425"/>
          <p14:tracePt t="598112" x="2465388" y="6181725"/>
          <p14:tracePt t="598142" x="2478088" y="6145213"/>
          <p14:tracePt t="598169" x="2516188" y="6119813"/>
          <p14:tracePt t="598201" x="2554288" y="6094413"/>
          <p14:tracePt t="598230" x="2565400" y="6081713"/>
          <p14:tracePt t="598257" x="2590800" y="6069013"/>
          <p14:tracePt t="598286" x="2603500" y="6056313"/>
          <p14:tracePt t="598342" x="2628900" y="6056313"/>
          <p14:tracePt t="598366" x="2641600" y="6019800"/>
          <p14:tracePt t="598368" x="2667000" y="5981700"/>
          <p14:tracePt t="598400" x="2828925" y="5819775"/>
          <p14:tracePt t="598427" x="2979738" y="5694363"/>
          <p14:tracePt t="598451" x="3179763" y="5594350"/>
          <p14:tracePt t="598483" x="3530600" y="5507038"/>
          <p14:tracePt t="598513" x="3917950" y="5456238"/>
          <p14:tracePt t="598538" x="4117975" y="5456238"/>
          <p14:tracePt t="598566" x="4318000" y="5456238"/>
          <p14:tracePt t="598598" x="4481513" y="5456238"/>
          <p14:tracePt t="598630" x="4543425" y="5494338"/>
          <p14:tracePt t="598906" x="4594225" y="5507038"/>
          <p14:tracePt t="598932" x="4643438" y="5530850"/>
          <p14:tracePt t="598960" x="4668838" y="5556250"/>
          <p14:tracePt t="598990" x="4694238" y="5556250"/>
          <p14:tracePt t="599200" x="4706938" y="5556250"/>
          <p14:tracePt t="599227" x="4756150" y="5556250"/>
          <p14:tracePt t="599254" x="4881563" y="5518150"/>
          <p14:tracePt t="599256" x="4945063" y="5518150"/>
          <p14:tracePt t="599284" x="5194300" y="5456238"/>
          <p14:tracePt t="599315" x="5507038" y="5430838"/>
          <p14:tracePt t="599344" x="5695950" y="5407025"/>
          <p14:tracePt t="599374" x="5745163" y="5394325"/>
          <p14:tracePt t="599376" x="5795963" y="5381625"/>
          <p14:tracePt t="599403" x="5883275" y="5343525"/>
          <p14:tracePt t="599432" x="5970588" y="5305425"/>
          <p14:tracePt t="599455" x="6008688" y="5294313"/>
          <p14:tracePt t="599490" x="6146800" y="5243513"/>
          <p14:tracePt t="599513" x="6308725" y="5205413"/>
          <p14:tracePt t="599545" x="6559550" y="5130800"/>
          <p14:tracePt t="599569" x="6734175" y="5068888"/>
          <p14:tracePt t="599603" x="6884988" y="5030788"/>
          <p14:tracePt t="599634" x="7046913" y="4992688"/>
          <p14:tracePt t="599661" x="7185025" y="4956175"/>
          <p14:tracePt t="599692" x="7359650" y="4918075"/>
          <p14:tracePt t="599722" x="7423150" y="4892675"/>
          <p14:tracePt t="599746" x="7423150" y="4879975"/>
          <p14:tracePt t="599778" x="7448550" y="4868863"/>
          <p14:tracePt t="599835" x="7448550" y="4856163"/>
          <p14:tracePt t="599859" x="7459663" y="4843463"/>
          <p14:tracePt t="600027" x="7448550" y="4843463"/>
          <p14:tracePt t="600056" x="7435850" y="4843463"/>
          <p14:tracePt t="600108" x="7423150" y="4843463"/>
          <p14:tracePt t="600141" x="7385050" y="4856163"/>
          <p14:tracePt t="600175" x="7348538" y="4892675"/>
          <p14:tracePt t="600176" x="7323138" y="4892675"/>
          <p14:tracePt t="600200" x="7272338" y="4930775"/>
          <p14:tracePt t="600230" x="7197725" y="4968875"/>
          <p14:tracePt t="600231" x="7172325" y="4968875"/>
          <p14:tracePt t="600254" x="7159625" y="4981575"/>
          <p14:tracePt t="600289" x="7146925" y="4981575"/>
          <p14:tracePt t="600541" x="7134225" y="4992688"/>
          <p14:tracePt t="600566" x="7134225" y="5005388"/>
          <p14:tracePt t="600597" x="7146925" y="5018088"/>
          <p14:tracePt t="600649" x="7210425" y="5018088"/>
          <p14:tracePt t="600707" x="7235825" y="5018088"/>
          <p14:tracePt t="600759" x="7259638" y="5005388"/>
          <p14:tracePt t="600791" x="7285038" y="4981575"/>
          <p14:tracePt t="600820" x="7310438" y="4943475"/>
          <p14:tracePt t="600850" x="7323138" y="4892675"/>
          <p14:tracePt t="600882" x="7348538" y="4856163"/>
          <p14:tracePt t="600906" x="7359650" y="4805363"/>
          <p14:tracePt t="600941" x="7372350" y="4743450"/>
          <p14:tracePt t="600976" x="7372350" y="4667250"/>
          <p14:tracePt t="601004" x="7372350" y="4656138"/>
          <p14:tracePt t="601033" x="7372350" y="4618038"/>
          <p14:tracePt t="601060" x="7372350" y="4592638"/>
          <p14:tracePt t="601091" x="7372350" y="4567238"/>
          <p14:tracePt t="601118" x="7372350" y="4543425"/>
          <p14:tracePt t="601144" x="7372350" y="4518025"/>
          <p14:tracePt t="601199" x="7372350" y="4505325"/>
          <p14:tracePt t="601326" x="7372350" y="4492625"/>
          <p14:tracePt t="601355" x="7372350" y="4479925"/>
          <p14:tracePt t="601386" x="7385050" y="4467225"/>
          <p14:tracePt t="601588" x="7385050" y="4454525"/>
          <p14:tracePt t="601645" x="7385050" y="4467225"/>
          <p14:tracePt t="601672" x="7385050" y="4479925"/>
          <p14:tracePt t="601722" x="7385050" y="4492625"/>
          <p14:tracePt t="602682" x="7410450" y="4518025"/>
          <p14:tracePt t="602711" x="7410450" y="4530725"/>
          <p14:tracePt t="602740" x="7410450" y="4543425"/>
          <p14:tracePt t="603100" x="7423150" y="4579938"/>
          <p14:tracePt t="603125" x="7423150" y="4605338"/>
          <p14:tracePt t="603154" x="7448550" y="4630738"/>
          <p14:tracePt t="603178" x="7448550" y="4656138"/>
          <p14:tracePt t="603211" x="7472363" y="4667250"/>
          <p14:tracePt t="603315" x="7497763" y="4667250"/>
          <p14:tracePt t="603377" x="7510463" y="4679950"/>
          <p14:tracePt t="603680" x="7523163" y="4705350"/>
          <p14:tracePt t="603704" x="7523163" y="4730750"/>
          <p14:tracePt t="603731" x="7523163" y="4743450"/>
          <p14:tracePt t="603757" x="7523163" y="4768850"/>
          <p14:tracePt t="603785" x="7523163" y="4779963"/>
          <p14:tracePt t="603812" x="7523163" y="4792663"/>
          <p14:tracePt t="603843" x="7523163" y="4830763"/>
          <p14:tracePt t="603873" x="7548563" y="4868863"/>
          <p14:tracePt t="603905" x="7585075" y="4930775"/>
          <p14:tracePt t="603929" x="7610475" y="5018088"/>
          <p14:tracePt t="603962" x="7623175" y="5230813"/>
          <p14:tracePt t="603993" x="7561263" y="5481638"/>
          <p14:tracePt t="604019" x="7397750" y="5656263"/>
          <p14:tracePt t="604051" x="7110413" y="5807075"/>
          <p14:tracePt t="604084" x="6846888" y="5868988"/>
          <p14:tracePt t="604107" x="6659563" y="5894388"/>
          <p14:tracePt t="604134" x="6408738" y="5907088"/>
          <p14:tracePt t="604160" x="6121400" y="5907088"/>
          <p14:tracePt t="604196" x="5995988" y="5819775"/>
          <p14:tracePt t="604220" x="5945188" y="5707063"/>
          <p14:tracePt t="604256" x="5932488" y="5507038"/>
          <p14:tracePt t="604281" x="5932488" y="5407025"/>
          <p14:tracePt t="604312" x="6057900" y="5243513"/>
          <p14:tracePt t="604340" x="6183313" y="5130800"/>
          <p14:tracePt t="604375" x="6383338" y="5030788"/>
          <p14:tracePt t="604376" x="6434138" y="5005388"/>
          <p14:tracePt t="604403" x="6608763" y="4968875"/>
          <p14:tracePt t="604430" x="6884988" y="4956175"/>
          <p14:tracePt t="604460" x="7123113" y="4956175"/>
          <p14:tracePt t="604492" x="7297738" y="4956175"/>
          <p14:tracePt t="604514" x="7335838" y="4956175"/>
          <p14:tracePt t="604545" x="7385050" y="4981575"/>
          <p14:tracePt t="604570" x="7435850" y="5005388"/>
          <p14:tracePt t="604605" x="7523163" y="5068888"/>
          <p14:tracePt t="604629" x="7585075" y="5118100"/>
          <p14:tracePt t="604664" x="7610475" y="5143500"/>
          <p14:tracePt t="604720" x="7623175" y="5168900"/>
          <p14:tracePt t="605175" x="7623175" y="5181600"/>
          <p14:tracePt t="605176" x="7635875" y="5194300"/>
          <p14:tracePt t="605201" x="7661275" y="5205413"/>
          <p14:tracePt t="605226" x="7661275" y="5218113"/>
          <p14:tracePt t="605258" x="7673975" y="5230813"/>
          <p14:tracePt t="605310" x="7685088" y="5230813"/>
          <p14:tracePt t="605365" x="7697788" y="5230813"/>
          <p14:tracePt t="605424" x="7723188" y="5230813"/>
          <p14:tracePt t="605454" x="7773988" y="5268913"/>
          <p14:tracePt t="605481" x="7910513" y="5330825"/>
          <p14:tracePt t="605508" x="8074025" y="5468938"/>
          <p14:tracePt t="605537" x="8148638" y="5468938"/>
          <p14:tracePt t="605643" x="8110538" y="5468938"/>
          <p14:tracePt t="605673" x="7372350" y="5407025"/>
          <p14:tracePt t="605705" x="6772275" y="5407025"/>
          <p14:tracePt t="605728" x="6446838" y="5494338"/>
          <p14:tracePt t="605758" x="6370638" y="5543550"/>
          <p14:tracePt t="605760" x="6334125" y="5581650"/>
          <p14:tracePt t="605783" x="6121400" y="5719763"/>
          <p14:tracePt t="605819" x="5870575" y="5881688"/>
          <p14:tracePt t="605847" x="5757863" y="5932488"/>
          <p14:tracePt t="605850" x="5719763" y="5945188"/>
          <p14:tracePt t="605879" x="5657850" y="5969000"/>
          <p14:tracePt t="605905" x="5645150" y="5969000"/>
          <p14:tracePt t="605963" x="5632450" y="5756275"/>
          <p14:tracePt t="605993" x="5708650" y="5156200"/>
          <p14:tracePt t="606023" x="5970588" y="4679950"/>
          <p14:tracePt t="606053" x="6270625" y="4418013"/>
          <p14:tracePt t="606084" x="6910388" y="4241800"/>
          <p14:tracePt t="606111" x="7685088" y="4192588"/>
          <p14:tracePt t="606143" x="8448675" y="4279900"/>
          <p14:tracePt t="606168" x="8912225" y="4443413"/>
          <p14:tracePt t="606200" x="9263063" y="4592638"/>
          <p14:tracePt t="606225" x="9324975" y="4667250"/>
          <p14:tracePt t="606257" x="9375775" y="4856163"/>
          <p14:tracePt t="606284" x="9413875" y="5018088"/>
          <p14:tracePt t="606315" x="9424988" y="5156200"/>
          <p14:tracePt t="606340" x="9424988" y="5194300"/>
          <p14:tracePt t="606374" x="9424988" y="5243513"/>
          <p14:tracePt t="606376" x="9424988" y="5256213"/>
          <p14:tracePt t="606407" x="9424988" y="5281613"/>
          <p14:tracePt t="606408" x="9413875" y="5294313"/>
          <p14:tracePt t="606435" x="9388475" y="5318125"/>
          <p14:tracePt t="606461" x="9337675" y="5368925"/>
          <p14:tracePt t="606464" x="9324975" y="5381625"/>
          <p14:tracePt t="606494" x="9275763" y="5430838"/>
          <p14:tracePt t="606522" x="9163050" y="5556250"/>
          <p14:tracePt t="606548" x="9012238" y="5707063"/>
          <p14:tracePt t="606575" x="8724900" y="5907088"/>
          <p14:tracePt t="606607" x="8524875" y="6019800"/>
          <p14:tracePt t="606608" x="8474075" y="6056313"/>
          <p14:tracePt t="606636" x="8374063" y="6119813"/>
          <p14:tracePt t="606666" x="8324850" y="6157913"/>
          <p14:tracePt t="606697" x="8324850" y="6169025"/>
          <p14:tracePt t="606752" x="8324850" y="6207125"/>
          <p14:tracePt t="606782" x="8324850" y="6232525"/>
          <p14:tracePt t="606816" x="8324850" y="6245225"/>
          <p14:tracePt t="606944" x="8312150" y="6257925"/>
          <p14:tracePt t="606970" x="8286750" y="6257925"/>
          <p14:tracePt t="607003" x="8248650" y="6245225"/>
          <p14:tracePt t="607028" x="8223250" y="6232525"/>
          <p14:tracePt t="607065" x="8186738" y="6232525"/>
          <p14:tracePt t="607094" x="8161338" y="6232525"/>
          <p14:tracePt t="607099" x="8148638" y="6232525"/>
          <p14:tracePt t="607124" x="8123238" y="6232525"/>
          <p14:tracePt t="607154" x="8086725" y="6232525"/>
          <p14:tracePt t="607183" x="8048625" y="6232525"/>
          <p14:tracePt t="607216" x="8035925" y="6232525"/>
          <p14:tracePt t="607266" x="8023225" y="6232525"/>
          <p14:tracePt t="607323" x="8010525" y="6232525"/>
          <p14:tracePt t="608769" x="7999413" y="6207125"/>
          <p14:tracePt t="608794" x="7986713" y="6194425"/>
          <p14:tracePt t="608822" x="7986713" y="6181725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>
          <a:xfrm>
            <a:off x="2860766" y="0"/>
            <a:ext cx="6787035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structure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>
          <a:xfrm>
            <a:off x="143691" y="640080"/>
            <a:ext cx="11210109" cy="621792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a structure or shape.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five basic kinds of organizational structure</a:t>
            </a:r>
          </a:p>
          <a:p>
            <a:pPr marL="0" indent="0">
              <a:buNone/>
            </a:pP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23" y="1750424"/>
            <a:ext cx="10097588" cy="50871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83157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361764">
        <p14:doors dir="vert"/>
      </p:transition>
    </mc:Choice>
    <mc:Fallback xmlns="">
      <p:transition spd="slow" advTm="36176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305" y="181316"/>
            <a:ext cx="10515600" cy="99944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Organization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359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have goals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coercive goals (e.g., prisons);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utilitarian goals (e.g., businesses)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normative goals (universities, religious groups)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different means to achieve them.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Constituencies: serve different groups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Leadership styles: democratic or authoritarian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and technology ( routine and nonroutine)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97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27068">
        <p:split orient="vert"/>
      </p:transition>
    </mc:Choice>
    <mc:Fallback xmlns="">
      <p:transition spd="slow" advTm="427068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|1.7|2.6|1.9|19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6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4|3.7|2.1|65.6|4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|8.6|50.2|1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58.4|2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5|51.5|287|96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4.7|26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26.8|6.4|4.5|3.1|244.7|64.8|59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8|34.6|47|58.9|38.5|36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709</Words>
  <Application>Microsoft Office PowerPoint</Application>
  <PresentationFormat>Widescreen</PresentationFormat>
  <Paragraphs>99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Chapter-3</vt:lpstr>
      <vt:lpstr>Learning Objectives</vt:lpstr>
      <vt:lpstr>3.1 Organization and Information Systems</vt:lpstr>
      <vt:lpstr>Mediating Factors</vt:lpstr>
      <vt:lpstr>PowerPoint Presentation</vt:lpstr>
      <vt:lpstr>The Technical Microeconomic Definition of the Organization</vt:lpstr>
      <vt:lpstr>What is an organization?</vt:lpstr>
      <vt:lpstr>Features of Organizations</vt:lpstr>
      <vt:lpstr>Routines and business processes </vt:lpstr>
      <vt:lpstr>Organizational politics, culture and environment  </vt:lpstr>
      <vt:lpstr>PowerPoint Presentation</vt:lpstr>
      <vt:lpstr>PowerPoint Presentation</vt:lpstr>
      <vt:lpstr>Organizational structure </vt:lpstr>
      <vt:lpstr>Other Organization Features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Chapter-3</dc:title>
  <dc:creator>USER</dc:creator>
  <cp:lastModifiedBy>USER</cp:lastModifiedBy>
  <cp:revision>12</cp:revision>
  <dcterms:created xsi:type="dcterms:W3CDTF">2025-12-21T12:25:01Z</dcterms:created>
  <dcterms:modified xsi:type="dcterms:W3CDTF">2025-12-22T17:59:58Z</dcterms:modified>
</cp:coreProperties>
</file>