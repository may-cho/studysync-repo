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8" r:id="rId2"/>
    <p:sldId id="256" r:id="rId3"/>
    <p:sldId id="273" r:id="rId4"/>
    <p:sldId id="271" r:id="rId5"/>
    <p:sldId id="274" r:id="rId6"/>
    <p:sldId id="275" r:id="rId7"/>
    <p:sldId id="276" r:id="rId8"/>
    <p:sldId id="277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8312" autoAdjust="0"/>
  </p:normalViewPr>
  <p:slideViewPr>
    <p:cSldViewPr snapToGrid="0">
      <p:cViewPr varScale="1">
        <p:scale>
          <a:sx n="60" d="100"/>
          <a:sy n="60" d="100"/>
        </p:scale>
        <p:origin x="10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A9A75-252C-46F7-919C-604427143F4E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58CDF-060F-42F7-A582-A53AE2DAB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8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58CDF-060F-42F7-A582-A53AE2DAB3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6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58CDF-060F-42F7-A582-A53AE2DAB3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42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58CDF-060F-42F7-A582-A53AE2DAB3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5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7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8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20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40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4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24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80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3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6D99A-C2AE-4850-A443-DEDECD9DA19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923C6-4E47-4BE4-9D29-DA2C97C36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8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0EF62-92B9-41ED-8F45-CB59EBDE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Information Systems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(IS-311)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F54AF-FF01-4D41-A494-D762FFCFF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33053"/>
          </a:xfrm>
        </p:spPr>
        <p:txBody>
          <a:bodyPr/>
          <a:lstStyle/>
          <a:p>
            <a:pPr algn="just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Caslon Pro Bold" panose="0205070206050A020403" pitchFamily="18" charset="0"/>
            </a:endParaRPr>
          </a:p>
          <a:p>
            <a:pPr algn="just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Caslon Pro Bold" panose="0205070206050A020403" pitchFamily="18" charset="0"/>
              </a:rPr>
              <a:t>Text Books</a:t>
            </a:r>
          </a:p>
          <a:p>
            <a:pPr marL="0" indent="0" algn="just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Kenneth C. Laudon &amp; Jane P. Laudon (2012),  </a:t>
            </a:r>
          </a:p>
          <a:p>
            <a:pPr marL="0" indent="0" algn="just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Information  Systems: Managing the Digital Firm, Twelfth Edition, Pearson.</a:t>
            </a:r>
            <a:endParaRPr lang="es-ES" altLang="zh-TW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662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7581" y="298564"/>
            <a:ext cx="6983897" cy="98191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1682" y="1466010"/>
            <a:ext cx="11268635" cy="440322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 in Global Business Today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The Role of Information Systems in Business Today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Perspectives on Information Systems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1.3Contemporary Approaches to Information Systems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Hands on MIS projects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678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435" y="0"/>
            <a:ext cx="9144000" cy="80710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152" y="1062598"/>
            <a:ext cx="11618260" cy="579540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Understanding the effects of information systems on business and their relationship to globalization. 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why information systems are so essential in business today.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an information system and describe its management, organization, and technology components.</a:t>
            </a:r>
            <a:r>
              <a:rPr lang="my-MM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complementary assets and explain how they ensure that information systems provide genuine value to an organization. 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Describe the different academic disciplines used to study information systems and explain how each contributes to our understanding of them.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Explain what is meant by a sociotechnical systems perspective </a:t>
            </a:r>
          </a:p>
          <a:p>
            <a:pPr marL="342900" indent="-342900" algn="just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429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to helping you make  decisions about information technology and information systems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73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841EB-0321-4F57-93EC-C1D57639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107"/>
            <a:ext cx="10515600" cy="1132371"/>
          </a:xfrm>
        </p:spPr>
        <p:txBody>
          <a:bodyPr>
            <a:norm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Yankee Stadium Looks to the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971EE-6072-4DDD-8019-389311BB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077"/>
            <a:ext cx="10515600" cy="481371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 Yankee fans choosing to watch games on TV or choose other forms of entertainment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Solutions- Use information systems to enhance experience. Game coverage, statistics, delivered via ubiquitous HDTV monitors, mobiles can order concessions, view replays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Cisco Systems provides technology to make Yankee Stadium the most wired in all of baseball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IT’s role in providing new products and services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Illustrates the benefits of utilizing networks and mobile applications to enhance entertainment, information</a:t>
            </a:r>
          </a:p>
        </p:txBody>
      </p:sp>
    </p:spTree>
    <p:extLst>
      <p:ext uri="{BB962C8B-B14F-4D97-AF65-F5344CB8AC3E}">
        <p14:creationId xmlns:p14="http://schemas.microsoft.com/office/powerpoint/2010/main" val="300071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5493"/>
            <a:ext cx="11483788" cy="672633"/>
          </a:xfrm>
        </p:spPr>
        <p:txBody>
          <a:bodyPr>
            <a:normAutofit fontScale="90000"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	The Role of Information Systems in Business Today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676" y="808856"/>
            <a:ext cx="11900647" cy="5903259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0"/>
              </a:spcBef>
            </a:pP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How information systems are transforming business</a:t>
            </a:r>
            <a:r>
              <a:rPr lang="my-MM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day by observing how people conduct business</a:t>
            </a:r>
            <a:r>
              <a:rPr lang="my-MM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rapidly changing customer demand, reduce inventories to the lowest possible levels, and achieve higher levels of operational efficiency</a:t>
            </a:r>
            <a:r>
              <a:rPr lang="my-MM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social networking tools to connect their employees, customers, and managers worldwide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- Increase in wireless technology use, Web sites 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</a:t>
            </a:r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- </a:t>
            </a: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Increased business use of Web  technologies </a:t>
            </a:r>
          </a:p>
          <a:p>
            <a:pPr marL="914400" lvl="1" indent="-457200" algn="just">
              <a:lnSpc>
                <a:spcPct val="150000"/>
              </a:lnSpc>
              <a:spcBef>
                <a:spcPts val="0"/>
              </a:spcBef>
            </a:pPr>
            <a:r>
              <a:rPr lang="en-US" altLang="en-US" sz="2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	-Cloud computing, mobile digital platform allow more distributed work, decision-making, and collaboration</a:t>
            </a:r>
          </a:p>
          <a:p>
            <a:pPr marL="0" lvl="1"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Global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ization opportunities</a:t>
            </a:r>
          </a:p>
          <a:p>
            <a:pPr marL="342900" indent="1206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has drastically reduced costs of operating on global scale</a:t>
            </a:r>
          </a:p>
          <a:p>
            <a:pPr marL="342900" indent="120650" algn="just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both challenges and opportunities</a:t>
            </a:r>
          </a:p>
          <a:p>
            <a:pPr marL="342900" lvl="1" algn="just">
              <a:lnSpc>
                <a:spcPct val="150000"/>
              </a:lnSpc>
              <a:spcBef>
                <a:spcPts val="0"/>
              </a:spcBef>
            </a:pPr>
            <a:endParaRPr lang="en-US" altLang="en-US" sz="22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576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487F-DF08-4F43-AADE-B87740AF1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</p:spPr>
        <p:txBody>
          <a:bodyPr>
            <a:no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Information Systems are Transforming  Business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4AEA73-6373-499D-81B0-FF034F425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5" y="1094104"/>
            <a:ext cx="9650437" cy="5559997"/>
          </a:xfrm>
        </p:spPr>
      </p:pic>
    </p:spTree>
    <p:extLst>
      <p:ext uri="{BB962C8B-B14F-4D97-AF65-F5344CB8AC3E}">
        <p14:creationId xmlns:p14="http://schemas.microsoft.com/office/powerpoint/2010/main" val="527882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B647-F03C-41A1-B81B-30CAE3008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EMERGING DIGITAL FIRM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305C-F939-4C46-9E3B-706B46EC4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361391"/>
            <a:ext cx="11451101" cy="5131484"/>
          </a:xfrm>
        </p:spPr>
        <p:txBody>
          <a:bodyPr/>
          <a:lstStyle/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firm in which nearly all of the organization’s significant business relationship with customers, supplier and employees are digitally enabled and mediated.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firms allows a lot of business to buy, sell, advertise and solicit customer feedback online.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firms offer extraordinary opportunities for more flexible global organization and management.</a:t>
            </a:r>
          </a:p>
          <a:p>
            <a:pPr lvl="1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firms sense and respond to their environment far more rapidly than traditional firms, giving them more flexibility to survive in turbulent times ( example : covid period ).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80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6287-7B85-4512-AE85-6ADE11D5F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9F0B-DD73-4A9D-AE82-A49C39796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88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emerging, fully digital firm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business relationships are digitally enabled and mediated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business processes are accomplished through digital networks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corporate assets are managed digitally</a:t>
            </a:r>
          </a:p>
          <a:p>
            <a:pPr marL="55563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firms offer greater flexibility in organization and management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shifting, space shifting</a:t>
            </a:r>
          </a:p>
        </p:txBody>
      </p:sp>
    </p:spTree>
    <p:extLst>
      <p:ext uri="{BB962C8B-B14F-4D97-AF65-F5344CB8AC3E}">
        <p14:creationId xmlns:p14="http://schemas.microsoft.com/office/powerpoint/2010/main" val="1699664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728" y="106750"/>
            <a:ext cx="10515600" cy="743510"/>
          </a:xfrm>
        </p:spPr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New In Management Information Systems?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728" y="996263"/>
            <a:ext cx="11365254" cy="5538180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area there are three interrelated changes: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the emerging mobile digital platform,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the growth of online software as a service, and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the growth in “cloud computing” where more and more business software runs over the Internet.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1.1 What’s new in MIS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–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technology- Cloud computing platform emerges as a major business area of innovation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impact- A flexible collection of computers on the Internet begins to perform area of innovation tasks traditionally performed on corporate computers.</a:t>
            </a:r>
          </a:p>
        </p:txBody>
      </p:sp>
    </p:spTree>
    <p:extLst>
      <p:ext uri="{BB962C8B-B14F-4D97-AF65-F5344CB8AC3E}">
        <p14:creationId xmlns:p14="http://schemas.microsoft.com/office/powerpoint/2010/main" val="238372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621</Words>
  <Application>Microsoft Office PowerPoint</Application>
  <PresentationFormat>Widescreen</PresentationFormat>
  <Paragraphs>62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Adobe Caslon Pro Bold</vt:lpstr>
      <vt:lpstr>Arial</vt:lpstr>
      <vt:lpstr>Calibri</vt:lpstr>
      <vt:lpstr>Calibri Light</vt:lpstr>
      <vt:lpstr>Times New Roman</vt:lpstr>
      <vt:lpstr>Office Theme</vt:lpstr>
      <vt:lpstr>Management Information Systems  (IS-311)</vt:lpstr>
      <vt:lpstr>Chapter 1</vt:lpstr>
      <vt:lpstr>Learning Objectives</vt:lpstr>
      <vt:lpstr>The New Yankee Stadium Looks to the Future</vt:lpstr>
      <vt:lpstr>1.1  The Role of Information Systems in Business Today </vt:lpstr>
      <vt:lpstr>How Information Systems are Transforming  Business</vt:lpstr>
      <vt:lpstr>THE EMERGING DIGITAL FIRM</vt:lpstr>
      <vt:lpstr>Cont.</vt:lpstr>
      <vt:lpstr>What’s New In Management Information Systems?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DELL</dc:creator>
  <cp:lastModifiedBy>USER</cp:lastModifiedBy>
  <cp:revision>50</cp:revision>
  <dcterms:created xsi:type="dcterms:W3CDTF">2024-06-03T03:26:12Z</dcterms:created>
  <dcterms:modified xsi:type="dcterms:W3CDTF">2025-12-05T03:02:25Z</dcterms:modified>
</cp:coreProperties>
</file>